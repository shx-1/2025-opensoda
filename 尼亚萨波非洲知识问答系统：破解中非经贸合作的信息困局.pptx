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svg" ContentType="image/svg+xml"/>
  <Override PartName="/ppt/media/image14.svg" ContentType="image/svg+xml"/>
  <Override PartName="/ppt/media/image17.svg" ContentType="image/svg+xml"/>
  <Override PartName="/ppt/media/image19.svg" ContentType="image/svg+xml"/>
  <Override PartName="/ppt/media/image21.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8.svg" ContentType="image/svg+xml"/>
  <Override PartName="/ppt/media/image40.svg" ContentType="image/svg+xml"/>
  <Override PartName="/ppt/media/image42.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xml" ContentType="application/vnd.openxmlformats-officedocument.presentationml.tags+xml"/>
  <Override PartName="/ppt/tags/tag1010.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 id="2147483709" r:id="rId4"/>
    <p:sldMasterId id="2147483713" r:id="rId5"/>
  </p:sldMasterIdLst>
  <p:notesMasterIdLst>
    <p:notesMasterId r:id="rId20"/>
  </p:notesMasterIdLst>
  <p:sldIdLst>
    <p:sldId id="260" r:id="rId6"/>
    <p:sldId id="395" r:id="rId7"/>
    <p:sldId id="263" r:id="rId8"/>
    <p:sldId id="398" r:id="rId9"/>
    <p:sldId id="399" r:id="rId10"/>
    <p:sldId id="428" r:id="rId11"/>
    <p:sldId id="400" r:id="rId12"/>
    <p:sldId id="267" r:id="rId13"/>
    <p:sldId id="394" r:id="rId14"/>
    <p:sldId id="408" r:id="rId15"/>
    <p:sldId id="392" r:id="rId16"/>
    <p:sldId id="270" r:id="rId17"/>
    <p:sldId id="271" r:id="rId18"/>
    <p:sldId id="406" r:id="rId19"/>
    <p:sldId id="409" r:id="rId21"/>
    <p:sldId id="273" r:id="rId22"/>
    <p:sldId id="369" r:id="rId23"/>
    <p:sldId id="354" r:id="rId24"/>
    <p:sldId id="413" r:id="rId25"/>
    <p:sldId id="343" r:id="rId26"/>
    <p:sldId id="345" r:id="rId27"/>
    <p:sldId id="414" r:id="rId28"/>
    <p:sldId id="415" r:id="rId29"/>
    <p:sldId id="272" r:id="rId30"/>
    <p:sldId id="420" r:id="rId31"/>
    <p:sldId id="418" r:id="rId32"/>
    <p:sldId id="421" r:id="rId33"/>
    <p:sldId id="368" r:id="rId34"/>
    <p:sldId id="293" r:id="rId35"/>
  </p:sldIdLst>
  <p:sldSz cx="12192000" cy="6858000"/>
  <p:notesSz cx="7103745" cy="10234295"/>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FDCC31"/>
    <a:srgbClr val="FFA5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987" autoAdjust="0"/>
    <p:restoredTop sz="94660"/>
  </p:normalViewPr>
  <p:slideViewPr>
    <p:cSldViewPr snapToGrid="0">
      <p:cViewPr varScale="1">
        <p:scale>
          <a:sx n="122" d="100"/>
          <a:sy n="122" d="100"/>
        </p:scale>
        <p:origin x="96"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9" Type="http://schemas.openxmlformats.org/officeDocument/2006/relationships/tags" Target="tags/tag1010.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88595" cy="574719"/>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167998" y="0"/>
            <a:ext cx="3188595" cy="574719"/>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42770" y="1431824"/>
            <a:ext cx="6872756" cy="38659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35830" y="5512523"/>
            <a:ext cx="5886637" cy="4510246"/>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10879875"/>
            <a:ext cx="3188595" cy="57471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167998" y="10879875"/>
            <a:ext cx="3188595" cy="57471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0" Type="http://schemas.openxmlformats.org/officeDocument/2006/relationships/tags" Target="../tags/tag74.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1" Type="http://schemas.openxmlformats.org/officeDocument/2006/relationships/tags" Target="../tags/tag84.xml"/><Relationship Id="rId10" Type="http://schemas.openxmlformats.org/officeDocument/2006/relationships/tags" Target="../tags/tag83.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0" Type="http://schemas.openxmlformats.org/officeDocument/2006/relationships/tags" Target="../tags/tag93.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101.xml"/><Relationship Id="rId8" Type="http://schemas.openxmlformats.org/officeDocument/2006/relationships/tags" Target="../tags/tag100.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2" Type="http://schemas.openxmlformats.org/officeDocument/2006/relationships/tags" Target="../tags/tag104.xml"/><Relationship Id="rId11" Type="http://schemas.openxmlformats.org/officeDocument/2006/relationships/tags" Target="../tags/tag103.xml"/><Relationship Id="rId10" Type="http://schemas.openxmlformats.org/officeDocument/2006/relationships/tags" Target="../tags/tag102.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7" Type="http://schemas.openxmlformats.org/officeDocument/2006/relationships/tags" Target="../tags/tag120.xml"/><Relationship Id="rId16" Type="http://schemas.openxmlformats.org/officeDocument/2006/relationships/tags" Target="../tags/tag119.xml"/><Relationship Id="rId15" Type="http://schemas.openxmlformats.org/officeDocument/2006/relationships/tags" Target="../tags/tag118.xml"/><Relationship Id="rId14" Type="http://schemas.openxmlformats.org/officeDocument/2006/relationships/tags" Target="../tags/tag117.xml"/><Relationship Id="rId13" Type="http://schemas.openxmlformats.org/officeDocument/2006/relationships/tags" Target="../tags/tag116.xml"/><Relationship Id="rId12" Type="http://schemas.openxmlformats.org/officeDocument/2006/relationships/tags" Target="../tags/tag115.xml"/><Relationship Id="rId11" Type="http://schemas.openxmlformats.org/officeDocument/2006/relationships/tags" Target="../tags/tag114.xml"/><Relationship Id="rId10" Type="http://schemas.openxmlformats.org/officeDocument/2006/relationships/tags" Target="../tags/tag113.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1" Type="http://schemas.openxmlformats.org/officeDocument/2006/relationships/tags" Target="../tags/tag140.xml"/><Relationship Id="rId20" Type="http://schemas.openxmlformats.org/officeDocument/2006/relationships/tags" Target="../tags/tag139.xml"/><Relationship Id="rId2" Type="http://schemas.openxmlformats.org/officeDocument/2006/relationships/tags" Target="../tags/tag121.xml"/><Relationship Id="rId19" Type="http://schemas.openxmlformats.org/officeDocument/2006/relationships/tags" Target="../tags/tag138.xml"/><Relationship Id="rId18" Type="http://schemas.openxmlformats.org/officeDocument/2006/relationships/tags" Target="../tags/tag137.xml"/><Relationship Id="rId17" Type="http://schemas.openxmlformats.org/officeDocument/2006/relationships/tags" Target="../tags/tag136.xml"/><Relationship Id="rId16" Type="http://schemas.openxmlformats.org/officeDocument/2006/relationships/tags" Target="../tags/tag135.xml"/><Relationship Id="rId15" Type="http://schemas.openxmlformats.org/officeDocument/2006/relationships/tags" Target="../tags/tag134.xml"/><Relationship Id="rId14" Type="http://schemas.openxmlformats.org/officeDocument/2006/relationships/tags" Target="../tags/tag133.xml"/><Relationship Id="rId13" Type="http://schemas.openxmlformats.org/officeDocument/2006/relationships/tags" Target="../tags/tag132.xml"/><Relationship Id="rId12" Type="http://schemas.openxmlformats.org/officeDocument/2006/relationships/tags" Target="../tags/tag13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5" Type="http://schemas.openxmlformats.org/officeDocument/2006/relationships/tags" Target="../tags/tag164.xml"/><Relationship Id="rId24" Type="http://schemas.openxmlformats.org/officeDocument/2006/relationships/tags" Target="../tags/tag163.xml"/><Relationship Id="rId23" Type="http://schemas.openxmlformats.org/officeDocument/2006/relationships/tags" Target="../tags/tag162.xml"/><Relationship Id="rId22" Type="http://schemas.openxmlformats.org/officeDocument/2006/relationships/tags" Target="../tags/tag161.xml"/><Relationship Id="rId21" Type="http://schemas.openxmlformats.org/officeDocument/2006/relationships/tags" Target="../tags/tag160.xml"/><Relationship Id="rId20" Type="http://schemas.openxmlformats.org/officeDocument/2006/relationships/tags" Target="../tags/tag159.xml"/><Relationship Id="rId2" Type="http://schemas.openxmlformats.org/officeDocument/2006/relationships/tags" Target="../tags/tag141.xml"/><Relationship Id="rId19" Type="http://schemas.openxmlformats.org/officeDocument/2006/relationships/tags" Target="../tags/tag158.xml"/><Relationship Id="rId18" Type="http://schemas.openxmlformats.org/officeDocument/2006/relationships/tags" Target="../tags/tag157.xml"/><Relationship Id="rId17" Type="http://schemas.openxmlformats.org/officeDocument/2006/relationships/tags" Target="../tags/tag156.xml"/><Relationship Id="rId16" Type="http://schemas.openxmlformats.org/officeDocument/2006/relationships/tags" Target="../tags/tag155.xml"/><Relationship Id="rId15" Type="http://schemas.openxmlformats.org/officeDocument/2006/relationships/tags" Target="../tags/tag154.xml"/><Relationship Id="rId14" Type="http://schemas.openxmlformats.org/officeDocument/2006/relationships/tags" Target="../tags/tag153.xml"/><Relationship Id="rId13" Type="http://schemas.openxmlformats.org/officeDocument/2006/relationships/tags" Target="../tags/tag152.xml"/><Relationship Id="rId12" Type="http://schemas.openxmlformats.org/officeDocument/2006/relationships/tags" Target="../tags/tag151.xml"/><Relationship Id="rId11" Type="http://schemas.openxmlformats.org/officeDocument/2006/relationships/tags" Target="../tags/tag150.xml"/><Relationship Id="rId10" Type="http://schemas.openxmlformats.org/officeDocument/2006/relationships/tags" Target="../tags/tag149.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72.xml"/><Relationship Id="rId8" Type="http://schemas.openxmlformats.org/officeDocument/2006/relationships/tags" Target="../tags/tag171.xml"/><Relationship Id="rId7" Type="http://schemas.openxmlformats.org/officeDocument/2006/relationships/tags" Target="../tags/tag170.xml"/><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tags" Target="../tags/tag167.xml"/><Relationship Id="rId3" Type="http://schemas.openxmlformats.org/officeDocument/2006/relationships/tags" Target="../tags/tag166.xml"/><Relationship Id="rId21" Type="http://schemas.openxmlformats.org/officeDocument/2006/relationships/tags" Target="../tags/tag184.xml"/><Relationship Id="rId20" Type="http://schemas.openxmlformats.org/officeDocument/2006/relationships/tags" Target="../tags/tag183.xml"/><Relationship Id="rId2" Type="http://schemas.openxmlformats.org/officeDocument/2006/relationships/tags" Target="../tags/tag165.xml"/><Relationship Id="rId19" Type="http://schemas.openxmlformats.org/officeDocument/2006/relationships/tags" Target="../tags/tag182.xml"/><Relationship Id="rId18" Type="http://schemas.openxmlformats.org/officeDocument/2006/relationships/tags" Target="../tags/tag181.xml"/><Relationship Id="rId17" Type="http://schemas.openxmlformats.org/officeDocument/2006/relationships/tags" Target="../tags/tag180.xml"/><Relationship Id="rId16" Type="http://schemas.openxmlformats.org/officeDocument/2006/relationships/tags" Target="../tags/tag179.xml"/><Relationship Id="rId15" Type="http://schemas.openxmlformats.org/officeDocument/2006/relationships/tags" Target="../tags/tag178.xml"/><Relationship Id="rId14" Type="http://schemas.openxmlformats.org/officeDocument/2006/relationships/tags" Target="../tags/tag177.xml"/><Relationship Id="rId13" Type="http://schemas.openxmlformats.org/officeDocument/2006/relationships/tags" Target="../tags/tag176.xml"/><Relationship Id="rId12" Type="http://schemas.openxmlformats.org/officeDocument/2006/relationships/tags" Target="../tags/tag175.xml"/><Relationship Id="rId11" Type="http://schemas.openxmlformats.org/officeDocument/2006/relationships/tags" Target="../tags/tag174.xml"/><Relationship Id="rId10" Type="http://schemas.openxmlformats.org/officeDocument/2006/relationships/tags" Target="../tags/tag173.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92.xml"/><Relationship Id="rId8" Type="http://schemas.openxmlformats.org/officeDocument/2006/relationships/tags" Target="../tags/tag191.xml"/><Relationship Id="rId7" Type="http://schemas.openxmlformats.org/officeDocument/2006/relationships/tags" Target="../tags/tag190.xml"/><Relationship Id="rId6" Type="http://schemas.openxmlformats.org/officeDocument/2006/relationships/tags" Target="../tags/tag189.xml"/><Relationship Id="rId5" Type="http://schemas.openxmlformats.org/officeDocument/2006/relationships/tags" Target="../tags/tag188.xml"/><Relationship Id="rId4" Type="http://schemas.openxmlformats.org/officeDocument/2006/relationships/tags" Target="../tags/tag187.xml"/><Relationship Id="rId3" Type="http://schemas.openxmlformats.org/officeDocument/2006/relationships/tags" Target="../tags/tag186.xml"/><Relationship Id="rId21" Type="http://schemas.openxmlformats.org/officeDocument/2006/relationships/tags" Target="../tags/tag204.xml"/><Relationship Id="rId20" Type="http://schemas.openxmlformats.org/officeDocument/2006/relationships/tags" Target="../tags/tag203.xml"/><Relationship Id="rId2" Type="http://schemas.openxmlformats.org/officeDocument/2006/relationships/tags" Target="../tags/tag185.xml"/><Relationship Id="rId19" Type="http://schemas.openxmlformats.org/officeDocument/2006/relationships/tags" Target="../tags/tag202.xml"/><Relationship Id="rId18" Type="http://schemas.openxmlformats.org/officeDocument/2006/relationships/tags" Target="../tags/tag201.xml"/><Relationship Id="rId17" Type="http://schemas.openxmlformats.org/officeDocument/2006/relationships/tags" Target="../tags/tag200.xml"/><Relationship Id="rId16" Type="http://schemas.openxmlformats.org/officeDocument/2006/relationships/tags" Target="../tags/tag199.xml"/><Relationship Id="rId15" Type="http://schemas.openxmlformats.org/officeDocument/2006/relationships/tags" Target="../tags/tag198.xml"/><Relationship Id="rId14" Type="http://schemas.openxmlformats.org/officeDocument/2006/relationships/tags" Target="../tags/tag197.xml"/><Relationship Id="rId13" Type="http://schemas.openxmlformats.org/officeDocument/2006/relationships/tags" Target="../tags/tag196.xml"/><Relationship Id="rId12" Type="http://schemas.openxmlformats.org/officeDocument/2006/relationships/tags" Target="../tags/tag195.xml"/><Relationship Id="rId11" Type="http://schemas.openxmlformats.org/officeDocument/2006/relationships/tags" Target="../tags/tag194.xml"/><Relationship Id="rId10" Type="http://schemas.openxmlformats.org/officeDocument/2006/relationships/tags" Target="../tags/tag193.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212.xml"/><Relationship Id="rId8" Type="http://schemas.openxmlformats.org/officeDocument/2006/relationships/tags" Target="../tags/tag211.xml"/><Relationship Id="rId7" Type="http://schemas.openxmlformats.org/officeDocument/2006/relationships/tags" Target="../tags/tag210.xml"/><Relationship Id="rId6" Type="http://schemas.openxmlformats.org/officeDocument/2006/relationships/tags" Target="../tags/tag209.xml"/><Relationship Id="rId5" Type="http://schemas.openxmlformats.org/officeDocument/2006/relationships/tags" Target="../tags/tag208.xml"/><Relationship Id="rId4" Type="http://schemas.openxmlformats.org/officeDocument/2006/relationships/tags" Target="../tags/tag207.xml"/><Relationship Id="rId3" Type="http://schemas.openxmlformats.org/officeDocument/2006/relationships/tags" Target="../tags/tag206.xml"/><Relationship Id="rId2" Type="http://schemas.openxmlformats.org/officeDocument/2006/relationships/tags" Target="../tags/tag205.xml"/><Relationship Id="rId13" Type="http://schemas.openxmlformats.org/officeDocument/2006/relationships/tags" Target="../tags/tag216.xml"/><Relationship Id="rId12" Type="http://schemas.openxmlformats.org/officeDocument/2006/relationships/tags" Target="../tags/tag215.xml"/><Relationship Id="rId11" Type="http://schemas.openxmlformats.org/officeDocument/2006/relationships/tags" Target="../tags/tag214.xml"/><Relationship Id="rId10" Type="http://schemas.openxmlformats.org/officeDocument/2006/relationships/tags" Target="../tags/tag213.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224.xml"/><Relationship Id="rId8" Type="http://schemas.openxmlformats.org/officeDocument/2006/relationships/tags" Target="../tags/tag223.xml"/><Relationship Id="rId7" Type="http://schemas.openxmlformats.org/officeDocument/2006/relationships/tags" Target="../tags/tag222.xml"/><Relationship Id="rId6" Type="http://schemas.openxmlformats.org/officeDocument/2006/relationships/tags" Target="../tags/tag221.xml"/><Relationship Id="rId5" Type="http://schemas.openxmlformats.org/officeDocument/2006/relationships/tags" Target="../tags/tag220.xml"/><Relationship Id="rId4" Type="http://schemas.openxmlformats.org/officeDocument/2006/relationships/tags" Target="../tags/tag219.xml"/><Relationship Id="rId3" Type="http://schemas.openxmlformats.org/officeDocument/2006/relationships/tags" Target="../tags/tag218.xml"/><Relationship Id="rId2" Type="http://schemas.openxmlformats.org/officeDocument/2006/relationships/tags" Target="../tags/tag217.xml"/><Relationship Id="rId13" Type="http://schemas.openxmlformats.org/officeDocument/2006/relationships/tags" Target="../tags/tag228.xml"/><Relationship Id="rId12" Type="http://schemas.openxmlformats.org/officeDocument/2006/relationships/tags" Target="../tags/tag227.xml"/><Relationship Id="rId11" Type="http://schemas.openxmlformats.org/officeDocument/2006/relationships/tags" Target="../tags/tag226.xml"/><Relationship Id="rId10" Type="http://schemas.openxmlformats.org/officeDocument/2006/relationships/tags" Target="../tags/tag225.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236.xml"/><Relationship Id="rId8" Type="http://schemas.openxmlformats.org/officeDocument/2006/relationships/tags" Target="../tags/tag235.xml"/><Relationship Id="rId7" Type="http://schemas.openxmlformats.org/officeDocument/2006/relationships/tags" Target="../tags/tag234.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tags" Target="../tags/tag229.xml"/><Relationship Id="rId10" Type="http://schemas.openxmlformats.org/officeDocument/2006/relationships/tags" Target="../tags/tag237.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245.xml"/><Relationship Id="rId8" Type="http://schemas.openxmlformats.org/officeDocument/2006/relationships/tags" Target="../tags/tag244.xml"/><Relationship Id="rId7" Type="http://schemas.openxmlformats.org/officeDocument/2006/relationships/tags" Target="../tags/tag243.xml"/><Relationship Id="rId6" Type="http://schemas.openxmlformats.org/officeDocument/2006/relationships/tags" Target="../tags/tag242.xml"/><Relationship Id="rId5" Type="http://schemas.openxmlformats.org/officeDocument/2006/relationships/tags" Target="../tags/tag241.xml"/><Relationship Id="rId4" Type="http://schemas.openxmlformats.org/officeDocument/2006/relationships/tags" Target="../tags/tag240.xml"/><Relationship Id="rId3" Type="http://schemas.openxmlformats.org/officeDocument/2006/relationships/tags" Target="../tags/tag239.xml"/><Relationship Id="rId2" Type="http://schemas.openxmlformats.org/officeDocument/2006/relationships/tags" Target="../tags/tag238.xml"/><Relationship Id="rId15" Type="http://schemas.openxmlformats.org/officeDocument/2006/relationships/tags" Target="../tags/tag251.xml"/><Relationship Id="rId14" Type="http://schemas.openxmlformats.org/officeDocument/2006/relationships/tags" Target="../tags/tag250.xml"/><Relationship Id="rId13" Type="http://schemas.openxmlformats.org/officeDocument/2006/relationships/tags" Target="../tags/tag249.xml"/><Relationship Id="rId12" Type="http://schemas.openxmlformats.org/officeDocument/2006/relationships/tags" Target="../tags/tag248.xml"/><Relationship Id="rId11" Type="http://schemas.openxmlformats.org/officeDocument/2006/relationships/tags" Target="../tags/tag247.xml"/><Relationship Id="rId10" Type="http://schemas.openxmlformats.org/officeDocument/2006/relationships/tags" Target="../tags/tag246.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9" Type="http://schemas.openxmlformats.org/officeDocument/2006/relationships/tags" Target="../tags/tag259.xml"/><Relationship Id="rId8" Type="http://schemas.openxmlformats.org/officeDocument/2006/relationships/tags" Target="../tags/tag258.xml"/><Relationship Id="rId7" Type="http://schemas.openxmlformats.org/officeDocument/2006/relationships/tags" Target="../tags/tag257.xml"/><Relationship Id="rId6" Type="http://schemas.openxmlformats.org/officeDocument/2006/relationships/tags" Target="../tags/tag256.xml"/><Relationship Id="rId5" Type="http://schemas.openxmlformats.org/officeDocument/2006/relationships/tags" Target="../tags/tag255.xml"/><Relationship Id="rId4" Type="http://schemas.openxmlformats.org/officeDocument/2006/relationships/tags" Target="../tags/tag254.xml"/><Relationship Id="rId3" Type="http://schemas.openxmlformats.org/officeDocument/2006/relationships/tags" Target="../tags/tag253.xml"/><Relationship Id="rId2" Type="http://schemas.openxmlformats.org/officeDocument/2006/relationships/tags" Target="../tags/tag252.xml"/><Relationship Id="rId10" Type="http://schemas.openxmlformats.org/officeDocument/2006/relationships/tags" Target="../tags/tag260.xml"/><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9" Type="http://schemas.openxmlformats.org/officeDocument/2006/relationships/tags" Target="../tags/tag268.xml"/><Relationship Id="rId8" Type="http://schemas.openxmlformats.org/officeDocument/2006/relationships/tags" Target="../tags/tag267.xml"/><Relationship Id="rId7" Type="http://schemas.openxmlformats.org/officeDocument/2006/relationships/tags" Target="../tags/tag266.xml"/><Relationship Id="rId6" Type="http://schemas.openxmlformats.org/officeDocument/2006/relationships/tags" Target="../tags/tag265.xml"/><Relationship Id="rId5" Type="http://schemas.openxmlformats.org/officeDocument/2006/relationships/tags" Target="../tags/tag264.xml"/><Relationship Id="rId4" Type="http://schemas.openxmlformats.org/officeDocument/2006/relationships/tags" Target="../tags/tag263.xml"/><Relationship Id="rId3" Type="http://schemas.openxmlformats.org/officeDocument/2006/relationships/tags" Target="../tags/tag262.xml"/><Relationship Id="rId2" Type="http://schemas.openxmlformats.org/officeDocument/2006/relationships/tags" Target="../tags/tag261.xml"/><Relationship Id="rId13" Type="http://schemas.openxmlformats.org/officeDocument/2006/relationships/tags" Target="../tags/tag272.xml"/><Relationship Id="rId12" Type="http://schemas.openxmlformats.org/officeDocument/2006/relationships/tags" Target="../tags/tag271.xml"/><Relationship Id="rId11" Type="http://schemas.openxmlformats.org/officeDocument/2006/relationships/tags" Target="../tags/tag270.xml"/><Relationship Id="rId10" Type="http://schemas.openxmlformats.org/officeDocument/2006/relationships/tags" Target="../tags/tag269.xml"/><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9" Type="http://schemas.openxmlformats.org/officeDocument/2006/relationships/tags" Target="../tags/tag280.xml"/><Relationship Id="rId8" Type="http://schemas.openxmlformats.org/officeDocument/2006/relationships/tags" Target="../tags/tag279.xml"/><Relationship Id="rId7" Type="http://schemas.openxmlformats.org/officeDocument/2006/relationships/tags" Target="../tags/tag278.xml"/><Relationship Id="rId6" Type="http://schemas.openxmlformats.org/officeDocument/2006/relationships/tags" Target="../tags/tag277.xml"/><Relationship Id="rId5" Type="http://schemas.openxmlformats.org/officeDocument/2006/relationships/tags" Target="../tags/tag276.xml"/><Relationship Id="rId4" Type="http://schemas.openxmlformats.org/officeDocument/2006/relationships/tags" Target="../tags/tag275.xml"/><Relationship Id="rId3" Type="http://schemas.openxmlformats.org/officeDocument/2006/relationships/tags" Target="../tags/tag274.xml"/><Relationship Id="rId2" Type="http://schemas.openxmlformats.org/officeDocument/2006/relationships/tags" Target="../tags/tag273.xml"/><Relationship Id="rId18" Type="http://schemas.openxmlformats.org/officeDocument/2006/relationships/tags" Target="../tags/tag289.xml"/><Relationship Id="rId17" Type="http://schemas.openxmlformats.org/officeDocument/2006/relationships/tags" Target="../tags/tag288.xml"/><Relationship Id="rId16" Type="http://schemas.openxmlformats.org/officeDocument/2006/relationships/tags" Target="../tags/tag287.xml"/><Relationship Id="rId15" Type="http://schemas.openxmlformats.org/officeDocument/2006/relationships/tags" Target="../tags/tag286.xml"/><Relationship Id="rId14" Type="http://schemas.openxmlformats.org/officeDocument/2006/relationships/tags" Target="../tags/tag285.xml"/><Relationship Id="rId13" Type="http://schemas.openxmlformats.org/officeDocument/2006/relationships/tags" Target="../tags/tag284.xml"/><Relationship Id="rId12" Type="http://schemas.openxmlformats.org/officeDocument/2006/relationships/tags" Target="../tags/tag283.xml"/><Relationship Id="rId11" Type="http://schemas.openxmlformats.org/officeDocument/2006/relationships/tags" Target="../tags/tag282.xml"/><Relationship Id="rId10" Type="http://schemas.openxmlformats.org/officeDocument/2006/relationships/tags" Target="../tags/tag281.xml"/><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297.xml"/><Relationship Id="rId8" Type="http://schemas.openxmlformats.org/officeDocument/2006/relationships/tags" Target="../tags/tag296.xml"/><Relationship Id="rId7" Type="http://schemas.openxmlformats.org/officeDocument/2006/relationships/tags" Target="../tags/tag295.xml"/><Relationship Id="rId6" Type="http://schemas.openxmlformats.org/officeDocument/2006/relationships/tags" Target="../tags/tag294.xml"/><Relationship Id="rId5" Type="http://schemas.openxmlformats.org/officeDocument/2006/relationships/tags" Target="../tags/tag293.xml"/><Relationship Id="rId4" Type="http://schemas.openxmlformats.org/officeDocument/2006/relationships/tags" Target="../tags/tag292.xml"/><Relationship Id="rId3" Type="http://schemas.openxmlformats.org/officeDocument/2006/relationships/tags" Target="../tags/tag291.xml"/><Relationship Id="rId2" Type="http://schemas.openxmlformats.org/officeDocument/2006/relationships/tags" Target="../tags/tag290.xml"/><Relationship Id="rId12" Type="http://schemas.openxmlformats.org/officeDocument/2006/relationships/tags" Target="../tags/tag300.xml"/><Relationship Id="rId11" Type="http://schemas.openxmlformats.org/officeDocument/2006/relationships/tags" Target="../tags/tag299.xml"/><Relationship Id="rId10" Type="http://schemas.openxmlformats.org/officeDocument/2006/relationships/tags" Target="../tags/tag298.xml"/><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9" Type="http://schemas.openxmlformats.org/officeDocument/2006/relationships/tags" Target="../tags/tag308.xml"/><Relationship Id="rId8" Type="http://schemas.openxmlformats.org/officeDocument/2006/relationships/tags" Target="../tags/tag307.xml"/><Relationship Id="rId7" Type="http://schemas.openxmlformats.org/officeDocument/2006/relationships/tags" Target="../tags/tag306.xml"/><Relationship Id="rId6" Type="http://schemas.openxmlformats.org/officeDocument/2006/relationships/tags" Target="../tags/tag305.xml"/><Relationship Id="rId5" Type="http://schemas.openxmlformats.org/officeDocument/2006/relationships/tags" Target="../tags/tag304.xml"/><Relationship Id="rId4" Type="http://schemas.openxmlformats.org/officeDocument/2006/relationships/tags" Target="../tags/tag303.xml"/><Relationship Id="rId3" Type="http://schemas.openxmlformats.org/officeDocument/2006/relationships/tags" Target="../tags/tag302.xml"/><Relationship Id="rId2" Type="http://schemas.openxmlformats.org/officeDocument/2006/relationships/tags" Target="../tags/tag301.xml"/><Relationship Id="rId15" Type="http://schemas.openxmlformats.org/officeDocument/2006/relationships/tags" Target="../tags/tag314.xml"/><Relationship Id="rId14" Type="http://schemas.openxmlformats.org/officeDocument/2006/relationships/tags" Target="../tags/tag313.xml"/><Relationship Id="rId13" Type="http://schemas.openxmlformats.org/officeDocument/2006/relationships/tags" Target="../tags/tag312.xml"/><Relationship Id="rId12" Type="http://schemas.openxmlformats.org/officeDocument/2006/relationships/tags" Target="../tags/tag311.xml"/><Relationship Id="rId11" Type="http://schemas.openxmlformats.org/officeDocument/2006/relationships/tags" Target="../tags/tag310.xml"/><Relationship Id="rId10" Type="http://schemas.openxmlformats.org/officeDocument/2006/relationships/tags" Target="../tags/tag309.xml"/><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9" Type="http://schemas.openxmlformats.org/officeDocument/2006/relationships/tags" Target="../tags/tag322.xml"/><Relationship Id="rId8" Type="http://schemas.openxmlformats.org/officeDocument/2006/relationships/tags" Target="../tags/tag321.xml"/><Relationship Id="rId7" Type="http://schemas.openxmlformats.org/officeDocument/2006/relationships/tags" Target="../tags/tag320.xml"/><Relationship Id="rId6" Type="http://schemas.openxmlformats.org/officeDocument/2006/relationships/tags" Target="../tags/tag319.xml"/><Relationship Id="rId5" Type="http://schemas.openxmlformats.org/officeDocument/2006/relationships/tags" Target="../tags/tag318.xml"/><Relationship Id="rId4" Type="http://schemas.openxmlformats.org/officeDocument/2006/relationships/tags" Target="../tags/tag317.xml"/><Relationship Id="rId3" Type="http://schemas.openxmlformats.org/officeDocument/2006/relationships/tags" Target="../tags/tag316.xml"/><Relationship Id="rId2" Type="http://schemas.openxmlformats.org/officeDocument/2006/relationships/tags" Target="../tags/tag315.xml"/><Relationship Id="rId18" Type="http://schemas.openxmlformats.org/officeDocument/2006/relationships/tags" Target="../tags/tag331.xml"/><Relationship Id="rId17" Type="http://schemas.openxmlformats.org/officeDocument/2006/relationships/tags" Target="../tags/tag330.xml"/><Relationship Id="rId16" Type="http://schemas.openxmlformats.org/officeDocument/2006/relationships/tags" Target="../tags/tag329.xml"/><Relationship Id="rId15" Type="http://schemas.openxmlformats.org/officeDocument/2006/relationships/tags" Target="../tags/tag328.xml"/><Relationship Id="rId14" Type="http://schemas.openxmlformats.org/officeDocument/2006/relationships/tags" Target="../tags/tag327.xml"/><Relationship Id="rId13" Type="http://schemas.openxmlformats.org/officeDocument/2006/relationships/tags" Target="../tags/tag326.xml"/><Relationship Id="rId12" Type="http://schemas.openxmlformats.org/officeDocument/2006/relationships/tags" Target="../tags/tag325.xml"/><Relationship Id="rId11" Type="http://schemas.openxmlformats.org/officeDocument/2006/relationships/tags" Target="../tags/tag324.xml"/><Relationship Id="rId10" Type="http://schemas.openxmlformats.org/officeDocument/2006/relationships/tags" Target="../tags/tag323.xml"/><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6" Type="http://schemas.openxmlformats.org/officeDocument/2006/relationships/tags" Target="../tags/tag336.xml"/><Relationship Id="rId5" Type="http://schemas.openxmlformats.org/officeDocument/2006/relationships/tags" Target="../tags/tag335.xml"/><Relationship Id="rId4" Type="http://schemas.openxmlformats.org/officeDocument/2006/relationships/tags" Target="../tags/tag334.xml"/><Relationship Id="rId3" Type="http://schemas.openxmlformats.org/officeDocument/2006/relationships/tags" Target="../tags/tag333.xml"/><Relationship Id="rId2" Type="http://schemas.openxmlformats.org/officeDocument/2006/relationships/tags" Target="../tags/tag332.xml"/><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5" Type="http://schemas.openxmlformats.org/officeDocument/2006/relationships/tags" Target="../tags/tag340.xml"/><Relationship Id="rId4" Type="http://schemas.openxmlformats.org/officeDocument/2006/relationships/tags" Target="../tags/tag339.xml"/><Relationship Id="rId3" Type="http://schemas.openxmlformats.org/officeDocument/2006/relationships/tags" Target="../tags/tag338.xml"/><Relationship Id="rId2" Type="http://schemas.openxmlformats.org/officeDocument/2006/relationships/tags" Target="../tags/tag337.xml"/><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7" Type="http://schemas.openxmlformats.org/officeDocument/2006/relationships/tags" Target="../tags/tag346.xml"/><Relationship Id="rId6" Type="http://schemas.openxmlformats.org/officeDocument/2006/relationships/tags" Target="../tags/tag345.xml"/><Relationship Id="rId5" Type="http://schemas.openxmlformats.org/officeDocument/2006/relationships/tags" Target="../tags/tag344.xml"/><Relationship Id="rId4" Type="http://schemas.openxmlformats.org/officeDocument/2006/relationships/tags" Target="../tags/tag343.xml"/><Relationship Id="rId3" Type="http://schemas.openxmlformats.org/officeDocument/2006/relationships/tags" Target="../tags/tag342.xml"/><Relationship Id="rId2" Type="http://schemas.openxmlformats.org/officeDocument/2006/relationships/tags" Target="../tags/tag341.xml"/><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9" Type="http://schemas.openxmlformats.org/officeDocument/2006/relationships/tags" Target="../tags/tag354.xml"/><Relationship Id="rId8" Type="http://schemas.openxmlformats.org/officeDocument/2006/relationships/tags" Target="../tags/tag353.xml"/><Relationship Id="rId7" Type="http://schemas.openxmlformats.org/officeDocument/2006/relationships/tags" Target="../tags/tag352.xml"/><Relationship Id="rId6" Type="http://schemas.openxmlformats.org/officeDocument/2006/relationships/tags" Target="../tags/tag351.xml"/><Relationship Id="rId5" Type="http://schemas.openxmlformats.org/officeDocument/2006/relationships/tags" Target="../tags/tag350.xml"/><Relationship Id="rId4" Type="http://schemas.openxmlformats.org/officeDocument/2006/relationships/tags" Target="../tags/tag349.xml"/><Relationship Id="rId3" Type="http://schemas.openxmlformats.org/officeDocument/2006/relationships/tags" Target="../tags/tag348.xml"/><Relationship Id="rId2" Type="http://schemas.openxmlformats.org/officeDocument/2006/relationships/tags" Target="../tags/tag347.xml"/><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5" Type="http://schemas.openxmlformats.org/officeDocument/2006/relationships/tags" Target="../tags/tag358.xml"/><Relationship Id="rId4" Type="http://schemas.openxmlformats.org/officeDocument/2006/relationships/tags" Target="../tags/tag357.xml"/><Relationship Id="rId3" Type="http://schemas.openxmlformats.org/officeDocument/2006/relationships/tags" Target="../tags/tag356.xml"/><Relationship Id="rId2" Type="http://schemas.openxmlformats.org/officeDocument/2006/relationships/tags" Target="../tags/tag355.xml"/><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4" Type="http://schemas.openxmlformats.org/officeDocument/2006/relationships/tags" Target="../tags/tag361.xml"/><Relationship Id="rId3" Type="http://schemas.openxmlformats.org/officeDocument/2006/relationships/tags" Target="../tags/tag360.xml"/><Relationship Id="rId2" Type="http://schemas.openxmlformats.org/officeDocument/2006/relationships/tags" Target="../tags/tag359.xml"/><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5" Type="http://schemas.openxmlformats.org/officeDocument/2006/relationships/tags" Target="../tags/tag365.xml"/><Relationship Id="rId4" Type="http://schemas.openxmlformats.org/officeDocument/2006/relationships/tags" Target="../tags/tag364.xml"/><Relationship Id="rId3" Type="http://schemas.openxmlformats.org/officeDocument/2006/relationships/tags" Target="../tags/tag363.xml"/><Relationship Id="rId2" Type="http://schemas.openxmlformats.org/officeDocument/2006/relationships/tags" Target="../tags/tag362.xml"/><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6" Type="http://schemas.openxmlformats.org/officeDocument/2006/relationships/tags" Target="../tags/tag370.xml"/><Relationship Id="rId5" Type="http://schemas.openxmlformats.org/officeDocument/2006/relationships/tags" Target="../tags/tag369.xml"/><Relationship Id="rId4" Type="http://schemas.openxmlformats.org/officeDocument/2006/relationships/tags" Target="../tags/tag368.xml"/><Relationship Id="rId3" Type="http://schemas.openxmlformats.org/officeDocument/2006/relationships/tags" Target="../tags/tag367.xml"/><Relationship Id="rId2" Type="http://schemas.openxmlformats.org/officeDocument/2006/relationships/tags" Target="../tags/tag366.xml"/><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9" Type="http://schemas.openxmlformats.org/officeDocument/2006/relationships/tags" Target="../tags/tag376.xml"/><Relationship Id="rId8" Type="http://schemas.openxmlformats.org/officeDocument/2006/relationships/tags" Target="../tags/tag375.xml"/><Relationship Id="rId7" Type="http://schemas.openxmlformats.org/officeDocument/2006/relationships/image" Target="../media/image2.png"/><Relationship Id="rId6" Type="http://schemas.openxmlformats.org/officeDocument/2006/relationships/tags" Target="../tags/tag374.xml"/><Relationship Id="rId5" Type="http://schemas.openxmlformats.org/officeDocument/2006/relationships/tags" Target="../tags/tag373.xml"/><Relationship Id="rId4" Type="http://schemas.openxmlformats.org/officeDocument/2006/relationships/tags" Target="../tags/tag372.xml"/><Relationship Id="rId3" Type="http://schemas.openxmlformats.org/officeDocument/2006/relationships/image" Target="../media/image1.png"/><Relationship Id="rId2" Type="http://schemas.openxmlformats.org/officeDocument/2006/relationships/tags" Target="../tags/tag371.xml"/><Relationship Id="rId11" Type="http://schemas.openxmlformats.org/officeDocument/2006/relationships/tags" Target="../tags/tag378.xml"/><Relationship Id="rId10" Type="http://schemas.openxmlformats.org/officeDocument/2006/relationships/tags" Target="../tags/tag377.xml"/><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9" Type="http://schemas.openxmlformats.org/officeDocument/2006/relationships/tags" Target="../tags/tag384.xml"/><Relationship Id="rId8" Type="http://schemas.openxmlformats.org/officeDocument/2006/relationships/tags" Target="../tags/tag383.xml"/><Relationship Id="rId7" Type="http://schemas.openxmlformats.org/officeDocument/2006/relationships/tags" Target="../tags/tag382.xml"/><Relationship Id="rId6" Type="http://schemas.openxmlformats.org/officeDocument/2006/relationships/tags" Target="../tags/tag381.xml"/><Relationship Id="rId5" Type="http://schemas.openxmlformats.org/officeDocument/2006/relationships/image" Target="../media/image1.png"/><Relationship Id="rId4" Type="http://schemas.openxmlformats.org/officeDocument/2006/relationships/tags" Target="../tags/tag380.xml"/><Relationship Id="rId3" Type="http://schemas.openxmlformats.org/officeDocument/2006/relationships/image" Target="../media/image2.png"/><Relationship Id="rId2" Type="http://schemas.openxmlformats.org/officeDocument/2006/relationships/tags" Target="../tags/tag379.xml"/><Relationship Id="rId10" Type="http://schemas.openxmlformats.org/officeDocument/2006/relationships/tags" Target="../tags/tag385.xml"/><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9" Type="http://schemas.openxmlformats.org/officeDocument/2006/relationships/tags" Target="../tags/tag391.xml"/><Relationship Id="rId8" Type="http://schemas.openxmlformats.org/officeDocument/2006/relationships/tags" Target="../tags/tag390.xml"/><Relationship Id="rId7" Type="http://schemas.openxmlformats.org/officeDocument/2006/relationships/image" Target="../media/image2.png"/><Relationship Id="rId6" Type="http://schemas.openxmlformats.org/officeDocument/2006/relationships/tags" Target="../tags/tag389.xml"/><Relationship Id="rId5" Type="http://schemas.openxmlformats.org/officeDocument/2006/relationships/tags" Target="../tags/tag388.xml"/><Relationship Id="rId4" Type="http://schemas.openxmlformats.org/officeDocument/2006/relationships/tags" Target="../tags/tag387.xml"/><Relationship Id="rId3" Type="http://schemas.openxmlformats.org/officeDocument/2006/relationships/image" Target="../media/image1.png"/><Relationship Id="rId2" Type="http://schemas.openxmlformats.org/officeDocument/2006/relationships/tags" Target="../tags/tag386.xml"/><Relationship Id="rId10" Type="http://schemas.openxmlformats.org/officeDocument/2006/relationships/tags" Target="../tags/tag392.xml"/><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9" Type="http://schemas.openxmlformats.org/officeDocument/2006/relationships/tags" Target="../tags/tag400.xml"/><Relationship Id="rId8" Type="http://schemas.openxmlformats.org/officeDocument/2006/relationships/tags" Target="../tags/tag399.xml"/><Relationship Id="rId7" Type="http://schemas.openxmlformats.org/officeDocument/2006/relationships/tags" Target="../tags/tag398.xml"/><Relationship Id="rId6" Type="http://schemas.openxmlformats.org/officeDocument/2006/relationships/tags" Target="../tags/tag397.xml"/><Relationship Id="rId5" Type="http://schemas.openxmlformats.org/officeDocument/2006/relationships/tags" Target="../tags/tag396.xml"/><Relationship Id="rId4" Type="http://schemas.openxmlformats.org/officeDocument/2006/relationships/tags" Target="../tags/tag395.xml"/><Relationship Id="rId3" Type="http://schemas.openxmlformats.org/officeDocument/2006/relationships/tags" Target="../tags/tag394.xml"/><Relationship Id="rId2" Type="http://schemas.openxmlformats.org/officeDocument/2006/relationships/tags" Target="../tags/tag393.xml"/><Relationship Id="rId18" Type="http://schemas.openxmlformats.org/officeDocument/2006/relationships/tags" Target="../tags/tag409.xml"/><Relationship Id="rId17" Type="http://schemas.openxmlformats.org/officeDocument/2006/relationships/tags" Target="../tags/tag408.xml"/><Relationship Id="rId16" Type="http://schemas.openxmlformats.org/officeDocument/2006/relationships/tags" Target="../tags/tag407.xml"/><Relationship Id="rId15" Type="http://schemas.openxmlformats.org/officeDocument/2006/relationships/tags" Target="../tags/tag406.xml"/><Relationship Id="rId14" Type="http://schemas.openxmlformats.org/officeDocument/2006/relationships/tags" Target="../tags/tag405.xml"/><Relationship Id="rId13" Type="http://schemas.openxmlformats.org/officeDocument/2006/relationships/tags" Target="../tags/tag404.xml"/><Relationship Id="rId12" Type="http://schemas.openxmlformats.org/officeDocument/2006/relationships/tags" Target="../tags/tag403.xml"/><Relationship Id="rId11" Type="http://schemas.openxmlformats.org/officeDocument/2006/relationships/tags" Target="../tags/tag402.xml"/><Relationship Id="rId10" Type="http://schemas.openxmlformats.org/officeDocument/2006/relationships/tags" Target="../tags/tag401.xml"/><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9" Type="http://schemas.openxmlformats.org/officeDocument/2006/relationships/tags" Target="../tags/tag417.xml"/><Relationship Id="rId8" Type="http://schemas.openxmlformats.org/officeDocument/2006/relationships/tags" Target="../tags/tag416.xml"/><Relationship Id="rId7" Type="http://schemas.openxmlformats.org/officeDocument/2006/relationships/tags" Target="../tags/tag415.xml"/><Relationship Id="rId6" Type="http://schemas.openxmlformats.org/officeDocument/2006/relationships/tags" Target="../tags/tag414.xml"/><Relationship Id="rId5" Type="http://schemas.openxmlformats.org/officeDocument/2006/relationships/tags" Target="../tags/tag413.xml"/><Relationship Id="rId4" Type="http://schemas.openxmlformats.org/officeDocument/2006/relationships/tags" Target="../tags/tag412.xml"/><Relationship Id="rId3" Type="http://schemas.openxmlformats.org/officeDocument/2006/relationships/tags" Target="../tags/tag411.xml"/><Relationship Id="rId2" Type="http://schemas.openxmlformats.org/officeDocument/2006/relationships/tags" Target="../tags/tag410.xml"/><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9" Type="http://schemas.openxmlformats.org/officeDocument/2006/relationships/tags" Target="../tags/tag425.xml"/><Relationship Id="rId8" Type="http://schemas.openxmlformats.org/officeDocument/2006/relationships/tags" Target="../tags/tag424.xml"/><Relationship Id="rId7" Type="http://schemas.openxmlformats.org/officeDocument/2006/relationships/tags" Target="../tags/tag423.xml"/><Relationship Id="rId6" Type="http://schemas.openxmlformats.org/officeDocument/2006/relationships/tags" Target="../tags/tag422.xml"/><Relationship Id="rId5" Type="http://schemas.openxmlformats.org/officeDocument/2006/relationships/tags" Target="../tags/tag421.xml"/><Relationship Id="rId4" Type="http://schemas.openxmlformats.org/officeDocument/2006/relationships/tags" Target="../tags/tag420.xml"/><Relationship Id="rId3" Type="http://schemas.openxmlformats.org/officeDocument/2006/relationships/tags" Target="../tags/tag419.xml"/><Relationship Id="rId2" Type="http://schemas.openxmlformats.org/officeDocument/2006/relationships/tags" Target="../tags/tag418.xml"/><Relationship Id="rId11" Type="http://schemas.openxmlformats.org/officeDocument/2006/relationships/tags" Target="../tags/tag427.xml"/><Relationship Id="rId10" Type="http://schemas.openxmlformats.org/officeDocument/2006/relationships/tags" Target="../tags/tag426.xml"/><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9" Type="http://schemas.openxmlformats.org/officeDocument/2006/relationships/tags" Target="../tags/tag435.xml"/><Relationship Id="rId8" Type="http://schemas.openxmlformats.org/officeDocument/2006/relationships/tags" Target="../tags/tag434.xml"/><Relationship Id="rId7" Type="http://schemas.openxmlformats.org/officeDocument/2006/relationships/tags" Target="../tags/tag433.xml"/><Relationship Id="rId6" Type="http://schemas.openxmlformats.org/officeDocument/2006/relationships/tags" Target="../tags/tag432.xml"/><Relationship Id="rId5" Type="http://schemas.openxmlformats.org/officeDocument/2006/relationships/tags" Target="../tags/tag431.xml"/><Relationship Id="rId4" Type="http://schemas.openxmlformats.org/officeDocument/2006/relationships/tags" Target="../tags/tag430.xml"/><Relationship Id="rId3" Type="http://schemas.openxmlformats.org/officeDocument/2006/relationships/tags" Target="../tags/tag429.xml"/><Relationship Id="rId2" Type="http://schemas.openxmlformats.org/officeDocument/2006/relationships/tags" Target="../tags/tag428.xml"/><Relationship Id="rId11" Type="http://schemas.openxmlformats.org/officeDocument/2006/relationships/tags" Target="../tags/tag437.xml"/><Relationship Id="rId10" Type="http://schemas.openxmlformats.org/officeDocument/2006/relationships/tags" Target="../tags/tag436.xml"/><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4" Type="http://schemas.openxmlformats.org/officeDocument/2006/relationships/tags" Target="../tags/tag440.xml"/><Relationship Id="rId3" Type="http://schemas.openxmlformats.org/officeDocument/2006/relationships/tags" Target="../tags/tag439.xml"/><Relationship Id="rId2" Type="http://schemas.openxmlformats.org/officeDocument/2006/relationships/tags" Target="../tags/tag438.xml"/><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9" Type="http://schemas.openxmlformats.org/officeDocument/2006/relationships/tags" Target="../tags/tag448.xml"/><Relationship Id="rId8" Type="http://schemas.openxmlformats.org/officeDocument/2006/relationships/tags" Target="../tags/tag447.xml"/><Relationship Id="rId7" Type="http://schemas.openxmlformats.org/officeDocument/2006/relationships/tags" Target="../tags/tag446.xml"/><Relationship Id="rId6" Type="http://schemas.openxmlformats.org/officeDocument/2006/relationships/tags" Target="../tags/tag445.xml"/><Relationship Id="rId5" Type="http://schemas.openxmlformats.org/officeDocument/2006/relationships/tags" Target="../tags/tag444.xml"/><Relationship Id="rId4" Type="http://schemas.openxmlformats.org/officeDocument/2006/relationships/tags" Target="../tags/tag443.xml"/><Relationship Id="rId3" Type="http://schemas.openxmlformats.org/officeDocument/2006/relationships/tags" Target="../tags/tag442.xml"/><Relationship Id="rId2" Type="http://schemas.openxmlformats.org/officeDocument/2006/relationships/tags" Target="../tags/tag441.xml"/><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9" Type="http://schemas.openxmlformats.org/officeDocument/2006/relationships/tags" Target="../tags/tag456.xml"/><Relationship Id="rId8" Type="http://schemas.openxmlformats.org/officeDocument/2006/relationships/tags" Target="../tags/tag455.xml"/><Relationship Id="rId7" Type="http://schemas.openxmlformats.org/officeDocument/2006/relationships/tags" Target="../tags/tag454.xml"/><Relationship Id="rId6" Type="http://schemas.openxmlformats.org/officeDocument/2006/relationships/tags" Target="../tags/tag453.xml"/><Relationship Id="rId5" Type="http://schemas.openxmlformats.org/officeDocument/2006/relationships/tags" Target="../tags/tag452.xml"/><Relationship Id="rId4" Type="http://schemas.openxmlformats.org/officeDocument/2006/relationships/tags" Target="../tags/tag451.xml"/><Relationship Id="rId3" Type="http://schemas.openxmlformats.org/officeDocument/2006/relationships/tags" Target="../tags/tag450.xml"/><Relationship Id="rId2" Type="http://schemas.openxmlformats.org/officeDocument/2006/relationships/tags" Target="../tags/tag449.xml"/><Relationship Id="rId14" Type="http://schemas.openxmlformats.org/officeDocument/2006/relationships/tags" Target="../tags/tag461.xml"/><Relationship Id="rId13" Type="http://schemas.openxmlformats.org/officeDocument/2006/relationships/tags" Target="../tags/tag460.xml"/><Relationship Id="rId12" Type="http://schemas.openxmlformats.org/officeDocument/2006/relationships/tags" Target="../tags/tag459.xml"/><Relationship Id="rId11" Type="http://schemas.openxmlformats.org/officeDocument/2006/relationships/tags" Target="../tags/tag458.xml"/><Relationship Id="rId10" Type="http://schemas.openxmlformats.org/officeDocument/2006/relationships/tags" Target="../tags/tag457.xml"/><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9" Type="http://schemas.openxmlformats.org/officeDocument/2006/relationships/tags" Target="../tags/tag469.xml"/><Relationship Id="rId8" Type="http://schemas.openxmlformats.org/officeDocument/2006/relationships/tags" Target="../tags/tag468.xml"/><Relationship Id="rId7" Type="http://schemas.openxmlformats.org/officeDocument/2006/relationships/tags" Target="../tags/tag467.xml"/><Relationship Id="rId6" Type="http://schemas.openxmlformats.org/officeDocument/2006/relationships/tags" Target="../tags/tag466.xml"/><Relationship Id="rId5" Type="http://schemas.openxmlformats.org/officeDocument/2006/relationships/tags" Target="../tags/tag465.xml"/><Relationship Id="rId4" Type="http://schemas.openxmlformats.org/officeDocument/2006/relationships/tags" Target="../tags/tag464.xml"/><Relationship Id="rId3" Type="http://schemas.openxmlformats.org/officeDocument/2006/relationships/tags" Target="../tags/tag463.xml"/><Relationship Id="rId22" Type="http://schemas.openxmlformats.org/officeDocument/2006/relationships/tags" Target="../tags/tag482.xml"/><Relationship Id="rId21" Type="http://schemas.openxmlformats.org/officeDocument/2006/relationships/tags" Target="../tags/tag481.xml"/><Relationship Id="rId20" Type="http://schemas.openxmlformats.org/officeDocument/2006/relationships/tags" Target="../tags/tag480.xml"/><Relationship Id="rId2" Type="http://schemas.openxmlformats.org/officeDocument/2006/relationships/tags" Target="../tags/tag462.xml"/><Relationship Id="rId19" Type="http://schemas.openxmlformats.org/officeDocument/2006/relationships/tags" Target="../tags/tag479.xml"/><Relationship Id="rId18" Type="http://schemas.openxmlformats.org/officeDocument/2006/relationships/tags" Target="../tags/tag478.xml"/><Relationship Id="rId17" Type="http://schemas.openxmlformats.org/officeDocument/2006/relationships/tags" Target="../tags/tag477.xml"/><Relationship Id="rId16" Type="http://schemas.openxmlformats.org/officeDocument/2006/relationships/tags" Target="../tags/tag476.xml"/><Relationship Id="rId15" Type="http://schemas.openxmlformats.org/officeDocument/2006/relationships/tags" Target="../tags/tag475.xml"/><Relationship Id="rId14" Type="http://schemas.openxmlformats.org/officeDocument/2006/relationships/tags" Target="../tags/tag474.xml"/><Relationship Id="rId13" Type="http://schemas.openxmlformats.org/officeDocument/2006/relationships/tags" Target="../tags/tag473.xml"/><Relationship Id="rId12" Type="http://schemas.openxmlformats.org/officeDocument/2006/relationships/tags" Target="../tags/tag472.xml"/><Relationship Id="rId11" Type="http://schemas.openxmlformats.org/officeDocument/2006/relationships/tags" Target="../tags/tag471.xml"/><Relationship Id="rId10" Type="http://schemas.openxmlformats.org/officeDocument/2006/relationships/tags" Target="../tags/tag470.xml"/><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9" Type="http://schemas.openxmlformats.org/officeDocument/2006/relationships/tags" Target="../tags/tag490.xml"/><Relationship Id="rId8" Type="http://schemas.openxmlformats.org/officeDocument/2006/relationships/tags" Target="../tags/tag489.xml"/><Relationship Id="rId7" Type="http://schemas.openxmlformats.org/officeDocument/2006/relationships/tags" Target="../tags/tag488.xml"/><Relationship Id="rId6" Type="http://schemas.openxmlformats.org/officeDocument/2006/relationships/tags" Target="../tags/tag487.xml"/><Relationship Id="rId5" Type="http://schemas.openxmlformats.org/officeDocument/2006/relationships/tags" Target="../tags/tag486.xml"/><Relationship Id="rId4" Type="http://schemas.openxmlformats.org/officeDocument/2006/relationships/tags" Target="../tags/tag485.xml"/><Relationship Id="rId3" Type="http://schemas.openxmlformats.org/officeDocument/2006/relationships/tags" Target="../tags/tag484.xml"/><Relationship Id="rId2" Type="http://schemas.openxmlformats.org/officeDocument/2006/relationships/tags" Target="../tags/tag483.xml"/><Relationship Id="rId18" Type="http://schemas.openxmlformats.org/officeDocument/2006/relationships/tags" Target="../tags/tag499.xml"/><Relationship Id="rId17" Type="http://schemas.openxmlformats.org/officeDocument/2006/relationships/tags" Target="../tags/tag498.xml"/><Relationship Id="rId16" Type="http://schemas.openxmlformats.org/officeDocument/2006/relationships/tags" Target="../tags/tag497.xml"/><Relationship Id="rId15" Type="http://schemas.openxmlformats.org/officeDocument/2006/relationships/tags" Target="../tags/tag496.xml"/><Relationship Id="rId14" Type="http://schemas.openxmlformats.org/officeDocument/2006/relationships/tags" Target="../tags/tag495.xml"/><Relationship Id="rId13" Type="http://schemas.openxmlformats.org/officeDocument/2006/relationships/tags" Target="../tags/tag494.xml"/><Relationship Id="rId12" Type="http://schemas.openxmlformats.org/officeDocument/2006/relationships/tags" Target="../tags/tag493.xml"/><Relationship Id="rId11" Type="http://schemas.openxmlformats.org/officeDocument/2006/relationships/tags" Target="../tags/tag492.xml"/><Relationship Id="rId10" Type="http://schemas.openxmlformats.org/officeDocument/2006/relationships/tags" Target="../tags/tag491.xml"/><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9" Type="http://schemas.openxmlformats.org/officeDocument/2006/relationships/tags" Target="../tags/tag507.xml"/><Relationship Id="rId8" Type="http://schemas.openxmlformats.org/officeDocument/2006/relationships/tags" Target="../tags/tag506.xml"/><Relationship Id="rId7" Type="http://schemas.openxmlformats.org/officeDocument/2006/relationships/tags" Target="../tags/tag505.xml"/><Relationship Id="rId6" Type="http://schemas.openxmlformats.org/officeDocument/2006/relationships/tags" Target="../tags/tag504.xml"/><Relationship Id="rId5" Type="http://schemas.openxmlformats.org/officeDocument/2006/relationships/tags" Target="../tags/tag503.xml"/><Relationship Id="rId4" Type="http://schemas.openxmlformats.org/officeDocument/2006/relationships/tags" Target="../tags/tag502.xml"/><Relationship Id="rId3" Type="http://schemas.openxmlformats.org/officeDocument/2006/relationships/tags" Target="../tags/tag501.xml"/><Relationship Id="rId2" Type="http://schemas.openxmlformats.org/officeDocument/2006/relationships/tags" Target="../tags/tag500.xml"/><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9" Type="http://schemas.openxmlformats.org/officeDocument/2006/relationships/tags" Target="../tags/tag515.xml"/><Relationship Id="rId8" Type="http://schemas.openxmlformats.org/officeDocument/2006/relationships/tags" Target="../tags/tag514.xml"/><Relationship Id="rId7" Type="http://schemas.openxmlformats.org/officeDocument/2006/relationships/tags" Target="../tags/tag513.xml"/><Relationship Id="rId6" Type="http://schemas.openxmlformats.org/officeDocument/2006/relationships/tags" Target="../tags/tag512.xml"/><Relationship Id="rId5" Type="http://schemas.openxmlformats.org/officeDocument/2006/relationships/tags" Target="../tags/tag511.xml"/><Relationship Id="rId4" Type="http://schemas.openxmlformats.org/officeDocument/2006/relationships/tags" Target="../tags/tag510.xml"/><Relationship Id="rId3" Type="http://schemas.openxmlformats.org/officeDocument/2006/relationships/tags" Target="../tags/tag509.xml"/><Relationship Id="rId2" Type="http://schemas.openxmlformats.org/officeDocument/2006/relationships/tags" Target="../tags/tag508.xml"/><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9" Type="http://schemas.openxmlformats.org/officeDocument/2006/relationships/tags" Target="../tags/tag523.xml"/><Relationship Id="rId8" Type="http://schemas.openxmlformats.org/officeDocument/2006/relationships/tags" Target="../tags/tag522.xml"/><Relationship Id="rId7" Type="http://schemas.openxmlformats.org/officeDocument/2006/relationships/tags" Target="../tags/tag521.xml"/><Relationship Id="rId6" Type="http://schemas.openxmlformats.org/officeDocument/2006/relationships/tags" Target="../tags/tag520.xml"/><Relationship Id="rId5" Type="http://schemas.openxmlformats.org/officeDocument/2006/relationships/tags" Target="../tags/tag519.xml"/><Relationship Id="rId4" Type="http://schemas.openxmlformats.org/officeDocument/2006/relationships/tags" Target="../tags/tag518.xml"/><Relationship Id="rId3" Type="http://schemas.openxmlformats.org/officeDocument/2006/relationships/tags" Target="../tags/tag517.xml"/><Relationship Id="rId2" Type="http://schemas.openxmlformats.org/officeDocument/2006/relationships/tags" Target="../tags/tag516.xml"/><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9" Type="http://schemas.openxmlformats.org/officeDocument/2006/relationships/tags" Target="../tags/tag531.xml"/><Relationship Id="rId8" Type="http://schemas.openxmlformats.org/officeDocument/2006/relationships/tags" Target="../tags/tag530.xml"/><Relationship Id="rId7" Type="http://schemas.openxmlformats.org/officeDocument/2006/relationships/tags" Target="../tags/tag529.xml"/><Relationship Id="rId6" Type="http://schemas.openxmlformats.org/officeDocument/2006/relationships/tags" Target="../tags/tag528.xml"/><Relationship Id="rId5" Type="http://schemas.openxmlformats.org/officeDocument/2006/relationships/tags" Target="../tags/tag527.xml"/><Relationship Id="rId4" Type="http://schemas.openxmlformats.org/officeDocument/2006/relationships/tags" Target="../tags/tag526.xml"/><Relationship Id="rId3" Type="http://schemas.openxmlformats.org/officeDocument/2006/relationships/tags" Target="../tags/tag525.xml"/><Relationship Id="rId2" Type="http://schemas.openxmlformats.org/officeDocument/2006/relationships/tags" Target="../tags/tag524.xml"/><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9" Type="http://schemas.openxmlformats.org/officeDocument/2006/relationships/tags" Target="../tags/tag550.xml"/><Relationship Id="rId8" Type="http://schemas.openxmlformats.org/officeDocument/2006/relationships/tags" Target="../tags/tag549.xml"/><Relationship Id="rId7" Type="http://schemas.openxmlformats.org/officeDocument/2006/relationships/tags" Target="../tags/tag548.xml"/><Relationship Id="rId6" Type="http://schemas.openxmlformats.org/officeDocument/2006/relationships/tags" Target="../tags/tag547.xml"/><Relationship Id="rId5" Type="http://schemas.openxmlformats.org/officeDocument/2006/relationships/tags" Target="../tags/tag546.xml"/><Relationship Id="rId4" Type="http://schemas.openxmlformats.org/officeDocument/2006/relationships/tags" Target="../tags/tag545.xml"/><Relationship Id="rId3" Type="http://schemas.openxmlformats.org/officeDocument/2006/relationships/tags" Target="../tags/tag544.xml"/><Relationship Id="rId2" Type="http://schemas.openxmlformats.org/officeDocument/2006/relationships/tags" Target="../tags/tag543.xml"/><Relationship Id="rId12" Type="http://schemas.openxmlformats.org/officeDocument/2006/relationships/tags" Target="../tags/tag553.xml"/><Relationship Id="rId11" Type="http://schemas.openxmlformats.org/officeDocument/2006/relationships/tags" Target="../tags/tag552.xml"/><Relationship Id="rId10" Type="http://schemas.openxmlformats.org/officeDocument/2006/relationships/tags" Target="../tags/tag551.xml"/><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5" Type="http://schemas.openxmlformats.org/officeDocument/2006/relationships/tags" Target="../tags/tag557.xml"/><Relationship Id="rId4" Type="http://schemas.openxmlformats.org/officeDocument/2006/relationships/tags" Target="../tags/tag556.xml"/><Relationship Id="rId3" Type="http://schemas.openxmlformats.org/officeDocument/2006/relationships/tags" Target="../tags/tag555.xml"/><Relationship Id="rId2" Type="http://schemas.openxmlformats.org/officeDocument/2006/relationships/tags" Target="../tags/tag554.xml"/><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9" Type="http://schemas.openxmlformats.org/officeDocument/2006/relationships/tags" Target="../tags/tag565.xml"/><Relationship Id="rId8" Type="http://schemas.openxmlformats.org/officeDocument/2006/relationships/tags" Target="../tags/tag564.xml"/><Relationship Id="rId7" Type="http://schemas.openxmlformats.org/officeDocument/2006/relationships/tags" Target="../tags/tag563.xml"/><Relationship Id="rId6" Type="http://schemas.openxmlformats.org/officeDocument/2006/relationships/tags" Target="../tags/tag562.xml"/><Relationship Id="rId5" Type="http://schemas.openxmlformats.org/officeDocument/2006/relationships/tags" Target="../tags/tag561.xml"/><Relationship Id="rId4" Type="http://schemas.openxmlformats.org/officeDocument/2006/relationships/tags" Target="../tags/tag560.xml"/><Relationship Id="rId3" Type="http://schemas.openxmlformats.org/officeDocument/2006/relationships/tags" Target="../tags/tag559.xml"/><Relationship Id="rId2" Type="http://schemas.openxmlformats.org/officeDocument/2006/relationships/tags" Target="../tags/tag558.xml"/><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6" Type="http://schemas.openxmlformats.org/officeDocument/2006/relationships/tags" Target="../tags/tag581.xml"/><Relationship Id="rId5" Type="http://schemas.openxmlformats.org/officeDocument/2006/relationships/tags" Target="../tags/tag580.xml"/><Relationship Id="rId4" Type="http://schemas.openxmlformats.org/officeDocument/2006/relationships/tags" Target="../tags/tag579.xml"/><Relationship Id="rId3" Type="http://schemas.openxmlformats.org/officeDocument/2006/relationships/tags" Target="../tags/tag578.xml"/><Relationship Id="rId2" Type="http://schemas.openxmlformats.org/officeDocument/2006/relationships/tags" Target="../tags/tag577.xml"/><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5" Type="http://schemas.openxmlformats.org/officeDocument/2006/relationships/tags" Target="../tags/tag585.xml"/><Relationship Id="rId4" Type="http://schemas.openxmlformats.org/officeDocument/2006/relationships/tags" Target="../tags/tag584.xml"/><Relationship Id="rId3" Type="http://schemas.openxmlformats.org/officeDocument/2006/relationships/tags" Target="../tags/tag583.xml"/><Relationship Id="rId2" Type="http://schemas.openxmlformats.org/officeDocument/2006/relationships/tags" Target="../tags/tag582.xml"/><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7" Type="http://schemas.openxmlformats.org/officeDocument/2006/relationships/tags" Target="../tags/tag591.xml"/><Relationship Id="rId6" Type="http://schemas.openxmlformats.org/officeDocument/2006/relationships/tags" Target="../tags/tag590.xml"/><Relationship Id="rId5" Type="http://schemas.openxmlformats.org/officeDocument/2006/relationships/tags" Target="../tags/tag589.xml"/><Relationship Id="rId4" Type="http://schemas.openxmlformats.org/officeDocument/2006/relationships/tags" Target="../tags/tag588.xml"/><Relationship Id="rId3" Type="http://schemas.openxmlformats.org/officeDocument/2006/relationships/tags" Target="../tags/tag587.xml"/><Relationship Id="rId2" Type="http://schemas.openxmlformats.org/officeDocument/2006/relationships/tags" Target="../tags/tag586.xml"/><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9" Type="http://schemas.openxmlformats.org/officeDocument/2006/relationships/tags" Target="../tags/tag599.xml"/><Relationship Id="rId8" Type="http://schemas.openxmlformats.org/officeDocument/2006/relationships/tags" Target="../tags/tag598.xml"/><Relationship Id="rId7" Type="http://schemas.openxmlformats.org/officeDocument/2006/relationships/tags" Target="../tags/tag597.xml"/><Relationship Id="rId6" Type="http://schemas.openxmlformats.org/officeDocument/2006/relationships/tags" Target="../tags/tag596.xml"/><Relationship Id="rId5" Type="http://schemas.openxmlformats.org/officeDocument/2006/relationships/tags" Target="../tags/tag595.xml"/><Relationship Id="rId4" Type="http://schemas.openxmlformats.org/officeDocument/2006/relationships/tags" Target="../tags/tag594.xml"/><Relationship Id="rId3" Type="http://schemas.openxmlformats.org/officeDocument/2006/relationships/tags" Target="../tags/tag593.xml"/><Relationship Id="rId2" Type="http://schemas.openxmlformats.org/officeDocument/2006/relationships/tags" Target="../tags/tag592.xml"/><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5" Type="http://schemas.openxmlformats.org/officeDocument/2006/relationships/tags" Target="../tags/tag603.xml"/><Relationship Id="rId4" Type="http://schemas.openxmlformats.org/officeDocument/2006/relationships/tags" Target="../tags/tag602.xml"/><Relationship Id="rId3" Type="http://schemas.openxmlformats.org/officeDocument/2006/relationships/tags" Target="../tags/tag601.xml"/><Relationship Id="rId2" Type="http://schemas.openxmlformats.org/officeDocument/2006/relationships/tags" Target="../tags/tag600.xml"/><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4" Type="http://schemas.openxmlformats.org/officeDocument/2006/relationships/tags" Target="../tags/tag606.xml"/><Relationship Id="rId3" Type="http://schemas.openxmlformats.org/officeDocument/2006/relationships/tags" Target="../tags/tag605.xml"/><Relationship Id="rId2" Type="http://schemas.openxmlformats.org/officeDocument/2006/relationships/tags" Target="../tags/tag604.xml"/><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5" Type="http://schemas.openxmlformats.org/officeDocument/2006/relationships/tags" Target="../tags/tag610.xml"/><Relationship Id="rId4" Type="http://schemas.openxmlformats.org/officeDocument/2006/relationships/tags" Target="../tags/tag609.xml"/><Relationship Id="rId3" Type="http://schemas.openxmlformats.org/officeDocument/2006/relationships/tags" Target="../tags/tag608.xml"/><Relationship Id="rId2" Type="http://schemas.openxmlformats.org/officeDocument/2006/relationships/tags" Target="../tags/tag607.xml"/><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6" Type="http://schemas.openxmlformats.org/officeDocument/2006/relationships/tags" Target="../tags/tag615.xml"/><Relationship Id="rId5" Type="http://schemas.openxmlformats.org/officeDocument/2006/relationships/tags" Target="../tags/tag614.xml"/><Relationship Id="rId4" Type="http://schemas.openxmlformats.org/officeDocument/2006/relationships/tags" Target="../tags/tag613.xml"/><Relationship Id="rId3" Type="http://schemas.openxmlformats.org/officeDocument/2006/relationships/tags" Target="../tags/tag612.xml"/><Relationship Id="rId2" Type="http://schemas.openxmlformats.org/officeDocument/2006/relationships/tags" Target="../tags/tag611.xml"/><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9" Type="http://schemas.openxmlformats.org/officeDocument/2006/relationships/tags" Target="../tags/tag621.xml"/><Relationship Id="rId8" Type="http://schemas.openxmlformats.org/officeDocument/2006/relationships/tags" Target="../tags/tag620.xml"/><Relationship Id="rId7" Type="http://schemas.openxmlformats.org/officeDocument/2006/relationships/image" Target="../media/image2.png"/><Relationship Id="rId6" Type="http://schemas.openxmlformats.org/officeDocument/2006/relationships/tags" Target="../tags/tag619.xml"/><Relationship Id="rId5" Type="http://schemas.openxmlformats.org/officeDocument/2006/relationships/tags" Target="../tags/tag618.xml"/><Relationship Id="rId4" Type="http://schemas.openxmlformats.org/officeDocument/2006/relationships/tags" Target="../tags/tag617.xml"/><Relationship Id="rId3" Type="http://schemas.openxmlformats.org/officeDocument/2006/relationships/image" Target="../media/image1.png"/><Relationship Id="rId2" Type="http://schemas.openxmlformats.org/officeDocument/2006/relationships/tags" Target="../tags/tag616.xml"/><Relationship Id="rId11" Type="http://schemas.openxmlformats.org/officeDocument/2006/relationships/tags" Target="../tags/tag623.xml"/><Relationship Id="rId10" Type="http://schemas.openxmlformats.org/officeDocument/2006/relationships/tags" Target="../tags/tag622.xml"/><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9" Type="http://schemas.openxmlformats.org/officeDocument/2006/relationships/tags" Target="../tags/tag629.xml"/><Relationship Id="rId8" Type="http://schemas.openxmlformats.org/officeDocument/2006/relationships/tags" Target="../tags/tag628.xml"/><Relationship Id="rId7" Type="http://schemas.openxmlformats.org/officeDocument/2006/relationships/tags" Target="../tags/tag627.xml"/><Relationship Id="rId6" Type="http://schemas.openxmlformats.org/officeDocument/2006/relationships/tags" Target="../tags/tag626.xml"/><Relationship Id="rId5" Type="http://schemas.openxmlformats.org/officeDocument/2006/relationships/image" Target="../media/image1.png"/><Relationship Id="rId4" Type="http://schemas.openxmlformats.org/officeDocument/2006/relationships/tags" Target="../tags/tag625.xml"/><Relationship Id="rId3" Type="http://schemas.openxmlformats.org/officeDocument/2006/relationships/image" Target="../media/image2.png"/><Relationship Id="rId2" Type="http://schemas.openxmlformats.org/officeDocument/2006/relationships/tags" Target="../tags/tag624.xml"/><Relationship Id="rId10" Type="http://schemas.openxmlformats.org/officeDocument/2006/relationships/tags" Target="../tags/tag630.xml"/><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9" Type="http://schemas.openxmlformats.org/officeDocument/2006/relationships/tags" Target="../tags/tag636.xml"/><Relationship Id="rId8" Type="http://schemas.openxmlformats.org/officeDocument/2006/relationships/tags" Target="../tags/tag635.xml"/><Relationship Id="rId7" Type="http://schemas.openxmlformats.org/officeDocument/2006/relationships/image" Target="../media/image2.png"/><Relationship Id="rId6" Type="http://schemas.openxmlformats.org/officeDocument/2006/relationships/tags" Target="../tags/tag634.xml"/><Relationship Id="rId5" Type="http://schemas.openxmlformats.org/officeDocument/2006/relationships/tags" Target="../tags/tag633.xml"/><Relationship Id="rId4" Type="http://schemas.openxmlformats.org/officeDocument/2006/relationships/tags" Target="../tags/tag632.xml"/><Relationship Id="rId3" Type="http://schemas.openxmlformats.org/officeDocument/2006/relationships/image" Target="../media/image1.png"/><Relationship Id="rId2" Type="http://schemas.openxmlformats.org/officeDocument/2006/relationships/tags" Target="../tags/tag631.xml"/><Relationship Id="rId10" Type="http://schemas.openxmlformats.org/officeDocument/2006/relationships/tags" Target="../tags/tag637.xml"/><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9" Type="http://schemas.openxmlformats.org/officeDocument/2006/relationships/tags" Target="../tags/tag645.xml"/><Relationship Id="rId8" Type="http://schemas.openxmlformats.org/officeDocument/2006/relationships/tags" Target="../tags/tag644.xml"/><Relationship Id="rId7" Type="http://schemas.openxmlformats.org/officeDocument/2006/relationships/tags" Target="../tags/tag643.xml"/><Relationship Id="rId6" Type="http://schemas.openxmlformats.org/officeDocument/2006/relationships/tags" Target="../tags/tag642.xml"/><Relationship Id="rId5" Type="http://schemas.openxmlformats.org/officeDocument/2006/relationships/tags" Target="../tags/tag641.xml"/><Relationship Id="rId4" Type="http://schemas.openxmlformats.org/officeDocument/2006/relationships/tags" Target="../tags/tag640.xml"/><Relationship Id="rId3" Type="http://schemas.openxmlformats.org/officeDocument/2006/relationships/tags" Target="../tags/tag639.xml"/><Relationship Id="rId2" Type="http://schemas.openxmlformats.org/officeDocument/2006/relationships/tags" Target="../tags/tag638.xml"/><Relationship Id="rId18" Type="http://schemas.openxmlformats.org/officeDocument/2006/relationships/tags" Target="../tags/tag654.xml"/><Relationship Id="rId17" Type="http://schemas.openxmlformats.org/officeDocument/2006/relationships/tags" Target="../tags/tag653.xml"/><Relationship Id="rId16" Type="http://schemas.openxmlformats.org/officeDocument/2006/relationships/tags" Target="../tags/tag652.xml"/><Relationship Id="rId15" Type="http://schemas.openxmlformats.org/officeDocument/2006/relationships/tags" Target="../tags/tag651.xml"/><Relationship Id="rId14" Type="http://schemas.openxmlformats.org/officeDocument/2006/relationships/tags" Target="../tags/tag650.xml"/><Relationship Id="rId13" Type="http://schemas.openxmlformats.org/officeDocument/2006/relationships/tags" Target="../tags/tag649.xml"/><Relationship Id="rId12" Type="http://schemas.openxmlformats.org/officeDocument/2006/relationships/tags" Target="../tags/tag648.xml"/><Relationship Id="rId11" Type="http://schemas.openxmlformats.org/officeDocument/2006/relationships/tags" Target="../tags/tag647.xml"/><Relationship Id="rId10" Type="http://schemas.openxmlformats.org/officeDocument/2006/relationships/tags" Target="../tags/tag646.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968" y="136131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3968" y="384098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184" y="1983597"/>
            <a:ext cx="10515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8039" y="516256"/>
            <a:ext cx="10515890" cy="1324340"/>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039" y="1935192"/>
            <a:ext cx="5163349"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8039" y="2818085"/>
            <a:ext cx="5163349"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66931" y="1935192"/>
            <a:ext cx="5186998"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66931" y="2818085"/>
            <a:ext cx="5186998"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8184" y="723122"/>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1584" y="723123"/>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8184" y="2323322"/>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884" y="523097"/>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184" y="523097"/>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184" y="523097"/>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页-48_9">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2" hasCustomPrompt="1"/>
            <p:custDataLst>
              <p:tags r:id="rId6"/>
            </p:custDataLst>
          </p:nvPr>
        </p:nvSpPr>
        <p:spPr>
          <a:xfrm>
            <a:off x="6096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3" hasCustomPrompt="1"/>
            <p:custDataLst>
              <p:tags r:id="rId7"/>
            </p:custDataLst>
          </p:nvPr>
        </p:nvSpPr>
        <p:spPr>
          <a:xfrm>
            <a:off x="914400" y="1828800"/>
            <a:ext cx="2844800" cy="23368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914400" y="44704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914400" y="5029200"/>
            <a:ext cx="2844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4" hasCustomPrompt="1"/>
            <p:custDataLst>
              <p:tags r:id="rId10"/>
            </p:custDataLst>
          </p:nvPr>
        </p:nvSpPr>
        <p:spPr>
          <a:xfrm>
            <a:off x="43688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5" hasCustomPrompt="1"/>
            <p:custDataLst>
              <p:tags r:id="rId11"/>
            </p:custDataLst>
          </p:nvPr>
        </p:nvSpPr>
        <p:spPr>
          <a:xfrm>
            <a:off x="4673600" y="1828800"/>
            <a:ext cx="2844800" cy="23368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4673600" y="44704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9" name="文本占位符 18"/>
          <p:cNvSpPr>
            <a:spLocks noGrp="1"/>
          </p:cNvSpPr>
          <p:nvPr>
            <p:ph type="body" idx="16389" hasCustomPrompt="1"/>
            <p:custDataLst>
              <p:tags r:id="rId13"/>
            </p:custDataLst>
          </p:nvPr>
        </p:nvSpPr>
        <p:spPr>
          <a:xfrm>
            <a:off x="4673600" y="5029200"/>
            <a:ext cx="2844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6" hasCustomPrompt="1"/>
            <p:custDataLst>
              <p:tags r:id="rId14"/>
            </p:custDataLst>
          </p:nvPr>
        </p:nvSpPr>
        <p:spPr>
          <a:xfrm>
            <a:off x="81280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7" hasCustomPrompt="1"/>
            <p:custDataLst>
              <p:tags r:id="rId15"/>
            </p:custDataLst>
          </p:nvPr>
        </p:nvSpPr>
        <p:spPr>
          <a:xfrm>
            <a:off x="8432800" y="1828800"/>
            <a:ext cx="2844800" cy="23368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90" hasCustomPrompt="1"/>
            <p:custDataLst>
              <p:tags r:id="rId16"/>
            </p:custDataLst>
          </p:nvPr>
        </p:nvSpPr>
        <p:spPr>
          <a:xfrm>
            <a:off x="8432800" y="44704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3" name="文本占位符 22"/>
          <p:cNvSpPr>
            <a:spLocks noGrp="1"/>
          </p:cNvSpPr>
          <p:nvPr>
            <p:ph type="body" idx="16391" hasCustomPrompt="1"/>
            <p:custDataLst>
              <p:tags r:id="rId17"/>
            </p:custDataLst>
          </p:nvPr>
        </p:nvSpPr>
        <p:spPr>
          <a:xfrm>
            <a:off x="8432800" y="5029200"/>
            <a:ext cx="2844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页-10014_8">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1524000"/>
            <a:ext cx="5588000" cy="2209800"/>
          </a:xfrm>
          <a:custGeom>
            <a:avLst/>
            <a:gdLst>
              <a:gd name="connisteX0" fmla="*/ 0 w 5588000"/>
              <a:gd name="connsiteY0" fmla="*/ 203200 h 2209800"/>
              <a:gd name="connisteX1" fmla="*/ 203200 w 5588000"/>
              <a:gd name="connsiteY1" fmla="*/ 0 h 2209800"/>
              <a:gd name="connisteX2" fmla="*/ 5384800 w 5588000"/>
              <a:gd name="connsiteY2" fmla="*/ 0 h 2209800"/>
              <a:gd name="connisteX3" fmla="*/ 5588000 w 5588000"/>
              <a:gd name="connsiteY3" fmla="*/ 203200 h 2209800"/>
              <a:gd name="connisteX4" fmla="*/ 5588000 w 5588000"/>
              <a:gd name="connsiteY4" fmla="*/ 2006600 h 2209800"/>
              <a:gd name="connisteX5" fmla="*/ 5384800 w 5588000"/>
              <a:gd name="connsiteY5" fmla="*/ 2209800 h 2209800"/>
              <a:gd name="connisteX6" fmla="*/ 203200 w 5588000"/>
              <a:gd name="connsiteY6" fmla="*/ 2209800 h 2209800"/>
              <a:gd name="connisteX7" fmla="*/ 0 w 5588000"/>
              <a:gd name="connsiteY7" fmla="*/ 2006600 h 2209800"/>
              <a:gd name="connisteX8" fmla="*/ 0 w 5588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588000" h="2209800">
                <a:moveTo>
                  <a:pt x="0" y="203200"/>
                </a:moveTo>
                <a:cubicBezTo>
                  <a:pt x="0" y="90976"/>
                  <a:pt x="90976" y="0"/>
                  <a:pt x="203200" y="0"/>
                </a:cubicBezTo>
                <a:lnTo>
                  <a:pt x="5384800" y="0"/>
                </a:lnTo>
                <a:cubicBezTo>
                  <a:pt x="5497024" y="0"/>
                  <a:pt x="5588000" y="90976"/>
                  <a:pt x="5588000" y="203200"/>
                </a:cubicBezTo>
                <a:lnTo>
                  <a:pt x="5588000" y="2006600"/>
                </a:lnTo>
                <a:cubicBezTo>
                  <a:pt x="5588000" y="2118824"/>
                  <a:pt x="5497024" y="2209800"/>
                  <a:pt x="5384800" y="2209800"/>
                </a:cubicBezTo>
                <a:lnTo>
                  <a:pt x="203200" y="2209800"/>
                </a:lnTo>
                <a:cubicBezTo>
                  <a:pt x="90976" y="2209800"/>
                  <a:pt x="0" y="2118824"/>
                  <a:pt x="0" y="2006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6502400" y="2044700"/>
            <a:ext cx="5080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6502400" y="2603500"/>
            <a:ext cx="5080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内容占位符 14"/>
          <p:cNvSpPr>
            <a:spLocks noGrp="1"/>
          </p:cNvSpPr>
          <p:nvPr>
            <p:ph idx="16391" hasCustomPrompt="1"/>
            <p:custDataLst>
              <p:tags r:id="rId9"/>
            </p:custDataLst>
          </p:nvPr>
        </p:nvSpPr>
        <p:spPr>
          <a:xfrm>
            <a:off x="609600" y="4038600"/>
            <a:ext cx="5588000" cy="2209800"/>
          </a:xfrm>
          <a:custGeom>
            <a:avLst/>
            <a:gdLst>
              <a:gd name="connisteX0" fmla="*/ 0 w 5588000"/>
              <a:gd name="connsiteY0" fmla="*/ 203200 h 2209800"/>
              <a:gd name="connisteX1" fmla="*/ 203200 w 5588000"/>
              <a:gd name="connsiteY1" fmla="*/ 0 h 2209800"/>
              <a:gd name="connisteX2" fmla="*/ 5384800 w 5588000"/>
              <a:gd name="connsiteY2" fmla="*/ 0 h 2209800"/>
              <a:gd name="connisteX3" fmla="*/ 5588000 w 5588000"/>
              <a:gd name="connsiteY3" fmla="*/ 203200 h 2209800"/>
              <a:gd name="connisteX4" fmla="*/ 5588000 w 5588000"/>
              <a:gd name="connsiteY4" fmla="*/ 2006600 h 2209800"/>
              <a:gd name="connisteX5" fmla="*/ 5384800 w 5588000"/>
              <a:gd name="connsiteY5" fmla="*/ 2209800 h 2209800"/>
              <a:gd name="connisteX6" fmla="*/ 203200 w 5588000"/>
              <a:gd name="connsiteY6" fmla="*/ 2209800 h 2209800"/>
              <a:gd name="connisteX7" fmla="*/ 0 w 5588000"/>
              <a:gd name="connsiteY7" fmla="*/ 2006600 h 2209800"/>
              <a:gd name="connisteX8" fmla="*/ 0 w 5588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588000" h="2209800">
                <a:moveTo>
                  <a:pt x="0" y="203200"/>
                </a:moveTo>
                <a:cubicBezTo>
                  <a:pt x="0" y="90976"/>
                  <a:pt x="90976" y="0"/>
                  <a:pt x="203200" y="0"/>
                </a:cubicBezTo>
                <a:lnTo>
                  <a:pt x="5384800" y="0"/>
                </a:lnTo>
                <a:cubicBezTo>
                  <a:pt x="5497024" y="0"/>
                  <a:pt x="5588000" y="90976"/>
                  <a:pt x="5588000" y="203200"/>
                </a:cubicBezTo>
                <a:lnTo>
                  <a:pt x="5588000" y="2006600"/>
                </a:lnTo>
                <a:cubicBezTo>
                  <a:pt x="5588000" y="2118824"/>
                  <a:pt x="5497024" y="2209800"/>
                  <a:pt x="5384800" y="2209800"/>
                </a:cubicBezTo>
                <a:lnTo>
                  <a:pt x="203200" y="2209800"/>
                </a:lnTo>
                <a:cubicBezTo>
                  <a:pt x="90976" y="2209800"/>
                  <a:pt x="0" y="2118824"/>
                  <a:pt x="0" y="2006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6" name="文本占位符 15"/>
          <p:cNvSpPr>
            <a:spLocks noGrp="1"/>
          </p:cNvSpPr>
          <p:nvPr>
            <p:ph type="body" idx="16388" hasCustomPrompt="1"/>
            <p:custDataLst>
              <p:tags r:id="rId10"/>
            </p:custDataLst>
          </p:nvPr>
        </p:nvSpPr>
        <p:spPr>
          <a:xfrm>
            <a:off x="6502400" y="4559300"/>
            <a:ext cx="5080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文本占位符 16"/>
          <p:cNvSpPr>
            <a:spLocks noGrp="1"/>
          </p:cNvSpPr>
          <p:nvPr>
            <p:ph type="body" idx="16389" hasCustomPrompt="1"/>
            <p:custDataLst>
              <p:tags r:id="rId11"/>
            </p:custDataLst>
          </p:nvPr>
        </p:nvSpPr>
        <p:spPr>
          <a:xfrm>
            <a:off x="6502400" y="5118100"/>
            <a:ext cx="5080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页-10007_20">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文本占位符 11"/>
          <p:cNvSpPr>
            <a:spLocks noGrp="1"/>
          </p:cNvSpPr>
          <p:nvPr>
            <p:ph type="body" idx="16386" hasCustomPrompt="1"/>
            <p:custDataLst>
              <p:tags r:id="rId6"/>
            </p:custDataLst>
          </p:nvPr>
        </p:nvSpPr>
        <p:spPr>
          <a:xfrm>
            <a:off x="609600" y="29972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3" name="文本占位符 12"/>
          <p:cNvSpPr>
            <a:spLocks noGrp="1"/>
          </p:cNvSpPr>
          <p:nvPr>
            <p:ph type="body" idx="16387" hasCustomPrompt="1"/>
            <p:custDataLst>
              <p:tags r:id="rId7"/>
            </p:custDataLst>
          </p:nvPr>
        </p:nvSpPr>
        <p:spPr>
          <a:xfrm>
            <a:off x="609600" y="35560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4" name="文本占位符 13"/>
          <p:cNvSpPr>
            <a:spLocks noGrp="1"/>
          </p:cNvSpPr>
          <p:nvPr>
            <p:ph type="body" idx="16388" hasCustomPrompt="1"/>
            <p:custDataLst>
              <p:tags r:id="rId8"/>
            </p:custDataLst>
          </p:nvPr>
        </p:nvSpPr>
        <p:spPr>
          <a:xfrm>
            <a:off x="3505200" y="29972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9" hasCustomPrompt="1"/>
            <p:custDataLst>
              <p:tags r:id="rId9"/>
            </p:custDataLst>
          </p:nvPr>
        </p:nvSpPr>
        <p:spPr>
          <a:xfrm>
            <a:off x="3505200" y="35560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文本占位符 15"/>
          <p:cNvSpPr>
            <a:spLocks noGrp="1"/>
          </p:cNvSpPr>
          <p:nvPr>
            <p:ph type="body" idx="16390" hasCustomPrompt="1"/>
            <p:custDataLst>
              <p:tags r:id="rId10"/>
            </p:custDataLst>
          </p:nvPr>
        </p:nvSpPr>
        <p:spPr>
          <a:xfrm>
            <a:off x="6400800" y="29972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7" name="文本占位符 16"/>
          <p:cNvSpPr>
            <a:spLocks noGrp="1"/>
          </p:cNvSpPr>
          <p:nvPr>
            <p:ph type="body" idx="16391" hasCustomPrompt="1"/>
            <p:custDataLst>
              <p:tags r:id="rId11"/>
            </p:custDataLst>
          </p:nvPr>
        </p:nvSpPr>
        <p:spPr>
          <a:xfrm>
            <a:off x="6400800" y="35560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8" name="文本占位符 17"/>
          <p:cNvSpPr>
            <a:spLocks noGrp="1"/>
          </p:cNvSpPr>
          <p:nvPr>
            <p:ph type="body" idx="16392" hasCustomPrompt="1"/>
            <p:custDataLst>
              <p:tags r:id="rId12"/>
            </p:custDataLst>
          </p:nvPr>
        </p:nvSpPr>
        <p:spPr>
          <a:xfrm>
            <a:off x="9296400" y="29972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9" name="文本占位符 18"/>
          <p:cNvSpPr>
            <a:spLocks noGrp="1"/>
          </p:cNvSpPr>
          <p:nvPr>
            <p:ph type="body" idx="16393" hasCustomPrompt="1"/>
            <p:custDataLst>
              <p:tags r:id="rId13"/>
            </p:custDataLst>
          </p:nvPr>
        </p:nvSpPr>
        <p:spPr>
          <a:xfrm>
            <a:off x="9296400" y="35560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正文页-10009_1">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88" hasCustomPrompt="1"/>
            <p:custDataLst>
              <p:tags r:id="rId6"/>
            </p:custDataLst>
          </p:nvPr>
        </p:nvSpPr>
        <p:spPr>
          <a:xfrm>
            <a:off x="609600" y="1524000"/>
            <a:ext cx="10972800" cy="3556000"/>
          </a:xfrm>
          <a:custGeom>
            <a:avLst/>
            <a:gdLst>
              <a:gd name="connisteX0" fmla="*/ 0 w 10972800"/>
              <a:gd name="connsiteY0" fmla="*/ 203200 h 3556000"/>
              <a:gd name="connisteX1" fmla="*/ 203200 w 10972800"/>
              <a:gd name="connsiteY1" fmla="*/ 0 h 3556000"/>
              <a:gd name="connisteX2" fmla="*/ 10769600 w 10972800"/>
              <a:gd name="connsiteY2" fmla="*/ 0 h 3556000"/>
              <a:gd name="connisteX3" fmla="*/ 10972800 w 10972800"/>
              <a:gd name="connsiteY3" fmla="*/ 203200 h 3556000"/>
              <a:gd name="connisteX4" fmla="*/ 10972800 w 10972800"/>
              <a:gd name="connsiteY4" fmla="*/ 3352800 h 3556000"/>
              <a:gd name="connisteX5" fmla="*/ 10769600 w 10972800"/>
              <a:gd name="connsiteY5" fmla="*/ 3556000 h 3556000"/>
              <a:gd name="connisteX6" fmla="*/ 203200 w 10972800"/>
              <a:gd name="connsiteY6" fmla="*/ 3556000 h 3556000"/>
              <a:gd name="connisteX7" fmla="*/ 0 w 10972800"/>
              <a:gd name="connsiteY7" fmla="*/ 3352800 h 3556000"/>
              <a:gd name="connisteX8" fmla="*/ 0 w 10972800"/>
              <a:gd name="connsiteY8" fmla="*/ 203200 h 3556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3556000">
                <a:moveTo>
                  <a:pt x="0" y="203200"/>
                </a:moveTo>
                <a:cubicBezTo>
                  <a:pt x="0" y="90976"/>
                  <a:pt x="90976" y="0"/>
                  <a:pt x="203200" y="0"/>
                </a:cubicBezTo>
                <a:lnTo>
                  <a:pt x="10769600" y="0"/>
                </a:lnTo>
                <a:cubicBezTo>
                  <a:pt x="10881824" y="0"/>
                  <a:pt x="10972800" y="90976"/>
                  <a:pt x="10972800" y="203200"/>
                </a:cubicBezTo>
                <a:lnTo>
                  <a:pt x="10972800" y="3352800"/>
                </a:lnTo>
                <a:cubicBezTo>
                  <a:pt x="10972800" y="3465024"/>
                  <a:pt x="10881824" y="3556000"/>
                  <a:pt x="10769600" y="3556000"/>
                </a:cubicBezTo>
                <a:lnTo>
                  <a:pt x="203200" y="3556000"/>
                </a:lnTo>
                <a:cubicBezTo>
                  <a:pt x="90976" y="3556000"/>
                  <a:pt x="0" y="3465024"/>
                  <a:pt x="0" y="3352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609600" y="5384800"/>
            <a:ext cx="10972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609600" y="5943600"/>
            <a:ext cx="109728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正文页-上标下内-装饰左-默认位置-并列-34_7_group1">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图片占位符 11"/>
          <p:cNvSpPr>
            <a:spLocks noGrp="1"/>
          </p:cNvSpPr>
          <p:nvPr>
            <p:ph type="pic" idx="16390" hasCustomPrompt="1"/>
            <p:custDataLst>
              <p:tags r:id="rId6"/>
            </p:custDataLst>
          </p:nvPr>
        </p:nvSpPr>
        <p:spPr>
          <a:xfrm>
            <a:off x="609600" y="20574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3" name="文本占位符 12"/>
          <p:cNvSpPr>
            <a:spLocks noGrp="1"/>
          </p:cNvSpPr>
          <p:nvPr>
            <p:ph type="body" idx="16386" hasCustomPrompt="1"/>
            <p:custDataLst>
              <p:tags r:id="rId7"/>
            </p:custDataLst>
          </p:nvPr>
        </p:nvSpPr>
        <p:spPr>
          <a:xfrm>
            <a:off x="2489200" y="2413000"/>
            <a:ext cx="9093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2489200" y="2921000"/>
            <a:ext cx="90932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图片占位符 14"/>
          <p:cNvSpPr>
            <a:spLocks noGrp="1"/>
          </p:cNvSpPr>
          <p:nvPr>
            <p:ph type="pic" idx="16391" hasCustomPrompt="1"/>
            <p:custDataLst>
              <p:tags r:id="rId9"/>
            </p:custDataLst>
          </p:nvPr>
        </p:nvSpPr>
        <p:spPr>
          <a:xfrm>
            <a:off x="609600" y="41910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6" name="文本占位符 15"/>
          <p:cNvSpPr>
            <a:spLocks noGrp="1"/>
          </p:cNvSpPr>
          <p:nvPr>
            <p:ph type="body" idx="16388" hasCustomPrompt="1"/>
            <p:custDataLst>
              <p:tags r:id="rId10"/>
            </p:custDataLst>
          </p:nvPr>
        </p:nvSpPr>
        <p:spPr>
          <a:xfrm>
            <a:off x="2489200" y="4546600"/>
            <a:ext cx="9093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文本占位符 16"/>
          <p:cNvSpPr>
            <a:spLocks noGrp="1"/>
          </p:cNvSpPr>
          <p:nvPr>
            <p:ph type="body" idx="16389" hasCustomPrompt="1"/>
            <p:custDataLst>
              <p:tags r:id="rId11"/>
            </p:custDataLst>
          </p:nvPr>
        </p:nvSpPr>
        <p:spPr>
          <a:xfrm>
            <a:off x="2489200" y="5054600"/>
            <a:ext cx="9093200" cy="304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正文页-10004_7">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609600" y="2336800"/>
            <a:ext cx="5334000" cy="3098800"/>
          </a:xfrm>
          <a:custGeom>
            <a:avLst/>
            <a:gdLst>
              <a:gd name="connisteX0" fmla="*/ 0 w 5334000"/>
              <a:gd name="connsiteY0" fmla="*/ 203200 h 3098800"/>
              <a:gd name="connisteX1" fmla="*/ 203200 w 5334000"/>
              <a:gd name="connsiteY1" fmla="*/ 0 h 3098800"/>
              <a:gd name="connisteX2" fmla="*/ 5130800 w 5334000"/>
              <a:gd name="connsiteY2" fmla="*/ 0 h 3098800"/>
              <a:gd name="connisteX3" fmla="*/ 5334000 w 5334000"/>
              <a:gd name="connsiteY3" fmla="*/ 203200 h 3098800"/>
              <a:gd name="connisteX4" fmla="*/ 5334000 w 5334000"/>
              <a:gd name="connsiteY4" fmla="*/ 2895600 h 3098800"/>
              <a:gd name="connisteX5" fmla="*/ 5130800 w 5334000"/>
              <a:gd name="connsiteY5" fmla="*/ 3098800 h 3098800"/>
              <a:gd name="connisteX6" fmla="*/ 203200 w 5334000"/>
              <a:gd name="connsiteY6" fmla="*/ 3098800 h 3098800"/>
              <a:gd name="connisteX7" fmla="*/ 0 w 5334000"/>
              <a:gd name="connsiteY7" fmla="*/ 2895600 h 3098800"/>
              <a:gd name="connisteX8" fmla="*/ 0 w 5334000"/>
              <a:gd name="connsiteY8" fmla="*/ 203200 h 309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3098800">
                <a:moveTo>
                  <a:pt x="0" y="203200"/>
                </a:moveTo>
                <a:cubicBezTo>
                  <a:pt x="0" y="90976"/>
                  <a:pt x="90976" y="0"/>
                  <a:pt x="203200" y="0"/>
                </a:cubicBezTo>
                <a:lnTo>
                  <a:pt x="5130800" y="0"/>
                </a:lnTo>
                <a:cubicBezTo>
                  <a:pt x="5243024" y="0"/>
                  <a:pt x="5334000" y="90976"/>
                  <a:pt x="5334000" y="203200"/>
                </a:cubicBezTo>
                <a:lnTo>
                  <a:pt x="5334000" y="2895600"/>
                </a:lnTo>
                <a:cubicBezTo>
                  <a:pt x="5334000" y="3007824"/>
                  <a:pt x="5243024" y="3098800"/>
                  <a:pt x="5130800" y="3098800"/>
                </a:cubicBezTo>
                <a:lnTo>
                  <a:pt x="203200" y="3098800"/>
                </a:lnTo>
                <a:cubicBezTo>
                  <a:pt x="90976" y="3098800"/>
                  <a:pt x="0" y="3007824"/>
                  <a:pt x="0" y="28956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914400" y="33020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914400" y="38608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装饰  4"/>
          <p:cNvSpPr>
            <a:spLocks noGrp="1"/>
          </p:cNvSpPr>
          <p:nvPr>
            <p:ph type="body" idx="16391" hasCustomPrompt="1"/>
            <p:custDataLst>
              <p:tags r:id="rId9"/>
            </p:custDataLst>
          </p:nvPr>
        </p:nvSpPr>
        <p:spPr>
          <a:xfrm>
            <a:off x="6248400" y="2336800"/>
            <a:ext cx="5334000" cy="3098800"/>
          </a:xfrm>
          <a:custGeom>
            <a:avLst/>
            <a:gdLst>
              <a:gd name="connisteX0" fmla="*/ 0 w 5334000"/>
              <a:gd name="connsiteY0" fmla="*/ 203200 h 3098800"/>
              <a:gd name="connisteX1" fmla="*/ 203200 w 5334000"/>
              <a:gd name="connsiteY1" fmla="*/ 0 h 3098800"/>
              <a:gd name="connisteX2" fmla="*/ 5130800 w 5334000"/>
              <a:gd name="connsiteY2" fmla="*/ 0 h 3098800"/>
              <a:gd name="connisteX3" fmla="*/ 5334000 w 5334000"/>
              <a:gd name="connsiteY3" fmla="*/ 203200 h 3098800"/>
              <a:gd name="connisteX4" fmla="*/ 5334000 w 5334000"/>
              <a:gd name="connsiteY4" fmla="*/ 2895600 h 3098800"/>
              <a:gd name="connisteX5" fmla="*/ 5130800 w 5334000"/>
              <a:gd name="connsiteY5" fmla="*/ 3098800 h 3098800"/>
              <a:gd name="connisteX6" fmla="*/ 203200 w 5334000"/>
              <a:gd name="connsiteY6" fmla="*/ 3098800 h 3098800"/>
              <a:gd name="connisteX7" fmla="*/ 0 w 5334000"/>
              <a:gd name="connsiteY7" fmla="*/ 2895600 h 3098800"/>
              <a:gd name="connisteX8" fmla="*/ 0 w 5334000"/>
              <a:gd name="connsiteY8" fmla="*/ 203200 h 309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3098800">
                <a:moveTo>
                  <a:pt x="0" y="203200"/>
                </a:moveTo>
                <a:cubicBezTo>
                  <a:pt x="0" y="90976"/>
                  <a:pt x="90976" y="0"/>
                  <a:pt x="203200" y="0"/>
                </a:cubicBezTo>
                <a:lnTo>
                  <a:pt x="5130800" y="0"/>
                </a:lnTo>
                <a:cubicBezTo>
                  <a:pt x="5243024" y="0"/>
                  <a:pt x="5334000" y="90976"/>
                  <a:pt x="5334000" y="203200"/>
                </a:cubicBezTo>
                <a:lnTo>
                  <a:pt x="5334000" y="2895600"/>
                </a:lnTo>
                <a:cubicBezTo>
                  <a:pt x="5334000" y="3007824"/>
                  <a:pt x="5243024" y="3098800"/>
                  <a:pt x="5130800" y="3098800"/>
                </a:cubicBezTo>
                <a:lnTo>
                  <a:pt x="203200" y="3098800"/>
                </a:lnTo>
                <a:cubicBezTo>
                  <a:pt x="90976" y="3098800"/>
                  <a:pt x="0" y="3007824"/>
                  <a:pt x="0" y="28956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6" name="文本占位符 15"/>
          <p:cNvSpPr>
            <a:spLocks noGrp="1"/>
          </p:cNvSpPr>
          <p:nvPr>
            <p:ph type="body" idx="16388" hasCustomPrompt="1"/>
            <p:custDataLst>
              <p:tags r:id="rId10"/>
            </p:custDataLst>
          </p:nvPr>
        </p:nvSpPr>
        <p:spPr>
          <a:xfrm>
            <a:off x="6553200" y="33020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文本占位符 16"/>
          <p:cNvSpPr>
            <a:spLocks noGrp="1"/>
          </p:cNvSpPr>
          <p:nvPr>
            <p:ph type="body" idx="16389" hasCustomPrompt="1"/>
            <p:custDataLst>
              <p:tags r:id="rId11"/>
            </p:custDataLst>
          </p:nvPr>
        </p:nvSpPr>
        <p:spPr>
          <a:xfrm>
            <a:off x="6553200" y="3860800"/>
            <a:ext cx="47244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正文页-10012_10">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6553200" y="18034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6553200" y="2362200"/>
            <a:ext cx="5029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88" hasCustomPrompt="1"/>
            <p:custDataLst>
              <p:tags r:id="rId9"/>
            </p:custDataLst>
          </p:nvPr>
        </p:nvSpPr>
        <p:spPr>
          <a:xfrm>
            <a:off x="6553200" y="4191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89" hasCustomPrompt="1"/>
            <p:custDataLst>
              <p:tags r:id="rId10"/>
            </p:custDataLst>
          </p:nvPr>
        </p:nvSpPr>
        <p:spPr>
          <a:xfrm>
            <a:off x="6553200" y="4749800"/>
            <a:ext cx="5029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正文页-60_16">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486400 w 5486400"/>
              <a:gd name="connsiteY2" fmla="*/ 0 h 4724400"/>
              <a:gd name="connisteX3" fmla="*/ 5486400 w 5486400"/>
              <a:gd name="connsiteY3" fmla="*/ 4724400 h 4724400"/>
              <a:gd name="connisteX4" fmla="*/ 203200 w 5486400"/>
              <a:gd name="connsiteY4" fmla="*/ 4724400 h 4724400"/>
              <a:gd name="connisteX5" fmla="*/ 0 w 5486400"/>
              <a:gd name="connsiteY5" fmla="*/ 4521200 h 4724400"/>
              <a:gd name="connisteX6" fmla="*/ 0 w 5486400"/>
              <a:gd name="connsiteY6"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486400" h="4724400">
                <a:moveTo>
                  <a:pt x="0" y="203200"/>
                </a:moveTo>
                <a:cubicBezTo>
                  <a:pt x="0" y="90976"/>
                  <a:pt x="90976" y="0"/>
                  <a:pt x="203200" y="0"/>
                </a:cubicBezTo>
                <a:lnTo>
                  <a:pt x="5486400" y="0"/>
                </a:lnTo>
                <a:lnTo>
                  <a:pt x="5486400" y="4724400"/>
                </a:ln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1" hasCustomPrompt="1"/>
            <p:custDataLst>
              <p:tags r:id="rId7"/>
            </p:custDataLst>
          </p:nvPr>
        </p:nvSpPr>
        <p:spPr>
          <a:xfrm>
            <a:off x="6096000" y="1524000"/>
            <a:ext cx="5486400" cy="4724400"/>
          </a:xfrm>
          <a:custGeom>
            <a:avLst/>
            <a:gdLst>
              <a:gd name="connisteX0" fmla="*/ 0 w 5486400"/>
              <a:gd name="connsiteY0" fmla="*/ 0 h 4724400"/>
              <a:gd name="connisteX1" fmla="*/ 5283200 w 5486400"/>
              <a:gd name="connsiteY1" fmla="*/ 0 h 4724400"/>
              <a:gd name="connisteX2" fmla="*/ 5486400 w 5486400"/>
              <a:gd name="connsiteY2" fmla="*/ 203200 h 4724400"/>
              <a:gd name="connisteX3" fmla="*/ 5486400 w 5486400"/>
              <a:gd name="connsiteY3" fmla="*/ 4521200 h 4724400"/>
              <a:gd name="connisteX4" fmla="*/ 5283200 w 5486400"/>
              <a:gd name="connsiteY4" fmla="*/ 4724400 h 4724400"/>
              <a:gd name="connisteX5" fmla="*/ 0 w 5486400"/>
              <a:gd name="connsiteY5" fmla="*/ 4724400 h 4724400"/>
              <a:gd name="connisteX6" fmla="*/ 0 w 5486400"/>
              <a:gd name="connsiteY6" fmla="*/ 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486400" h="4724400">
                <a:moveTo>
                  <a:pt x="0" y="0"/>
                </a:moveTo>
                <a:lnTo>
                  <a:pt x="5283200" y="0"/>
                </a:lnTo>
                <a:cubicBezTo>
                  <a:pt x="5395424" y="0"/>
                  <a:pt x="5486400" y="90976"/>
                  <a:pt x="5486400" y="203200"/>
                </a:cubicBezTo>
                <a:lnTo>
                  <a:pt x="5486400" y="4521200"/>
                </a:lnTo>
                <a:cubicBezTo>
                  <a:pt x="5486400" y="4633424"/>
                  <a:pt x="5395424" y="4724400"/>
                  <a:pt x="5283200" y="4724400"/>
                </a:cubicBezTo>
                <a:lnTo>
                  <a:pt x="0" y="4724400"/>
                </a:lnTo>
                <a:lnTo>
                  <a:pt x="0" y="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6553200" y="2108200"/>
            <a:ext cx="4572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6553200" y="2667000"/>
            <a:ext cx="45720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文本占位符 15"/>
          <p:cNvSpPr>
            <a:spLocks noGrp="1"/>
          </p:cNvSpPr>
          <p:nvPr>
            <p:ph type="body" idx="16388" hasCustomPrompt="1"/>
            <p:custDataLst>
              <p:tags r:id="rId10"/>
            </p:custDataLst>
          </p:nvPr>
        </p:nvSpPr>
        <p:spPr>
          <a:xfrm>
            <a:off x="6553200" y="4191000"/>
            <a:ext cx="4572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文本占位符 16"/>
          <p:cNvSpPr>
            <a:spLocks noGrp="1"/>
          </p:cNvSpPr>
          <p:nvPr>
            <p:ph type="body" idx="16389" hasCustomPrompt="1"/>
            <p:custDataLst>
              <p:tags r:id="rId11"/>
            </p:custDataLst>
          </p:nvPr>
        </p:nvSpPr>
        <p:spPr>
          <a:xfrm>
            <a:off x="6553200" y="4749800"/>
            <a:ext cx="45720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正文页-10013_8">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1524000"/>
            <a:ext cx="10972800" cy="3098800"/>
          </a:xfrm>
          <a:custGeom>
            <a:avLst/>
            <a:gdLst>
              <a:gd name="connisteX0" fmla="*/ 0 w 10972800"/>
              <a:gd name="connsiteY0" fmla="*/ 203200 h 3098800"/>
              <a:gd name="connisteX1" fmla="*/ 203200 w 10972800"/>
              <a:gd name="connsiteY1" fmla="*/ 0 h 3098800"/>
              <a:gd name="connisteX2" fmla="*/ 10769600 w 10972800"/>
              <a:gd name="connsiteY2" fmla="*/ 0 h 3098800"/>
              <a:gd name="connisteX3" fmla="*/ 10972800 w 10972800"/>
              <a:gd name="connsiteY3" fmla="*/ 203200 h 3098800"/>
              <a:gd name="connisteX4" fmla="*/ 10972800 w 10972800"/>
              <a:gd name="connsiteY4" fmla="*/ 2895600 h 3098800"/>
              <a:gd name="connisteX5" fmla="*/ 10769600 w 10972800"/>
              <a:gd name="connsiteY5" fmla="*/ 3098800 h 3098800"/>
              <a:gd name="connisteX6" fmla="*/ 203200 w 10972800"/>
              <a:gd name="connsiteY6" fmla="*/ 3098800 h 3098800"/>
              <a:gd name="connisteX7" fmla="*/ 0 w 10972800"/>
              <a:gd name="connsiteY7" fmla="*/ 2895600 h 3098800"/>
              <a:gd name="connisteX8" fmla="*/ 0 w 10972800"/>
              <a:gd name="connsiteY8" fmla="*/ 203200 h 309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3098800">
                <a:moveTo>
                  <a:pt x="0" y="203200"/>
                </a:moveTo>
                <a:cubicBezTo>
                  <a:pt x="0" y="90976"/>
                  <a:pt x="90976" y="0"/>
                  <a:pt x="203200" y="0"/>
                </a:cubicBezTo>
                <a:lnTo>
                  <a:pt x="10769600" y="0"/>
                </a:lnTo>
                <a:cubicBezTo>
                  <a:pt x="10881824" y="0"/>
                  <a:pt x="10972800" y="90976"/>
                  <a:pt x="10972800" y="203200"/>
                </a:cubicBezTo>
                <a:lnTo>
                  <a:pt x="10972800" y="2895600"/>
                </a:lnTo>
                <a:cubicBezTo>
                  <a:pt x="10972800" y="3007824"/>
                  <a:pt x="10881824" y="3098800"/>
                  <a:pt x="10769600" y="3098800"/>
                </a:cubicBezTo>
                <a:lnTo>
                  <a:pt x="203200" y="3098800"/>
                </a:lnTo>
                <a:cubicBezTo>
                  <a:pt x="90976" y="3098800"/>
                  <a:pt x="0" y="3007824"/>
                  <a:pt x="0" y="2895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609600" y="5080000"/>
            <a:ext cx="5181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609600" y="5638800"/>
            <a:ext cx="5181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88" hasCustomPrompt="1"/>
            <p:custDataLst>
              <p:tags r:id="rId9"/>
            </p:custDataLst>
          </p:nvPr>
        </p:nvSpPr>
        <p:spPr>
          <a:xfrm>
            <a:off x="6400800" y="5080000"/>
            <a:ext cx="5181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89" hasCustomPrompt="1"/>
            <p:custDataLst>
              <p:tags r:id="rId10"/>
            </p:custDataLst>
          </p:nvPr>
        </p:nvSpPr>
        <p:spPr>
          <a:xfrm>
            <a:off x="6400800" y="5638800"/>
            <a:ext cx="5181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正文页-62_12">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3429000" cy="12192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3403600"/>
            <a:ext cx="10972800" cy="2844800"/>
          </a:xfrm>
          <a:custGeom>
            <a:avLst/>
            <a:gdLst>
              <a:gd name="connisteX0" fmla="*/ 0 w 10972800"/>
              <a:gd name="connsiteY0" fmla="*/ 203200 h 2844800"/>
              <a:gd name="connisteX1" fmla="*/ 203200 w 10972800"/>
              <a:gd name="connsiteY1" fmla="*/ 0 h 2844800"/>
              <a:gd name="connisteX2" fmla="*/ 10769600 w 10972800"/>
              <a:gd name="connsiteY2" fmla="*/ 0 h 2844800"/>
              <a:gd name="connisteX3" fmla="*/ 10972800 w 10972800"/>
              <a:gd name="connsiteY3" fmla="*/ 203200 h 2844800"/>
              <a:gd name="connisteX4" fmla="*/ 10972800 w 10972800"/>
              <a:gd name="connsiteY4" fmla="*/ 2641600 h 2844800"/>
              <a:gd name="connisteX5" fmla="*/ 10769600 w 10972800"/>
              <a:gd name="connsiteY5" fmla="*/ 2844800 h 2844800"/>
              <a:gd name="connisteX6" fmla="*/ 203200 w 10972800"/>
              <a:gd name="connsiteY6" fmla="*/ 2844800 h 2844800"/>
              <a:gd name="connisteX7" fmla="*/ 0 w 10972800"/>
              <a:gd name="connsiteY7" fmla="*/ 2641600 h 2844800"/>
              <a:gd name="connisteX8" fmla="*/ 0 w 10972800"/>
              <a:gd name="connsiteY8" fmla="*/ 203200 h 2844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844800">
                <a:moveTo>
                  <a:pt x="0" y="203200"/>
                </a:moveTo>
                <a:cubicBezTo>
                  <a:pt x="0" y="90976"/>
                  <a:pt x="90976" y="0"/>
                  <a:pt x="203200" y="0"/>
                </a:cubicBezTo>
                <a:lnTo>
                  <a:pt x="10769600" y="0"/>
                </a:lnTo>
                <a:cubicBezTo>
                  <a:pt x="10881824" y="0"/>
                  <a:pt x="10972800" y="90976"/>
                  <a:pt x="10972800" y="203200"/>
                </a:cubicBezTo>
                <a:lnTo>
                  <a:pt x="10972800" y="2641600"/>
                </a:lnTo>
                <a:cubicBezTo>
                  <a:pt x="10972800" y="2753824"/>
                  <a:pt x="10881824" y="2844800"/>
                  <a:pt x="10769600" y="2844800"/>
                </a:cubicBezTo>
                <a:lnTo>
                  <a:pt x="203200" y="2844800"/>
                </a:lnTo>
                <a:cubicBezTo>
                  <a:pt x="90976" y="2844800"/>
                  <a:pt x="0" y="2753824"/>
                  <a:pt x="0" y="2641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1" hasCustomPrompt="1"/>
            <p:custDataLst>
              <p:tags r:id="rId7"/>
            </p:custDataLst>
          </p:nvPr>
        </p:nvSpPr>
        <p:spPr>
          <a:xfrm>
            <a:off x="4648200" y="609600"/>
            <a:ext cx="50800" cy="2336800"/>
          </a:xfrm>
          <a:custGeom>
            <a:avLst/>
            <a:gdLst>
              <a:gd name="connisteX0" fmla="*/ 0 w 50800"/>
              <a:gd name="connsiteY0" fmla="*/ 25400 h 2336800"/>
              <a:gd name="connisteX1" fmla="*/ 25400 w 50800"/>
              <a:gd name="connsiteY1" fmla="*/ 0 h 2336800"/>
              <a:gd name="connisteX2" fmla="*/ 25400 w 50800"/>
              <a:gd name="connsiteY2" fmla="*/ 0 h 2336800"/>
              <a:gd name="connisteX3" fmla="*/ 50800 w 50800"/>
              <a:gd name="connsiteY3" fmla="*/ 25400 h 2336800"/>
              <a:gd name="connisteX4" fmla="*/ 50800 w 50800"/>
              <a:gd name="connsiteY4" fmla="*/ 2311400 h 2336800"/>
              <a:gd name="connisteX5" fmla="*/ 25400 w 50800"/>
              <a:gd name="connsiteY5" fmla="*/ 2336800 h 2336800"/>
              <a:gd name="connisteX6" fmla="*/ 25400 w 50800"/>
              <a:gd name="connsiteY6" fmla="*/ 2336800 h 2336800"/>
              <a:gd name="connisteX7" fmla="*/ 0 w 50800"/>
              <a:gd name="connsiteY7" fmla="*/ 2311400 h 2336800"/>
              <a:gd name="connisteX8" fmla="*/ 0 w 50800"/>
              <a:gd name="connsiteY8" fmla="*/ 254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336800">
                <a:moveTo>
                  <a:pt x="0" y="25400"/>
                </a:moveTo>
                <a:cubicBezTo>
                  <a:pt x="0" y="11372"/>
                  <a:pt x="11372" y="0"/>
                  <a:pt x="25400" y="0"/>
                </a:cubicBezTo>
                <a:lnTo>
                  <a:pt x="25400" y="0"/>
                </a:lnTo>
                <a:cubicBezTo>
                  <a:pt x="39428" y="0"/>
                  <a:pt x="50800" y="11372"/>
                  <a:pt x="50800" y="25400"/>
                </a:cubicBezTo>
                <a:lnTo>
                  <a:pt x="50800" y="2311400"/>
                </a:lnTo>
                <a:cubicBezTo>
                  <a:pt x="50800" y="2325428"/>
                  <a:pt x="39428" y="2336800"/>
                  <a:pt x="25400" y="2336800"/>
                </a:cubicBezTo>
                <a:lnTo>
                  <a:pt x="25400" y="2336800"/>
                </a:lnTo>
                <a:cubicBezTo>
                  <a:pt x="11372" y="2336800"/>
                  <a:pt x="0" y="2325428"/>
                  <a:pt x="0" y="23114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4800600" y="609600"/>
            <a:ext cx="30099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4800600" y="1117600"/>
            <a:ext cx="30099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8420100" y="609600"/>
            <a:ext cx="50800" cy="2336800"/>
          </a:xfrm>
          <a:custGeom>
            <a:avLst/>
            <a:gdLst>
              <a:gd name="connisteX0" fmla="*/ 0 w 50800"/>
              <a:gd name="connsiteY0" fmla="*/ 25400 h 2336800"/>
              <a:gd name="connisteX1" fmla="*/ 25400 w 50800"/>
              <a:gd name="connsiteY1" fmla="*/ 0 h 2336800"/>
              <a:gd name="connisteX2" fmla="*/ 25400 w 50800"/>
              <a:gd name="connsiteY2" fmla="*/ 0 h 2336800"/>
              <a:gd name="connisteX3" fmla="*/ 50800 w 50800"/>
              <a:gd name="connsiteY3" fmla="*/ 25400 h 2336800"/>
              <a:gd name="connisteX4" fmla="*/ 50800 w 50800"/>
              <a:gd name="connsiteY4" fmla="*/ 2311400 h 2336800"/>
              <a:gd name="connisteX5" fmla="*/ 25400 w 50800"/>
              <a:gd name="connsiteY5" fmla="*/ 2336800 h 2336800"/>
              <a:gd name="connisteX6" fmla="*/ 25400 w 50800"/>
              <a:gd name="connsiteY6" fmla="*/ 2336800 h 2336800"/>
              <a:gd name="connisteX7" fmla="*/ 0 w 50800"/>
              <a:gd name="connsiteY7" fmla="*/ 2311400 h 2336800"/>
              <a:gd name="connisteX8" fmla="*/ 0 w 50800"/>
              <a:gd name="connsiteY8" fmla="*/ 25400 h 2336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336800">
                <a:moveTo>
                  <a:pt x="0" y="25400"/>
                </a:moveTo>
                <a:cubicBezTo>
                  <a:pt x="0" y="11372"/>
                  <a:pt x="11372" y="0"/>
                  <a:pt x="25400" y="0"/>
                </a:cubicBezTo>
                <a:lnTo>
                  <a:pt x="25400" y="0"/>
                </a:lnTo>
                <a:cubicBezTo>
                  <a:pt x="39428" y="0"/>
                  <a:pt x="50800" y="11372"/>
                  <a:pt x="50800" y="25400"/>
                </a:cubicBezTo>
                <a:lnTo>
                  <a:pt x="50800" y="2311400"/>
                </a:lnTo>
                <a:cubicBezTo>
                  <a:pt x="50800" y="2325428"/>
                  <a:pt x="39428" y="2336800"/>
                  <a:pt x="25400" y="2336800"/>
                </a:cubicBezTo>
                <a:lnTo>
                  <a:pt x="25400" y="2336800"/>
                </a:lnTo>
                <a:cubicBezTo>
                  <a:pt x="11372" y="2336800"/>
                  <a:pt x="0" y="2325428"/>
                  <a:pt x="0" y="23114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8572500" y="609600"/>
            <a:ext cx="30099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8" name="文本占位符 17"/>
          <p:cNvSpPr>
            <a:spLocks noGrp="1"/>
          </p:cNvSpPr>
          <p:nvPr>
            <p:ph type="body" idx="16389" hasCustomPrompt="1"/>
            <p:custDataLst>
              <p:tags r:id="rId12"/>
            </p:custDataLst>
          </p:nvPr>
        </p:nvSpPr>
        <p:spPr>
          <a:xfrm>
            <a:off x="8572500" y="1117600"/>
            <a:ext cx="30099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正文页-38_17">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2" hasCustomPrompt="1"/>
            <p:custDataLst>
              <p:tags r:id="rId6"/>
            </p:custDataLst>
          </p:nvPr>
        </p:nvSpPr>
        <p:spPr>
          <a:xfrm>
            <a:off x="609600" y="4165600"/>
            <a:ext cx="3454400" cy="2082800"/>
          </a:xfrm>
          <a:custGeom>
            <a:avLst/>
            <a:gdLst>
              <a:gd name="connisteX0" fmla="*/ 0 w 3454400"/>
              <a:gd name="connsiteY0" fmla="*/ 0 h 2082800"/>
              <a:gd name="connisteX1" fmla="*/ 3454400 w 3454400"/>
              <a:gd name="connsiteY1" fmla="*/ 0 h 2082800"/>
              <a:gd name="connisteX2" fmla="*/ 3454400 w 3454400"/>
              <a:gd name="connsiteY2" fmla="*/ 1879600 h 2082800"/>
              <a:gd name="connisteX3" fmla="*/ 3251200 w 3454400"/>
              <a:gd name="connsiteY3" fmla="*/ 2082800 h 2082800"/>
              <a:gd name="connisteX4" fmla="*/ 203200 w 3454400"/>
              <a:gd name="connsiteY4" fmla="*/ 2082800 h 2082800"/>
              <a:gd name="connisteX5" fmla="*/ 0 w 3454400"/>
              <a:gd name="connsiteY5" fmla="*/ 1879600 h 2082800"/>
              <a:gd name="connisteX6" fmla="*/ 0 w 34544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82800">
                <a:moveTo>
                  <a:pt x="0" y="0"/>
                </a:moveTo>
                <a:lnTo>
                  <a:pt x="3454400" y="0"/>
                </a:lnTo>
                <a:lnTo>
                  <a:pt x="3454400" y="1879600"/>
                </a:lnTo>
                <a:cubicBezTo>
                  <a:pt x="3454400" y="1991824"/>
                  <a:pt x="3363424" y="2082800"/>
                  <a:pt x="3251200" y="2082800"/>
                </a:cubicBezTo>
                <a:lnTo>
                  <a:pt x="203200" y="2082800"/>
                </a:lnTo>
                <a:cubicBezTo>
                  <a:pt x="90976" y="2082800"/>
                  <a:pt x="0" y="1991824"/>
                  <a:pt x="0" y="1879600"/>
                </a:cubicBezTo>
                <a:lnTo>
                  <a:pt x="0" y="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3" hasCustomPrompt="1"/>
            <p:custDataLst>
              <p:tags r:id="rId7"/>
            </p:custDataLst>
          </p:nvPr>
        </p:nvSpPr>
        <p:spPr>
          <a:xfrm>
            <a:off x="609600" y="1524000"/>
            <a:ext cx="3454400" cy="2641600"/>
          </a:xfrm>
          <a:custGeom>
            <a:avLst/>
            <a:gdLst>
              <a:gd name="connisteX0" fmla="*/ 0 w 3454400"/>
              <a:gd name="connsiteY0" fmla="*/ 203200 h 2641600"/>
              <a:gd name="connisteX1" fmla="*/ 203200 w 3454400"/>
              <a:gd name="connsiteY1" fmla="*/ 0 h 2641600"/>
              <a:gd name="connisteX2" fmla="*/ 3251200 w 3454400"/>
              <a:gd name="connsiteY2" fmla="*/ 0 h 2641600"/>
              <a:gd name="connisteX3" fmla="*/ 3454400 w 3454400"/>
              <a:gd name="connsiteY3" fmla="*/ 203200 h 2641600"/>
              <a:gd name="connisteX4" fmla="*/ 3454400 w 3454400"/>
              <a:gd name="connsiteY4" fmla="*/ 2641600 h 2641600"/>
              <a:gd name="connisteX5" fmla="*/ 0 w 3454400"/>
              <a:gd name="connsiteY5" fmla="*/ 2641600 h 2641600"/>
              <a:gd name="connisteX6" fmla="*/ 0 w 3454400"/>
              <a:gd name="connsiteY6"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41600">
                <a:moveTo>
                  <a:pt x="0" y="203200"/>
                </a:moveTo>
                <a:cubicBezTo>
                  <a:pt x="0" y="90976"/>
                  <a:pt x="90976" y="0"/>
                  <a:pt x="203200" y="0"/>
                </a:cubicBezTo>
                <a:lnTo>
                  <a:pt x="3251200" y="0"/>
                </a:lnTo>
                <a:cubicBezTo>
                  <a:pt x="3363424" y="0"/>
                  <a:pt x="3454400" y="90976"/>
                  <a:pt x="3454400" y="203200"/>
                </a:cubicBezTo>
                <a:lnTo>
                  <a:pt x="3454400" y="2641600"/>
                </a:lnTo>
                <a:lnTo>
                  <a:pt x="0" y="2641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914400" y="4368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914400" y="48260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4" hasCustomPrompt="1"/>
            <p:custDataLst>
              <p:tags r:id="rId10"/>
            </p:custDataLst>
          </p:nvPr>
        </p:nvSpPr>
        <p:spPr>
          <a:xfrm>
            <a:off x="4368800" y="4165600"/>
            <a:ext cx="3454400" cy="2082800"/>
          </a:xfrm>
          <a:custGeom>
            <a:avLst/>
            <a:gdLst>
              <a:gd name="connisteX0" fmla="*/ 0 w 3454400"/>
              <a:gd name="connsiteY0" fmla="*/ 0 h 2082800"/>
              <a:gd name="connisteX1" fmla="*/ 3454400 w 3454400"/>
              <a:gd name="connsiteY1" fmla="*/ 0 h 2082800"/>
              <a:gd name="connisteX2" fmla="*/ 3454400 w 3454400"/>
              <a:gd name="connsiteY2" fmla="*/ 1879600 h 2082800"/>
              <a:gd name="connisteX3" fmla="*/ 3251200 w 3454400"/>
              <a:gd name="connsiteY3" fmla="*/ 2082800 h 2082800"/>
              <a:gd name="connisteX4" fmla="*/ 203200 w 3454400"/>
              <a:gd name="connsiteY4" fmla="*/ 2082800 h 2082800"/>
              <a:gd name="connisteX5" fmla="*/ 0 w 3454400"/>
              <a:gd name="connsiteY5" fmla="*/ 1879600 h 2082800"/>
              <a:gd name="connisteX6" fmla="*/ 0 w 34544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82800">
                <a:moveTo>
                  <a:pt x="0" y="0"/>
                </a:moveTo>
                <a:lnTo>
                  <a:pt x="3454400" y="0"/>
                </a:lnTo>
                <a:lnTo>
                  <a:pt x="3454400" y="1879600"/>
                </a:lnTo>
                <a:cubicBezTo>
                  <a:pt x="3454400" y="1991824"/>
                  <a:pt x="3363424" y="2082800"/>
                  <a:pt x="3251200" y="2082800"/>
                </a:cubicBezTo>
                <a:lnTo>
                  <a:pt x="203200" y="2082800"/>
                </a:lnTo>
                <a:cubicBezTo>
                  <a:pt x="90976" y="2082800"/>
                  <a:pt x="0" y="1991824"/>
                  <a:pt x="0" y="1879600"/>
                </a:cubicBezTo>
                <a:lnTo>
                  <a:pt x="0" y="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5" hasCustomPrompt="1"/>
            <p:custDataLst>
              <p:tags r:id="rId11"/>
            </p:custDataLst>
          </p:nvPr>
        </p:nvSpPr>
        <p:spPr>
          <a:xfrm>
            <a:off x="4368800" y="1524000"/>
            <a:ext cx="3454400" cy="2641600"/>
          </a:xfrm>
          <a:custGeom>
            <a:avLst/>
            <a:gdLst>
              <a:gd name="connisteX0" fmla="*/ 0 w 3454400"/>
              <a:gd name="connsiteY0" fmla="*/ 203200 h 2641600"/>
              <a:gd name="connisteX1" fmla="*/ 203200 w 3454400"/>
              <a:gd name="connsiteY1" fmla="*/ 0 h 2641600"/>
              <a:gd name="connisteX2" fmla="*/ 3251200 w 3454400"/>
              <a:gd name="connsiteY2" fmla="*/ 0 h 2641600"/>
              <a:gd name="connisteX3" fmla="*/ 3454400 w 3454400"/>
              <a:gd name="connsiteY3" fmla="*/ 203200 h 2641600"/>
              <a:gd name="connisteX4" fmla="*/ 3454400 w 3454400"/>
              <a:gd name="connsiteY4" fmla="*/ 2641600 h 2641600"/>
              <a:gd name="connisteX5" fmla="*/ 0 w 3454400"/>
              <a:gd name="connsiteY5" fmla="*/ 2641600 h 2641600"/>
              <a:gd name="connisteX6" fmla="*/ 0 w 3454400"/>
              <a:gd name="connsiteY6"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41600">
                <a:moveTo>
                  <a:pt x="0" y="203200"/>
                </a:moveTo>
                <a:cubicBezTo>
                  <a:pt x="0" y="90976"/>
                  <a:pt x="90976" y="0"/>
                  <a:pt x="203200" y="0"/>
                </a:cubicBezTo>
                <a:lnTo>
                  <a:pt x="3251200" y="0"/>
                </a:lnTo>
                <a:cubicBezTo>
                  <a:pt x="3363424" y="0"/>
                  <a:pt x="3454400" y="90976"/>
                  <a:pt x="3454400" y="203200"/>
                </a:cubicBezTo>
                <a:lnTo>
                  <a:pt x="3454400" y="2641600"/>
                </a:lnTo>
                <a:lnTo>
                  <a:pt x="0" y="2641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4673600" y="4368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9" name="文本占位符 18"/>
          <p:cNvSpPr>
            <a:spLocks noGrp="1"/>
          </p:cNvSpPr>
          <p:nvPr>
            <p:ph type="body" idx="16389" hasCustomPrompt="1"/>
            <p:custDataLst>
              <p:tags r:id="rId13"/>
            </p:custDataLst>
          </p:nvPr>
        </p:nvSpPr>
        <p:spPr>
          <a:xfrm>
            <a:off x="4673600" y="48260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6" hasCustomPrompt="1"/>
            <p:custDataLst>
              <p:tags r:id="rId14"/>
            </p:custDataLst>
          </p:nvPr>
        </p:nvSpPr>
        <p:spPr>
          <a:xfrm>
            <a:off x="8128000" y="4165600"/>
            <a:ext cx="3454400" cy="2082800"/>
          </a:xfrm>
          <a:custGeom>
            <a:avLst/>
            <a:gdLst>
              <a:gd name="connisteX0" fmla="*/ 0 w 3454400"/>
              <a:gd name="connsiteY0" fmla="*/ 0 h 2082800"/>
              <a:gd name="connisteX1" fmla="*/ 3454400 w 3454400"/>
              <a:gd name="connsiteY1" fmla="*/ 0 h 2082800"/>
              <a:gd name="connisteX2" fmla="*/ 3454400 w 3454400"/>
              <a:gd name="connsiteY2" fmla="*/ 1879600 h 2082800"/>
              <a:gd name="connisteX3" fmla="*/ 3251200 w 3454400"/>
              <a:gd name="connsiteY3" fmla="*/ 2082800 h 2082800"/>
              <a:gd name="connisteX4" fmla="*/ 203200 w 3454400"/>
              <a:gd name="connsiteY4" fmla="*/ 2082800 h 2082800"/>
              <a:gd name="connisteX5" fmla="*/ 0 w 3454400"/>
              <a:gd name="connsiteY5" fmla="*/ 1879600 h 2082800"/>
              <a:gd name="connisteX6" fmla="*/ 0 w 3454400"/>
              <a:gd name="connsiteY6" fmla="*/ 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82800">
                <a:moveTo>
                  <a:pt x="0" y="0"/>
                </a:moveTo>
                <a:lnTo>
                  <a:pt x="3454400" y="0"/>
                </a:lnTo>
                <a:lnTo>
                  <a:pt x="3454400" y="1879600"/>
                </a:lnTo>
                <a:cubicBezTo>
                  <a:pt x="3454400" y="1991824"/>
                  <a:pt x="3363424" y="2082800"/>
                  <a:pt x="3251200" y="2082800"/>
                </a:cubicBezTo>
                <a:lnTo>
                  <a:pt x="203200" y="2082800"/>
                </a:lnTo>
                <a:cubicBezTo>
                  <a:pt x="90976" y="2082800"/>
                  <a:pt x="0" y="1991824"/>
                  <a:pt x="0" y="1879600"/>
                </a:cubicBezTo>
                <a:lnTo>
                  <a:pt x="0" y="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7" hasCustomPrompt="1"/>
            <p:custDataLst>
              <p:tags r:id="rId15"/>
            </p:custDataLst>
          </p:nvPr>
        </p:nvSpPr>
        <p:spPr>
          <a:xfrm>
            <a:off x="8128000" y="1524000"/>
            <a:ext cx="3454400" cy="2641600"/>
          </a:xfrm>
          <a:custGeom>
            <a:avLst/>
            <a:gdLst>
              <a:gd name="connisteX0" fmla="*/ 0 w 3454400"/>
              <a:gd name="connsiteY0" fmla="*/ 203200 h 2641600"/>
              <a:gd name="connisteX1" fmla="*/ 203200 w 3454400"/>
              <a:gd name="connsiteY1" fmla="*/ 0 h 2641600"/>
              <a:gd name="connisteX2" fmla="*/ 3251200 w 3454400"/>
              <a:gd name="connsiteY2" fmla="*/ 0 h 2641600"/>
              <a:gd name="connisteX3" fmla="*/ 3454400 w 3454400"/>
              <a:gd name="connsiteY3" fmla="*/ 203200 h 2641600"/>
              <a:gd name="connisteX4" fmla="*/ 3454400 w 3454400"/>
              <a:gd name="connsiteY4" fmla="*/ 2641600 h 2641600"/>
              <a:gd name="connisteX5" fmla="*/ 0 w 3454400"/>
              <a:gd name="connsiteY5" fmla="*/ 2641600 h 2641600"/>
              <a:gd name="connisteX6" fmla="*/ 0 w 3454400"/>
              <a:gd name="connsiteY6"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41600">
                <a:moveTo>
                  <a:pt x="0" y="203200"/>
                </a:moveTo>
                <a:cubicBezTo>
                  <a:pt x="0" y="90976"/>
                  <a:pt x="90976" y="0"/>
                  <a:pt x="203200" y="0"/>
                </a:cubicBezTo>
                <a:lnTo>
                  <a:pt x="3251200" y="0"/>
                </a:lnTo>
                <a:cubicBezTo>
                  <a:pt x="3363424" y="0"/>
                  <a:pt x="3454400" y="90976"/>
                  <a:pt x="3454400" y="203200"/>
                </a:cubicBezTo>
                <a:lnTo>
                  <a:pt x="3454400" y="2641600"/>
                </a:lnTo>
                <a:lnTo>
                  <a:pt x="0" y="26416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90" hasCustomPrompt="1"/>
            <p:custDataLst>
              <p:tags r:id="rId16"/>
            </p:custDataLst>
          </p:nvPr>
        </p:nvSpPr>
        <p:spPr>
          <a:xfrm>
            <a:off x="8432800" y="4368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3" name="文本占位符 22"/>
          <p:cNvSpPr>
            <a:spLocks noGrp="1"/>
          </p:cNvSpPr>
          <p:nvPr>
            <p:ph type="body" idx="16391" hasCustomPrompt="1"/>
            <p:custDataLst>
              <p:tags r:id="rId17"/>
            </p:custDataLst>
          </p:nvPr>
        </p:nvSpPr>
        <p:spPr>
          <a:xfrm>
            <a:off x="8432800" y="4826000"/>
            <a:ext cx="2844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正文页-39_28">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5" hasCustomPrompt="1"/>
            <p:custDataLst>
              <p:tags r:id="rId6"/>
            </p:custDataLst>
          </p:nvPr>
        </p:nvSpPr>
        <p:spPr>
          <a:xfrm>
            <a:off x="6096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4" hasCustomPrompt="1"/>
            <p:custDataLst>
              <p:tags r:id="rId7"/>
            </p:custDataLst>
          </p:nvPr>
        </p:nvSpPr>
        <p:spPr>
          <a:xfrm>
            <a:off x="1257300" y="2235200"/>
            <a:ext cx="1219200" cy="12192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1016000" y="3759200"/>
            <a:ext cx="17018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1016000" y="4318000"/>
            <a:ext cx="17018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7" hasCustomPrompt="1"/>
            <p:custDataLst>
              <p:tags r:id="rId10"/>
            </p:custDataLst>
          </p:nvPr>
        </p:nvSpPr>
        <p:spPr>
          <a:xfrm>
            <a:off x="34290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6" hasCustomPrompt="1"/>
            <p:custDataLst>
              <p:tags r:id="rId11"/>
            </p:custDataLst>
          </p:nvPr>
        </p:nvSpPr>
        <p:spPr>
          <a:xfrm>
            <a:off x="4076700" y="2235200"/>
            <a:ext cx="1219200" cy="12192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3835400" y="3759200"/>
            <a:ext cx="17018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9" name="文本占位符 18"/>
          <p:cNvSpPr>
            <a:spLocks noGrp="1"/>
          </p:cNvSpPr>
          <p:nvPr>
            <p:ph type="body" idx="16389" hasCustomPrompt="1"/>
            <p:custDataLst>
              <p:tags r:id="rId13"/>
            </p:custDataLst>
          </p:nvPr>
        </p:nvSpPr>
        <p:spPr>
          <a:xfrm>
            <a:off x="3835400" y="4318000"/>
            <a:ext cx="17018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9" hasCustomPrompt="1"/>
            <p:custDataLst>
              <p:tags r:id="rId14"/>
            </p:custDataLst>
          </p:nvPr>
        </p:nvSpPr>
        <p:spPr>
          <a:xfrm>
            <a:off x="62484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8" hasCustomPrompt="1"/>
            <p:custDataLst>
              <p:tags r:id="rId15"/>
            </p:custDataLst>
          </p:nvPr>
        </p:nvSpPr>
        <p:spPr>
          <a:xfrm>
            <a:off x="6896100" y="2235200"/>
            <a:ext cx="1219200" cy="12192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90" hasCustomPrompt="1"/>
            <p:custDataLst>
              <p:tags r:id="rId16"/>
            </p:custDataLst>
          </p:nvPr>
        </p:nvSpPr>
        <p:spPr>
          <a:xfrm>
            <a:off x="6654800" y="3759200"/>
            <a:ext cx="17018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3" name="文本占位符 22"/>
          <p:cNvSpPr>
            <a:spLocks noGrp="1"/>
          </p:cNvSpPr>
          <p:nvPr>
            <p:ph type="body" idx="16391" hasCustomPrompt="1"/>
            <p:custDataLst>
              <p:tags r:id="rId17"/>
            </p:custDataLst>
          </p:nvPr>
        </p:nvSpPr>
        <p:spPr>
          <a:xfrm>
            <a:off x="6654800" y="4318000"/>
            <a:ext cx="17018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装饰  3"/>
          <p:cNvSpPr>
            <a:spLocks noGrp="1"/>
          </p:cNvSpPr>
          <p:nvPr>
            <p:ph type="body" idx="16401" hasCustomPrompt="1"/>
            <p:custDataLst>
              <p:tags r:id="rId18"/>
            </p:custDataLst>
          </p:nvPr>
        </p:nvSpPr>
        <p:spPr>
          <a:xfrm>
            <a:off x="90678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图片占位符 24"/>
          <p:cNvSpPr>
            <a:spLocks noGrp="1"/>
          </p:cNvSpPr>
          <p:nvPr>
            <p:ph type="pic" idx="16400" hasCustomPrompt="1"/>
            <p:custDataLst>
              <p:tags r:id="rId19"/>
            </p:custDataLst>
          </p:nvPr>
        </p:nvSpPr>
        <p:spPr>
          <a:xfrm>
            <a:off x="9715500" y="2235200"/>
            <a:ext cx="1219200" cy="12192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6" name="文本占位符 25"/>
          <p:cNvSpPr>
            <a:spLocks noGrp="1"/>
          </p:cNvSpPr>
          <p:nvPr>
            <p:ph type="body" idx="16392" hasCustomPrompt="1"/>
            <p:custDataLst>
              <p:tags r:id="rId20"/>
            </p:custDataLst>
          </p:nvPr>
        </p:nvSpPr>
        <p:spPr>
          <a:xfrm>
            <a:off x="9474200" y="3759200"/>
            <a:ext cx="17018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7" name="文本占位符 26"/>
          <p:cNvSpPr>
            <a:spLocks noGrp="1"/>
          </p:cNvSpPr>
          <p:nvPr>
            <p:ph type="body" idx="16393" hasCustomPrompt="1"/>
            <p:custDataLst>
              <p:tags r:id="rId21"/>
            </p:custDataLst>
          </p:nvPr>
        </p:nvSpPr>
        <p:spPr>
          <a:xfrm>
            <a:off x="9474200" y="4318000"/>
            <a:ext cx="17018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正文页-32_28">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5" hasCustomPrompt="1"/>
            <p:custDataLst>
              <p:tags r:id="rId6"/>
            </p:custDataLst>
          </p:nvPr>
        </p:nvSpPr>
        <p:spPr>
          <a:xfrm>
            <a:off x="6096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6" hasCustomPrompt="1"/>
            <p:custDataLst>
              <p:tags r:id="rId7"/>
            </p:custDataLst>
          </p:nvPr>
        </p:nvSpPr>
        <p:spPr>
          <a:xfrm>
            <a:off x="1104900" y="20574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图片占位符 13"/>
          <p:cNvSpPr>
            <a:spLocks noGrp="1"/>
          </p:cNvSpPr>
          <p:nvPr>
            <p:ph type="pic" idx="16394" hasCustomPrompt="1"/>
            <p:custDataLst>
              <p:tags r:id="rId8"/>
            </p:custDataLst>
          </p:nvPr>
        </p:nvSpPr>
        <p:spPr>
          <a:xfrm>
            <a:off x="1460500" y="2413000"/>
            <a:ext cx="812800" cy="8128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5" name="文本占位符 14"/>
          <p:cNvSpPr>
            <a:spLocks noGrp="1"/>
          </p:cNvSpPr>
          <p:nvPr>
            <p:ph type="body" idx="16386" hasCustomPrompt="1"/>
            <p:custDataLst>
              <p:tags r:id="rId9"/>
            </p:custDataLst>
          </p:nvPr>
        </p:nvSpPr>
        <p:spPr>
          <a:xfrm>
            <a:off x="1016000" y="3937000"/>
            <a:ext cx="17018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6" name="文本占位符 15"/>
          <p:cNvSpPr>
            <a:spLocks noGrp="1"/>
          </p:cNvSpPr>
          <p:nvPr>
            <p:ph type="body" idx="16387" hasCustomPrompt="1"/>
            <p:custDataLst>
              <p:tags r:id="rId10"/>
            </p:custDataLst>
          </p:nvPr>
        </p:nvSpPr>
        <p:spPr>
          <a:xfrm>
            <a:off x="1016000" y="4495800"/>
            <a:ext cx="17018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7" name="装饰  6"/>
          <p:cNvSpPr>
            <a:spLocks noGrp="1"/>
          </p:cNvSpPr>
          <p:nvPr>
            <p:ph type="body" idx="16398" hasCustomPrompt="1"/>
            <p:custDataLst>
              <p:tags r:id="rId11"/>
            </p:custDataLst>
          </p:nvPr>
        </p:nvSpPr>
        <p:spPr>
          <a:xfrm>
            <a:off x="34290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装饰  7"/>
          <p:cNvSpPr>
            <a:spLocks noGrp="1"/>
          </p:cNvSpPr>
          <p:nvPr>
            <p:ph type="body" idx="16399" hasCustomPrompt="1"/>
            <p:custDataLst>
              <p:tags r:id="rId12"/>
            </p:custDataLst>
          </p:nvPr>
        </p:nvSpPr>
        <p:spPr>
          <a:xfrm>
            <a:off x="3924300" y="20574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FFFFFF"/>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9" name="图片占位符 18"/>
          <p:cNvSpPr>
            <a:spLocks noGrp="1"/>
          </p:cNvSpPr>
          <p:nvPr>
            <p:ph type="pic" idx="16397" hasCustomPrompt="1"/>
            <p:custDataLst>
              <p:tags r:id="rId13"/>
            </p:custDataLst>
          </p:nvPr>
        </p:nvSpPr>
        <p:spPr>
          <a:xfrm>
            <a:off x="4279900" y="2413000"/>
            <a:ext cx="812800" cy="8128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0" name="文本占位符 19"/>
          <p:cNvSpPr>
            <a:spLocks noGrp="1"/>
          </p:cNvSpPr>
          <p:nvPr>
            <p:ph type="body" idx="16388" hasCustomPrompt="1"/>
            <p:custDataLst>
              <p:tags r:id="rId14"/>
            </p:custDataLst>
          </p:nvPr>
        </p:nvSpPr>
        <p:spPr>
          <a:xfrm>
            <a:off x="3835400" y="3937000"/>
            <a:ext cx="1701800" cy="406400"/>
          </a:xfrm>
          <a:noFill/>
        </p:spPr>
        <p:txBody>
          <a:bodyPr lIns="0" tIns="0" rIns="0" bIns="0" anchor="t">
            <a:normAutofit/>
          </a:bodyPr>
          <a:lstStyle>
            <a:lvl1pPr marL="0" indent="0" algn="ctr">
              <a:lnSpc>
                <a:spcPct val="111000"/>
              </a:lnSpc>
              <a:spcBef>
                <a:spcPct val="0"/>
              </a:spcBef>
              <a:spcAft>
                <a:spcPct val="0"/>
              </a:spcAft>
              <a:buNone/>
              <a:defRPr sz="2400" b="0" spc="0">
                <a:solidFill>
                  <a:srgbClr val="FFFFFF"/>
                </a:solidFill>
              </a:defRPr>
            </a:lvl1pPr>
          </a:lstStyle>
          <a:p>
            <a:pPr lvl="0"/>
            <a:r>
              <a:rPr lang="zh-CN" altLang="en-US" smtClean="0"/>
              <a:t>项标题</a:t>
            </a:r>
            <a:endParaRPr lang="zh-CN" altLang="en-US" smtClean="0"/>
          </a:p>
        </p:txBody>
      </p:sp>
      <p:sp>
        <p:nvSpPr>
          <p:cNvPr id="21" name="文本占位符 20"/>
          <p:cNvSpPr>
            <a:spLocks noGrp="1"/>
          </p:cNvSpPr>
          <p:nvPr>
            <p:ph type="body" idx="16389" hasCustomPrompt="1"/>
            <p:custDataLst>
              <p:tags r:id="rId15"/>
            </p:custDataLst>
          </p:nvPr>
        </p:nvSpPr>
        <p:spPr>
          <a:xfrm>
            <a:off x="3835400" y="4495800"/>
            <a:ext cx="1701800" cy="1219200"/>
          </a:xfrm>
          <a:noFill/>
        </p:spPr>
        <p:txBody>
          <a:bodyPr lIns="0" tIns="0" rIns="0" bIns="0" anchor="t">
            <a:normAutofit/>
          </a:bodyPr>
          <a:lstStyle>
            <a:lvl1pPr marL="0" indent="0" algn="ctr">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22" name="装饰  1"/>
          <p:cNvSpPr>
            <a:spLocks noGrp="1"/>
          </p:cNvSpPr>
          <p:nvPr>
            <p:ph type="body" idx="16401" hasCustomPrompt="1"/>
            <p:custDataLst>
              <p:tags r:id="rId16"/>
            </p:custDataLst>
          </p:nvPr>
        </p:nvSpPr>
        <p:spPr>
          <a:xfrm>
            <a:off x="62484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3" name="装饰  2"/>
          <p:cNvSpPr>
            <a:spLocks noGrp="1"/>
          </p:cNvSpPr>
          <p:nvPr>
            <p:ph type="body" idx="16402" hasCustomPrompt="1"/>
            <p:custDataLst>
              <p:tags r:id="rId17"/>
            </p:custDataLst>
          </p:nvPr>
        </p:nvSpPr>
        <p:spPr>
          <a:xfrm>
            <a:off x="6743700" y="20574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图片占位符 23"/>
          <p:cNvSpPr>
            <a:spLocks noGrp="1"/>
          </p:cNvSpPr>
          <p:nvPr>
            <p:ph type="pic" idx="16400" hasCustomPrompt="1"/>
            <p:custDataLst>
              <p:tags r:id="rId18"/>
            </p:custDataLst>
          </p:nvPr>
        </p:nvSpPr>
        <p:spPr>
          <a:xfrm>
            <a:off x="7099300" y="2413000"/>
            <a:ext cx="812800" cy="8128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5" name="文本占位符 24"/>
          <p:cNvSpPr>
            <a:spLocks noGrp="1"/>
          </p:cNvSpPr>
          <p:nvPr>
            <p:ph type="body" idx="16390" hasCustomPrompt="1"/>
            <p:custDataLst>
              <p:tags r:id="rId19"/>
            </p:custDataLst>
          </p:nvPr>
        </p:nvSpPr>
        <p:spPr>
          <a:xfrm>
            <a:off x="6654800" y="3937000"/>
            <a:ext cx="17018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6" name="文本占位符 25"/>
          <p:cNvSpPr>
            <a:spLocks noGrp="1"/>
          </p:cNvSpPr>
          <p:nvPr>
            <p:ph type="body" idx="16391" hasCustomPrompt="1"/>
            <p:custDataLst>
              <p:tags r:id="rId20"/>
            </p:custDataLst>
          </p:nvPr>
        </p:nvSpPr>
        <p:spPr>
          <a:xfrm>
            <a:off x="6654800" y="4495800"/>
            <a:ext cx="1701800" cy="12192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7" name="装饰  6"/>
          <p:cNvSpPr>
            <a:spLocks noGrp="1"/>
          </p:cNvSpPr>
          <p:nvPr>
            <p:ph type="body" idx="16404" hasCustomPrompt="1"/>
            <p:custDataLst>
              <p:tags r:id="rId21"/>
            </p:custDataLst>
          </p:nvPr>
        </p:nvSpPr>
        <p:spPr>
          <a:xfrm>
            <a:off x="9067800" y="1524000"/>
            <a:ext cx="2514600" cy="4724400"/>
          </a:xfrm>
          <a:custGeom>
            <a:avLst/>
            <a:gdLst>
              <a:gd name="connisteX0" fmla="*/ 0 w 2514600"/>
              <a:gd name="connsiteY0" fmla="*/ 203200 h 4724400"/>
              <a:gd name="connisteX1" fmla="*/ 203200 w 2514600"/>
              <a:gd name="connsiteY1" fmla="*/ 0 h 4724400"/>
              <a:gd name="connisteX2" fmla="*/ 2311400 w 2514600"/>
              <a:gd name="connsiteY2" fmla="*/ 0 h 4724400"/>
              <a:gd name="connisteX3" fmla="*/ 2514600 w 2514600"/>
              <a:gd name="connsiteY3" fmla="*/ 203200 h 4724400"/>
              <a:gd name="connisteX4" fmla="*/ 2514600 w 2514600"/>
              <a:gd name="connsiteY4" fmla="*/ 4521200 h 4724400"/>
              <a:gd name="connisteX5" fmla="*/ 2311400 w 2514600"/>
              <a:gd name="connsiteY5" fmla="*/ 4724400 h 4724400"/>
              <a:gd name="connisteX6" fmla="*/ 203200 w 2514600"/>
              <a:gd name="connsiteY6" fmla="*/ 4724400 h 4724400"/>
              <a:gd name="connisteX7" fmla="*/ 0 w 2514600"/>
              <a:gd name="connsiteY7" fmla="*/ 4521200 h 4724400"/>
              <a:gd name="connisteX8" fmla="*/ 0 w 25146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724400">
                <a:moveTo>
                  <a:pt x="0" y="203200"/>
                </a:moveTo>
                <a:cubicBezTo>
                  <a:pt x="0" y="90976"/>
                  <a:pt x="90976" y="0"/>
                  <a:pt x="203200" y="0"/>
                </a:cubicBezTo>
                <a:lnTo>
                  <a:pt x="2311400" y="0"/>
                </a:lnTo>
                <a:cubicBezTo>
                  <a:pt x="2423624" y="0"/>
                  <a:pt x="2514600" y="90976"/>
                  <a:pt x="2514600" y="203200"/>
                </a:cubicBezTo>
                <a:lnTo>
                  <a:pt x="2514600" y="4521200"/>
                </a:lnTo>
                <a:cubicBezTo>
                  <a:pt x="2514600" y="4633424"/>
                  <a:pt x="2423624" y="4724400"/>
                  <a:pt x="2311400" y="4724400"/>
                </a:cubicBezTo>
                <a:lnTo>
                  <a:pt x="203200" y="4724400"/>
                </a:lnTo>
                <a:cubicBezTo>
                  <a:pt x="90976" y="4724400"/>
                  <a:pt x="0" y="4633424"/>
                  <a:pt x="0" y="452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8" name="装饰  7"/>
          <p:cNvSpPr>
            <a:spLocks noGrp="1"/>
          </p:cNvSpPr>
          <p:nvPr>
            <p:ph type="body" idx="16405" hasCustomPrompt="1"/>
            <p:custDataLst>
              <p:tags r:id="rId22"/>
            </p:custDataLst>
          </p:nvPr>
        </p:nvSpPr>
        <p:spPr>
          <a:xfrm>
            <a:off x="9563100" y="20574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FFFFFF"/>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9" name="图片占位符 28"/>
          <p:cNvSpPr>
            <a:spLocks noGrp="1"/>
          </p:cNvSpPr>
          <p:nvPr>
            <p:ph type="pic" idx="16403" hasCustomPrompt="1"/>
            <p:custDataLst>
              <p:tags r:id="rId23"/>
            </p:custDataLst>
          </p:nvPr>
        </p:nvSpPr>
        <p:spPr>
          <a:xfrm>
            <a:off x="9918700" y="2413000"/>
            <a:ext cx="812800" cy="8128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30" name="文本占位符 29"/>
          <p:cNvSpPr>
            <a:spLocks noGrp="1"/>
          </p:cNvSpPr>
          <p:nvPr>
            <p:ph type="body" idx="16392" hasCustomPrompt="1"/>
            <p:custDataLst>
              <p:tags r:id="rId24"/>
            </p:custDataLst>
          </p:nvPr>
        </p:nvSpPr>
        <p:spPr>
          <a:xfrm>
            <a:off x="9474200" y="3937000"/>
            <a:ext cx="1701800" cy="406400"/>
          </a:xfrm>
          <a:noFill/>
        </p:spPr>
        <p:txBody>
          <a:bodyPr lIns="0" tIns="0" rIns="0" bIns="0" anchor="t">
            <a:normAutofit/>
          </a:bodyPr>
          <a:lstStyle>
            <a:lvl1pPr marL="0" indent="0" algn="ctr">
              <a:lnSpc>
                <a:spcPct val="111000"/>
              </a:lnSpc>
              <a:spcBef>
                <a:spcPct val="0"/>
              </a:spcBef>
              <a:spcAft>
                <a:spcPct val="0"/>
              </a:spcAft>
              <a:buNone/>
              <a:defRPr sz="2400" b="0" spc="0">
                <a:solidFill>
                  <a:srgbClr val="FFFFFF"/>
                </a:solidFill>
              </a:defRPr>
            </a:lvl1pPr>
          </a:lstStyle>
          <a:p>
            <a:pPr lvl="0"/>
            <a:r>
              <a:rPr lang="zh-CN" altLang="en-US" smtClean="0"/>
              <a:t>项标题</a:t>
            </a:r>
            <a:endParaRPr lang="zh-CN" altLang="en-US" smtClean="0"/>
          </a:p>
        </p:txBody>
      </p:sp>
      <p:sp>
        <p:nvSpPr>
          <p:cNvPr id="31" name="文本占位符 30"/>
          <p:cNvSpPr>
            <a:spLocks noGrp="1"/>
          </p:cNvSpPr>
          <p:nvPr>
            <p:ph type="body" idx="16393" hasCustomPrompt="1"/>
            <p:custDataLst>
              <p:tags r:id="rId25"/>
            </p:custDataLst>
          </p:nvPr>
        </p:nvSpPr>
        <p:spPr>
          <a:xfrm>
            <a:off x="9474200" y="4495800"/>
            <a:ext cx="1701800" cy="1219200"/>
          </a:xfrm>
          <a:noFill/>
        </p:spPr>
        <p:txBody>
          <a:bodyPr lIns="0" tIns="0" rIns="0" bIns="0" anchor="t">
            <a:normAutofit/>
          </a:bodyPr>
          <a:lstStyle>
            <a:lvl1pPr marL="0" indent="0" algn="ctr">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正文页-上标下内-装饰右叠-默认位置-并列-31_32_group1">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4" hasCustomPrompt="1"/>
            <p:custDataLst>
              <p:tags r:id="rId6"/>
            </p:custDataLst>
          </p:nvPr>
        </p:nvSpPr>
        <p:spPr>
          <a:xfrm>
            <a:off x="6096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5" hasCustomPrompt="1"/>
            <p:custDataLst>
              <p:tags r:id="rId7"/>
            </p:custDataLst>
          </p:nvPr>
        </p:nvSpPr>
        <p:spPr>
          <a:xfrm>
            <a:off x="914400" y="20193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2387600" y="2070100"/>
            <a:ext cx="32512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2387600" y="2578100"/>
            <a:ext cx="3251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6" hasCustomPrompt="1"/>
            <p:custDataLst>
              <p:tags r:id="rId10"/>
            </p:custDataLst>
          </p:nvPr>
        </p:nvSpPr>
        <p:spPr>
          <a:xfrm>
            <a:off x="62484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7" hasCustomPrompt="1"/>
            <p:custDataLst>
              <p:tags r:id="rId11"/>
            </p:custDataLst>
          </p:nvPr>
        </p:nvSpPr>
        <p:spPr>
          <a:xfrm>
            <a:off x="6553200" y="20193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8026400" y="2070100"/>
            <a:ext cx="32512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8026400" y="2578100"/>
            <a:ext cx="3251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8" hasCustomPrompt="1"/>
            <p:custDataLst>
              <p:tags r:id="rId14"/>
            </p:custDataLst>
          </p:nvPr>
        </p:nvSpPr>
        <p:spPr>
          <a:xfrm>
            <a:off x="6096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9" hasCustomPrompt="1"/>
            <p:custDataLst>
              <p:tags r:id="rId15"/>
            </p:custDataLst>
          </p:nvPr>
        </p:nvSpPr>
        <p:spPr>
          <a:xfrm>
            <a:off x="914400" y="45339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90" hasCustomPrompt="1"/>
            <p:custDataLst>
              <p:tags r:id="rId16"/>
            </p:custDataLst>
          </p:nvPr>
        </p:nvSpPr>
        <p:spPr>
          <a:xfrm>
            <a:off x="2387600" y="4584700"/>
            <a:ext cx="32512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91" hasCustomPrompt="1"/>
            <p:custDataLst>
              <p:tags r:id="rId17"/>
            </p:custDataLst>
          </p:nvPr>
        </p:nvSpPr>
        <p:spPr>
          <a:xfrm>
            <a:off x="2387600" y="5092700"/>
            <a:ext cx="3251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装饰  3"/>
          <p:cNvSpPr>
            <a:spLocks noGrp="1"/>
          </p:cNvSpPr>
          <p:nvPr>
            <p:ph type="body" idx="16400" hasCustomPrompt="1"/>
            <p:custDataLst>
              <p:tags r:id="rId18"/>
            </p:custDataLst>
          </p:nvPr>
        </p:nvSpPr>
        <p:spPr>
          <a:xfrm>
            <a:off x="62484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图片占位符 24"/>
          <p:cNvSpPr>
            <a:spLocks noGrp="1"/>
          </p:cNvSpPr>
          <p:nvPr>
            <p:ph type="pic" idx="16401" hasCustomPrompt="1"/>
            <p:custDataLst>
              <p:tags r:id="rId19"/>
            </p:custDataLst>
          </p:nvPr>
        </p:nvSpPr>
        <p:spPr>
          <a:xfrm>
            <a:off x="6553200" y="45339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6" name="文本占位符 25"/>
          <p:cNvSpPr>
            <a:spLocks noGrp="1"/>
          </p:cNvSpPr>
          <p:nvPr>
            <p:ph type="body" idx="16392" hasCustomPrompt="1"/>
            <p:custDataLst>
              <p:tags r:id="rId20"/>
            </p:custDataLst>
          </p:nvPr>
        </p:nvSpPr>
        <p:spPr>
          <a:xfrm>
            <a:off x="8026400" y="4584700"/>
            <a:ext cx="32512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7" name="文本占位符 26"/>
          <p:cNvSpPr>
            <a:spLocks noGrp="1"/>
          </p:cNvSpPr>
          <p:nvPr>
            <p:ph type="body" idx="16393" hasCustomPrompt="1"/>
            <p:custDataLst>
              <p:tags r:id="rId21"/>
            </p:custDataLst>
          </p:nvPr>
        </p:nvSpPr>
        <p:spPr>
          <a:xfrm>
            <a:off x="8026400" y="5092700"/>
            <a:ext cx="3251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正文页-6_99">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63246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6" hasCustomPrompt="1"/>
            <p:custDataLst>
              <p:tags r:id="rId6"/>
            </p:custDataLst>
          </p:nvPr>
        </p:nvSpPr>
        <p:spPr>
          <a:xfrm>
            <a:off x="7543800" y="609600"/>
            <a:ext cx="4038600" cy="5638800"/>
          </a:xfrm>
          <a:custGeom>
            <a:avLst/>
            <a:gdLst>
              <a:gd name="connisteX0" fmla="*/ 0 w 4038600"/>
              <a:gd name="connsiteY0" fmla="*/ 203200 h 5638800"/>
              <a:gd name="connisteX1" fmla="*/ 203200 w 4038600"/>
              <a:gd name="connsiteY1" fmla="*/ 0 h 5638800"/>
              <a:gd name="connisteX2" fmla="*/ 3835400 w 4038600"/>
              <a:gd name="connsiteY2" fmla="*/ 0 h 5638800"/>
              <a:gd name="connisteX3" fmla="*/ 4038600 w 4038600"/>
              <a:gd name="connsiteY3" fmla="*/ 203200 h 5638800"/>
              <a:gd name="connisteX4" fmla="*/ 4038600 w 4038600"/>
              <a:gd name="connsiteY4" fmla="*/ 5435600 h 5638800"/>
              <a:gd name="connisteX5" fmla="*/ 3835400 w 4038600"/>
              <a:gd name="connsiteY5" fmla="*/ 5638800 h 5638800"/>
              <a:gd name="connisteX6" fmla="*/ 203200 w 4038600"/>
              <a:gd name="connsiteY6" fmla="*/ 5638800 h 5638800"/>
              <a:gd name="connisteX7" fmla="*/ 0 w 4038600"/>
              <a:gd name="connsiteY7" fmla="*/ 5435600 h 5638800"/>
              <a:gd name="connisteX8" fmla="*/ 0 w 40386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4038600" h="5638800">
                <a:moveTo>
                  <a:pt x="0" y="203200"/>
                </a:moveTo>
                <a:cubicBezTo>
                  <a:pt x="0" y="90976"/>
                  <a:pt x="90976" y="0"/>
                  <a:pt x="203200" y="0"/>
                </a:cubicBezTo>
                <a:lnTo>
                  <a:pt x="3835400" y="0"/>
                </a:lnTo>
                <a:cubicBezTo>
                  <a:pt x="3947624" y="0"/>
                  <a:pt x="4038600" y="90976"/>
                  <a:pt x="4038600" y="203200"/>
                </a:cubicBezTo>
                <a:lnTo>
                  <a:pt x="4038600" y="5435600"/>
                </a:lnTo>
                <a:cubicBezTo>
                  <a:pt x="4038600" y="5547824"/>
                  <a:pt x="3947624" y="5638800"/>
                  <a:pt x="3835400" y="5638800"/>
                </a:cubicBezTo>
                <a:lnTo>
                  <a:pt x="203200" y="5638800"/>
                </a:lnTo>
                <a:cubicBezTo>
                  <a:pt x="90976" y="5638800"/>
                  <a:pt x="0" y="5547824"/>
                  <a:pt x="0" y="5435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7" hasCustomPrompt="1"/>
            <p:custDataLst>
              <p:tags r:id="rId7"/>
            </p:custDataLst>
          </p:nvPr>
        </p:nvSpPr>
        <p:spPr>
          <a:xfrm>
            <a:off x="609600" y="22352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762000" y="2235200"/>
            <a:ext cx="1651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762000" y="2743200"/>
            <a:ext cx="16510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8" hasCustomPrompt="1"/>
            <p:custDataLst>
              <p:tags r:id="rId10"/>
            </p:custDataLst>
          </p:nvPr>
        </p:nvSpPr>
        <p:spPr>
          <a:xfrm>
            <a:off x="2870200" y="22352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3022600" y="2235200"/>
            <a:ext cx="1651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8" name="文本占位符 17"/>
          <p:cNvSpPr>
            <a:spLocks noGrp="1"/>
          </p:cNvSpPr>
          <p:nvPr>
            <p:ph type="body" idx="16389" hasCustomPrompt="1"/>
            <p:custDataLst>
              <p:tags r:id="rId12"/>
            </p:custDataLst>
          </p:nvPr>
        </p:nvSpPr>
        <p:spPr>
          <a:xfrm>
            <a:off x="3022600" y="2743200"/>
            <a:ext cx="16510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装饰  8"/>
          <p:cNvSpPr>
            <a:spLocks noGrp="1"/>
          </p:cNvSpPr>
          <p:nvPr>
            <p:ph type="body" idx="16399" hasCustomPrompt="1"/>
            <p:custDataLst>
              <p:tags r:id="rId13"/>
            </p:custDataLst>
          </p:nvPr>
        </p:nvSpPr>
        <p:spPr>
          <a:xfrm>
            <a:off x="5130800" y="22352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文本占位符 19"/>
          <p:cNvSpPr>
            <a:spLocks noGrp="1"/>
          </p:cNvSpPr>
          <p:nvPr>
            <p:ph type="body" idx="16390" hasCustomPrompt="1"/>
            <p:custDataLst>
              <p:tags r:id="rId14"/>
            </p:custDataLst>
          </p:nvPr>
        </p:nvSpPr>
        <p:spPr>
          <a:xfrm>
            <a:off x="5283200" y="2235200"/>
            <a:ext cx="1651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1" name="文本占位符 20"/>
          <p:cNvSpPr>
            <a:spLocks noGrp="1"/>
          </p:cNvSpPr>
          <p:nvPr>
            <p:ph type="body" idx="16391" hasCustomPrompt="1"/>
            <p:custDataLst>
              <p:tags r:id="rId15"/>
            </p:custDataLst>
          </p:nvPr>
        </p:nvSpPr>
        <p:spPr>
          <a:xfrm>
            <a:off x="5283200" y="2743200"/>
            <a:ext cx="16510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2" name="装饰  1"/>
          <p:cNvSpPr>
            <a:spLocks noGrp="1"/>
          </p:cNvSpPr>
          <p:nvPr>
            <p:ph type="body" idx="16400" hasCustomPrompt="1"/>
            <p:custDataLst>
              <p:tags r:id="rId16"/>
            </p:custDataLst>
          </p:nvPr>
        </p:nvSpPr>
        <p:spPr>
          <a:xfrm>
            <a:off x="609600" y="41148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3" name="文本占位符 22"/>
          <p:cNvSpPr>
            <a:spLocks noGrp="1"/>
          </p:cNvSpPr>
          <p:nvPr>
            <p:ph type="body" idx="16392" hasCustomPrompt="1"/>
            <p:custDataLst>
              <p:tags r:id="rId17"/>
            </p:custDataLst>
          </p:nvPr>
        </p:nvSpPr>
        <p:spPr>
          <a:xfrm>
            <a:off x="762000" y="4114800"/>
            <a:ext cx="1651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4" name="文本占位符 23"/>
          <p:cNvSpPr>
            <a:spLocks noGrp="1"/>
          </p:cNvSpPr>
          <p:nvPr>
            <p:ph type="body" idx="16393" hasCustomPrompt="1"/>
            <p:custDataLst>
              <p:tags r:id="rId18"/>
            </p:custDataLst>
          </p:nvPr>
        </p:nvSpPr>
        <p:spPr>
          <a:xfrm>
            <a:off x="762000" y="4622800"/>
            <a:ext cx="16510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5" name="装饰  4"/>
          <p:cNvSpPr>
            <a:spLocks noGrp="1"/>
          </p:cNvSpPr>
          <p:nvPr>
            <p:ph type="body" idx="16401" hasCustomPrompt="1"/>
            <p:custDataLst>
              <p:tags r:id="rId19"/>
            </p:custDataLst>
          </p:nvPr>
        </p:nvSpPr>
        <p:spPr>
          <a:xfrm>
            <a:off x="2870200" y="41148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6" name="文本占位符 25"/>
          <p:cNvSpPr>
            <a:spLocks noGrp="1"/>
          </p:cNvSpPr>
          <p:nvPr>
            <p:ph type="body" idx="16394" hasCustomPrompt="1"/>
            <p:custDataLst>
              <p:tags r:id="rId20"/>
            </p:custDataLst>
          </p:nvPr>
        </p:nvSpPr>
        <p:spPr>
          <a:xfrm>
            <a:off x="3022600" y="4114800"/>
            <a:ext cx="1651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7" name="文本占位符 26"/>
          <p:cNvSpPr>
            <a:spLocks noGrp="1"/>
          </p:cNvSpPr>
          <p:nvPr>
            <p:ph type="body" idx="16395" hasCustomPrompt="1"/>
            <p:custDataLst>
              <p:tags r:id="rId21"/>
            </p:custDataLst>
          </p:nvPr>
        </p:nvSpPr>
        <p:spPr>
          <a:xfrm>
            <a:off x="3022600" y="4622800"/>
            <a:ext cx="16510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正文页-上标下内-装饰右-方向错位-并列-26_8_group1">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609600" y="1524000"/>
            <a:ext cx="5384800" cy="2209800"/>
          </a:xfrm>
          <a:custGeom>
            <a:avLst/>
            <a:gdLst>
              <a:gd name="connisteX0" fmla="*/ 0 w 5384800"/>
              <a:gd name="connsiteY0" fmla="*/ 203200 h 2209800"/>
              <a:gd name="connisteX1" fmla="*/ 203200 w 5384800"/>
              <a:gd name="connsiteY1" fmla="*/ 0 h 2209800"/>
              <a:gd name="connisteX2" fmla="*/ 5384800 w 5384800"/>
              <a:gd name="connsiteY2" fmla="*/ 0 h 2209800"/>
              <a:gd name="connisteX3" fmla="*/ 5384800 w 5384800"/>
              <a:gd name="connsiteY3" fmla="*/ 2209800 h 2209800"/>
              <a:gd name="connisteX4" fmla="*/ 203200 w 5384800"/>
              <a:gd name="connsiteY4" fmla="*/ 2209800 h 2209800"/>
              <a:gd name="connisteX5" fmla="*/ 0 w 5384800"/>
              <a:gd name="connsiteY5" fmla="*/ 2006600 h 2209800"/>
              <a:gd name="connisteX6" fmla="*/ 0 w 53848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84800" h="2209800">
                <a:moveTo>
                  <a:pt x="0" y="203200"/>
                </a:moveTo>
                <a:cubicBezTo>
                  <a:pt x="0" y="90976"/>
                  <a:pt x="90976" y="0"/>
                  <a:pt x="203200" y="0"/>
                </a:cubicBezTo>
                <a:lnTo>
                  <a:pt x="5384800" y="0"/>
                </a:lnTo>
                <a:lnTo>
                  <a:pt x="5384800" y="2209800"/>
                </a:lnTo>
                <a:lnTo>
                  <a:pt x="203200" y="2209800"/>
                </a:lnTo>
                <a:cubicBezTo>
                  <a:pt x="90976" y="2209800"/>
                  <a:pt x="0" y="2118824"/>
                  <a:pt x="0" y="20066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5994400" y="1524000"/>
            <a:ext cx="5588000" cy="2209800"/>
          </a:xfrm>
          <a:custGeom>
            <a:avLst/>
            <a:gdLst>
              <a:gd name="connisteX0" fmla="*/ 0 w 5588000"/>
              <a:gd name="connsiteY0" fmla="*/ 0 h 2209800"/>
              <a:gd name="connisteX1" fmla="*/ 5384800 w 5588000"/>
              <a:gd name="connsiteY1" fmla="*/ 0 h 2209800"/>
              <a:gd name="connisteX2" fmla="*/ 5588000 w 5588000"/>
              <a:gd name="connsiteY2" fmla="*/ 203200 h 2209800"/>
              <a:gd name="connisteX3" fmla="*/ 5588000 w 5588000"/>
              <a:gd name="connsiteY3" fmla="*/ 2006600 h 2209800"/>
              <a:gd name="connisteX4" fmla="*/ 5384800 w 5588000"/>
              <a:gd name="connsiteY4" fmla="*/ 2209800 h 2209800"/>
              <a:gd name="connisteX5" fmla="*/ 0 w 5588000"/>
              <a:gd name="connsiteY5" fmla="*/ 2209800 h 2209800"/>
              <a:gd name="connisteX6" fmla="*/ 0 w 5588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588000" h="2209800">
                <a:moveTo>
                  <a:pt x="0" y="0"/>
                </a:moveTo>
                <a:lnTo>
                  <a:pt x="5384800" y="0"/>
                </a:lnTo>
                <a:cubicBezTo>
                  <a:pt x="5497024" y="0"/>
                  <a:pt x="5588000" y="90976"/>
                  <a:pt x="5588000" y="203200"/>
                </a:cubicBezTo>
                <a:lnTo>
                  <a:pt x="5588000" y="2006600"/>
                </a:lnTo>
                <a:cubicBezTo>
                  <a:pt x="5588000" y="2118824"/>
                  <a:pt x="5497024" y="2209800"/>
                  <a:pt x="5384800" y="2209800"/>
                </a:cubicBezTo>
                <a:lnTo>
                  <a:pt x="0" y="22098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914400" y="2044700"/>
            <a:ext cx="4775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914400" y="2603500"/>
            <a:ext cx="4775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6197600" y="4038600"/>
            <a:ext cx="5384800" cy="2209800"/>
          </a:xfrm>
          <a:custGeom>
            <a:avLst/>
            <a:gdLst>
              <a:gd name="connisteX0" fmla="*/ 0 w 5384800"/>
              <a:gd name="connsiteY0" fmla="*/ 0 h 2209800"/>
              <a:gd name="connisteX1" fmla="*/ 5181600 w 5384800"/>
              <a:gd name="connsiteY1" fmla="*/ 0 h 2209800"/>
              <a:gd name="connisteX2" fmla="*/ 5384800 w 5384800"/>
              <a:gd name="connsiteY2" fmla="*/ 203200 h 2209800"/>
              <a:gd name="connisteX3" fmla="*/ 5384800 w 5384800"/>
              <a:gd name="connsiteY3" fmla="*/ 2006600 h 2209800"/>
              <a:gd name="connisteX4" fmla="*/ 5181600 w 5384800"/>
              <a:gd name="connsiteY4" fmla="*/ 2209800 h 2209800"/>
              <a:gd name="connisteX5" fmla="*/ 0 w 5384800"/>
              <a:gd name="connsiteY5" fmla="*/ 2209800 h 2209800"/>
              <a:gd name="connisteX6" fmla="*/ 0 w 5384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84800" h="2209800">
                <a:moveTo>
                  <a:pt x="0" y="0"/>
                </a:moveTo>
                <a:lnTo>
                  <a:pt x="5181600" y="0"/>
                </a:lnTo>
                <a:cubicBezTo>
                  <a:pt x="5293824" y="0"/>
                  <a:pt x="5384800" y="90976"/>
                  <a:pt x="5384800" y="203200"/>
                </a:cubicBezTo>
                <a:lnTo>
                  <a:pt x="5384800" y="2006600"/>
                </a:lnTo>
                <a:cubicBezTo>
                  <a:pt x="5384800" y="2118824"/>
                  <a:pt x="5293824" y="2209800"/>
                  <a:pt x="5181600" y="2209800"/>
                </a:cubicBezTo>
                <a:lnTo>
                  <a:pt x="0" y="2209800"/>
                </a:lnTo>
                <a:lnTo>
                  <a:pt x="0" y="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609600" y="4038600"/>
            <a:ext cx="5588000" cy="2209800"/>
          </a:xfrm>
          <a:custGeom>
            <a:avLst/>
            <a:gdLst>
              <a:gd name="connisteX0" fmla="*/ 0 w 5588000"/>
              <a:gd name="connsiteY0" fmla="*/ 203200 h 2209800"/>
              <a:gd name="connisteX1" fmla="*/ 203200 w 5588000"/>
              <a:gd name="connsiteY1" fmla="*/ 0 h 2209800"/>
              <a:gd name="connisteX2" fmla="*/ 5588000 w 5588000"/>
              <a:gd name="connsiteY2" fmla="*/ 0 h 2209800"/>
              <a:gd name="connisteX3" fmla="*/ 5588000 w 5588000"/>
              <a:gd name="connsiteY3" fmla="*/ 2209800 h 2209800"/>
              <a:gd name="connisteX4" fmla="*/ 203200 w 5588000"/>
              <a:gd name="connsiteY4" fmla="*/ 2209800 h 2209800"/>
              <a:gd name="connisteX5" fmla="*/ 0 w 5588000"/>
              <a:gd name="connsiteY5" fmla="*/ 2006600 h 2209800"/>
              <a:gd name="connisteX6" fmla="*/ 0 w 5588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588000" h="2209800">
                <a:moveTo>
                  <a:pt x="0" y="203200"/>
                </a:moveTo>
                <a:cubicBezTo>
                  <a:pt x="0" y="90976"/>
                  <a:pt x="90976" y="0"/>
                  <a:pt x="203200" y="0"/>
                </a:cubicBezTo>
                <a:lnTo>
                  <a:pt x="5588000" y="0"/>
                </a:lnTo>
                <a:lnTo>
                  <a:pt x="5588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6502400" y="4559300"/>
            <a:ext cx="4775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6502400" y="5118100"/>
            <a:ext cx="4775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正文页-上标下左内下右表-装饰无-默认位置-并列-61_22_group1">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2" hasCustomPrompt="1"/>
            <p:custDataLst>
              <p:tags r:id="rId6"/>
            </p:custDataLst>
          </p:nvPr>
        </p:nvSpPr>
        <p:spPr>
          <a:xfrm>
            <a:off x="6096000" y="1524000"/>
            <a:ext cx="5486400" cy="4724400"/>
          </a:xfrm>
          <a:custGeom>
            <a:avLst/>
            <a:gdLst>
              <a:gd name="connisteX0" fmla="*/ 0 w 5486400"/>
              <a:gd name="connsiteY0" fmla="*/ 0 h 4724400"/>
              <a:gd name="connisteX1" fmla="*/ 5283200 w 5486400"/>
              <a:gd name="connsiteY1" fmla="*/ 0 h 4724400"/>
              <a:gd name="connisteX2" fmla="*/ 5486400 w 5486400"/>
              <a:gd name="connsiteY2" fmla="*/ 203200 h 4724400"/>
              <a:gd name="connisteX3" fmla="*/ 5486400 w 5486400"/>
              <a:gd name="connsiteY3" fmla="*/ 4521200 h 4724400"/>
              <a:gd name="connisteX4" fmla="*/ 5283200 w 5486400"/>
              <a:gd name="connsiteY4" fmla="*/ 4724400 h 4724400"/>
              <a:gd name="connisteX5" fmla="*/ 0 w 5486400"/>
              <a:gd name="connsiteY5" fmla="*/ 4724400 h 4724400"/>
              <a:gd name="connisteX6" fmla="*/ 0 w 5486400"/>
              <a:gd name="connsiteY6" fmla="*/ 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486400" h="4724400">
                <a:moveTo>
                  <a:pt x="0" y="0"/>
                </a:moveTo>
                <a:lnTo>
                  <a:pt x="5283200" y="0"/>
                </a:lnTo>
                <a:cubicBezTo>
                  <a:pt x="5395424" y="0"/>
                  <a:pt x="5486400" y="90976"/>
                  <a:pt x="5486400" y="203200"/>
                </a:cubicBezTo>
                <a:lnTo>
                  <a:pt x="5486400" y="4521200"/>
                </a:lnTo>
                <a:cubicBezTo>
                  <a:pt x="5486400" y="4633424"/>
                  <a:pt x="5395424" y="4724400"/>
                  <a:pt x="5283200" y="4724400"/>
                </a:cubicBezTo>
                <a:lnTo>
                  <a:pt x="0" y="47244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3" hasCustomPrompt="1"/>
            <p:custDataLst>
              <p:tags r:id="rId7"/>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486400 w 5486400"/>
              <a:gd name="connsiteY2" fmla="*/ 0 h 4724400"/>
              <a:gd name="connisteX3" fmla="*/ 5486400 w 5486400"/>
              <a:gd name="connsiteY3" fmla="*/ 4724400 h 4724400"/>
              <a:gd name="connisteX4" fmla="*/ 203200 w 5486400"/>
              <a:gd name="connsiteY4" fmla="*/ 4724400 h 4724400"/>
              <a:gd name="connisteX5" fmla="*/ 0 w 5486400"/>
              <a:gd name="connsiteY5" fmla="*/ 4521200 h 4724400"/>
              <a:gd name="connisteX6" fmla="*/ 0 w 5486400"/>
              <a:gd name="connsiteY6"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486400" h="4724400">
                <a:moveTo>
                  <a:pt x="0" y="203200"/>
                </a:moveTo>
                <a:cubicBezTo>
                  <a:pt x="0" y="90976"/>
                  <a:pt x="90976" y="0"/>
                  <a:pt x="203200" y="0"/>
                </a:cubicBezTo>
                <a:lnTo>
                  <a:pt x="5486400" y="0"/>
                </a:lnTo>
                <a:lnTo>
                  <a:pt x="5486400" y="4724400"/>
                </a:lnTo>
                <a:lnTo>
                  <a:pt x="203200" y="4724400"/>
                </a:lnTo>
                <a:cubicBezTo>
                  <a:pt x="90976" y="4724400"/>
                  <a:pt x="0" y="4633424"/>
                  <a:pt x="0" y="452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8" hasCustomPrompt="1"/>
            <p:custDataLst>
              <p:tags r:id="rId8"/>
            </p:custDataLst>
          </p:nvPr>
        </p:nvSpPr>
        <p:spPr>
          <a:xfrm>
            <a:off x="1079500" y="2362200"/>
            <a:ext cx="1193800" cy="1016000"/>
          </a:xfrm>
          <a:noFill/>
        </p:spPr>
        <p:txBody>
          <a:bodyPr wrap="none" lIns="0" tIns="0" rIns="0" bIns="0" anchor="ctr">
            <a:noAutofit/>
          </a:bodyPr>
          <a:lstStyle>
            <a:lvl1pPr marL="0" indent="0" algn="ctr">
              <a:lnSpc>
                <a:spcPct val="109000"/>
              </a:lnSpc>
              <a:spcBef>
                <a:spcPct val="0"/>
              </a:spcBef>
              <a:spcAft>
                <a:spcPct val="0"/>
              </a:spcAft>
              <a:buNone/>
              <a:defRPr sz="8000" b="0" spc="0">
                <a:solidFill>
                  <a:srgbClr val="FFFFFF"/>
                </a:solidFill>
              </a:defRPr>
            </a:lvl1pPr>
          </a:lstStyle>
          <a:p>
            <a:pPr lvl="0"/>
            <a:r>
              <a:rPr lang="zh-CN" altLang="en-US" smtClean="0"/>
              <a:t>01</a:t>
            </a:r>
            <a:endParaRPr lang="zh-CN" altLang="en-US" smtClean="0"/>
          </a:p>
        </p:txBody>
      </p:sp>
      <p:sp>
        <p:nvSpPr>
          <p:cNvPr id="15" name="文本占位符 14"/>
          <p:cNvSpPr>
            <a:spLocks noGrp="1"/>
          </p:cNvSpPr>
          <p:nvPr>
            <p:ph type="body" idx="16386" hasCustomPrompt="1"/>
            <p:custDataLst>
              <p:tags r:id="rId9"/>
            </p:custDataLst>
          </p:nvPr>
        </p:nvSpPr>
        <p:spPr>
          <a:xfrm>
            <a:off x="1066800" y="3784600"/>
            <a:ext cx="19812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项标题</a:t>
            </a:r>
            <a:endParaRPr lang="zh-CN" altLang="en-US" smtClean="0"/>
          </a:p>
        </p:txBody>
      </p:sp>
      <p:sp>
        <p:nvSpPr>
          <p:cNvPr id="16" name="文本占位符 15"/>
          <p:cNvSpPr>
            <a:spLocks noGrp="1"/>
          </p:cNvSpPr>
          <p:nvPr>
            <p:ph type="body" idx="16387" hasCustomPrompt="1"/>
            <p:custDataLst>
              <p:tags r:id="rId10"/>
            </p:custDataLst>
          </p:nvPr>
        </p:nvSpPr>
        <p:spPr>
          <a:xfrm>
            <a:off x="1066800" y="4292600"/>
            <a:ext cx="19812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17" name="文本占位符 16"/>
          <p:cNvSpPr>
            <a:spLocks noGrp="1"/>
          </p:cNvSpPr>
          <p:nvPr>
            <p:ph type="body" idx="16391" hasCustomPrompt="1"/>
            <p:custDataLst>
              <p:tags r:id="rId11"/>
            </p:custDataLst>
          </p:nvPr>
        </p:nvSpPr>
        <p:spPr>
          <a:xfrm>
            <a:off x="3670300" y="2362200"/>
            <a:ext cx="1193800" cy="1016000"/>
          </a:xfrm>
          <a:noFill/>
        </p:spPr>
        <p:txBody>
          <a:bodyPr wrap="none" lIns="0" tIns="0" rIns="0" bIns="0" anchor="ctr">
            <a:noAutofit/>
          </a:bodyPr>
          <a:lstStyle>
            <a:lvl1pPr marL="0" indent="0" algn="ctr">
              <a:lnSpc>
                <a:spcPct val="109000"/>
              </a:lnSpc>
              <a:spcBef>
                <a:spcPct val="0"/>
              </a:spcBef>
              <a:spcAft>
                <a:spcPct val="0"/>
              </a:spcAft>
              <a:buNone/>
              <a:defRPr sz="8000" b="0" spc="0">
                <a:solidFill>
                  <a:srgbClr val="FFFFFF"/>
                </a:solidFill>
              </a:defRPr>
            </a:lvl1pPr>
          </a:lstStyle>
          <a:p>
            <a:pPr lvl="0"/>
            <a:r>
              <a:rPr lang="zh-CN" altLang="en-US" smtClean="0"/>
              <a:t>02</a:t>
            </a:r>
            <a:endParaRPr lang="zh-CN" altLang="en-US" smtClean="0"/>
          </a:p>
        </p:txBody>
      </p:sp>
      <p:sp>
        <p:nvSpPr>
          <p:cNvPr id="18" name="文本占位符 17"/>
          <p:cNvSpPr>
            <a:spLocks noGrp="1"/>
          </p:cNvSpPr>
          <p:nvPr>
            <p:ph type="body" idx="16389" hasCustomPrompt="1"/>
            <p:custDataLst>
              <p:tags r:id="rId12"/>
            </p:custDataLst>
          </p:nvPr>
        </p:nvSpPr>
        <p:spPr>
          <a:xfrm>
            <a:off x="3657600" y="3784600"/>
            <a:ext cx="19812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项标题</a:t>
            </a:r>
            <a:endParaRPr lang="zh-CN" altLang="en-US" smtClean="0"/>
          </a:p>
        </p:txBody>
      </p:sp>
      <p:sp>
        <p:nvSpPr>
          <p:cNvPr id="19" name="文本占位符 18"/>
          <p:cNvSpPr>
            <a:spLocks noGrp="1"/>
          </p:cNvSpPr>
          <p:nvPr>
            <p:ph type="body" idx="16390" hasCustomPrompt="1"/>
            <p:custDataLst>
              <p:tags r:id="rId13"/>
            </p:custDataLst>
          </p:nvPr>
        </p:nvSpPr>
        <p:spPr>
          <a:xfrm>
            <a:off x="3657600" y="4292600"/>
            <a:ext cx="19812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正文页-51_9">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37846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609600"/>
            <a:ext cx="10972800" cy="2641600"/>
          </a:xfrm>
          <a:custGeom>
            <a:avLst/>
            <a:gdLst>
              <a:gd name="connisteX0" fmla="*/ 0 w 10972800"/>
              <a:gd name="connsiteY0" fmla="*/ 203200 h 2641600"/>
              <a:gd name="connisteX1" fmla="*/ 203200 w 10972800"/>
              <a:gd name="connsiteY1" fmla="*/ 0 h 2641600"/>
              <a:gd name="connisteX2" fmla="*/ 10769600 w 10972800"/>
              <a:gd name="connsiteY2" fmla="*/ 0 h 2641600"/>
              <a:gd name="connisteX3" fmla="*/ 10972800 w 10972800"/>
              <a:gd name="connsiteY3" fmla="*/ 203200 h 2641600"/>
              <a:gd name="connisteX4" fmla="*/ 10972800 w 10972800"/>
              <a:gd name="connsiteY4" fmla="*/ 2438400 h 2641600"/>
              <a:gd name="connisteX5" fmla="*/ 10769600 w 10972800"/>
              <a:gd name="connsiteY5" fmla="*/ 2641600 h 2641600"/>
              <a:gd name="connisteX6" fmla="*/ 203200 w 10972800"/>
              <a:gd name="connsiteY6" fmla="*/ 2641600 h 2641600"/>
              <a:gd name="connisteX7" fmla="*/ 0 w 10972800"/>
              <a:gd name="connsiteY7" fmla="*/ 2438400 h 2641600"/>
              <a:gd name="connisteX8" fmla="*/ 0 w 10972800"/>
              <a:gd name="connsiteY8"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641600">
                <a:moveTo>
                  <a:pt x="0" y="203200"/>
                </a:moveTo>
                <a:cubicBezTo>
                  <a:pt x="0" y="90976"/>
                  <a:pt x="90976" y="0"/>
                  <a:pt x="203200" y="0"/>
                </a:cubicBezTo>
                <a:lnTo>
                  <a:pt x="10769600" y="0"/>
                </a:lnTo>
                <a:cubicBezTo>
                  <a:pt x="10881824" y="0"/>
                  <a:pt x="10972800" y="90976"/>
                  <a:pt x="10972800" y="203200"/>
                </a:cubicBezTo>
                <a:lnTo>
                  <a:pt x="10972800" y="2438400"/>
                </a:lnTo>
                <a:cubicBezTo>
                  <a:pt x="10972800" y="2550624"/>
                  <a:pt x="10881824" y="2641600"/>
                  <a:pt x="10769600" y="2641600"/>
                </a:cubicBezTo>
                <a:lnTo>
                  <a:pt x="203200" y="2641600"/>
                </a:lnTo>
                <a:cubicBezTo>
                  <a:pt x="90976" y="2641600"/>
                  <a:pt x="0" y="2550624"/>
                  <a:pt x="0" y="2438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609600" y="4775200"/>
            <a:ext cx="5181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609600" y="5334000"/>
            <a:ext cx="51816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88" hasCustomPrompt="1"/>
            <p:custDataLst>
              <p:tags r:id="rId9"/>
            </p:custDataLst>
          </p:nvPr>
        </p:nvSpPr>
        <p:spPr>
          <a:xfrm>
            <a:off x="6400800" y="4775200"/>
            <a:ext cx="5181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89" hasCustomPrompt="1"/>
            <p:custDataLst>
              <p:tags r:id="rId10"/>
            </p:custDataLst>
          </p:nvPr>
        </p:nvSpPr>
        <p:spPr>
          <a:xfrm>
            <a:off x="6400800" y="5334000"/>
            <a:ext cx="51816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正文页-上标中内下图-装饰下-默认位置-并列-59_45_group1">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2" hasCustomPrompt="1"/>
            <p:custDataLst>
              <p:tags r:id="rId6"/>
            </p:custDataLst>
          </p:nvPr>
        </p:nvSpPr>
        <p:spPr>
          <a:xfrm>
            <a:off x="609600" y="3759200"/>
            <a:ext cx="10972800" cy="2489200"/>
          </a:xfrm>
          <a:custGeom>
            <a:avLst/>
            <a:gdLst>
              <a:gd name="connisteX0" fmla="*/ 0 w 10972800"/>
              <a:gd name="connsiteY0" fmla="*/ 203200 h 2489200"/>
              <a:gd name="connisteX1" fmla="*/ 203200 w 10972800"/>
              <a:gd name="connsiteY1" fmla="*/ 0 h 2489200"/>
              <a:gd name="connisteX2" fmla="*/ 10769600 w 10972800"/>
              <a:gd name="connsiteY2" fmla="*/ 0 h 2489200"/>
              <a:gd name="connisteX3" fmla="*/ 10972800 w 10972800"/>
              <a:gd name="connsiteY3" fmla="*/ 203200 h 2489200"/>
              <a:gd name="connisteX4" fmla="*/ 10972800 w 10972800"/>
              <a:gd name="connsiteY4" fmla="*/ 2286000 h 2489200"/>
              <a:gd name="connisteX5" fmla="*/ 10769600 w 10972800"/>
              <a:gd name="connsiteY5" fmla="*/ 2489200 h 2489200"/>
              <a:gd name="connisteX6" fmla="*/ 203200 w 10972800"/>
              <a:gd name="connsiteY6" fmla="*/ 2489200 h 2489200"/>
              <a:gd name="connisteX7" fmla="*/ 0 w 10972800"/>
              <a:gd name="connsiteY7" fmla="*/ 2286000 h 2489200"/>
              <a:gd name="connisteX8" fmla="*/ 0 w 10972800"/>
              <a:gd name="connsiteY8" fmla="*/ 203200 h 248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489200">
                <a:moveTo>
                  <a:pt x="0" y="203200"/>
                </a:moveTo>
                <a:cubicBezTo>
                  <a:pt x="0" y="90976"/>
                  <a:pt x="90976" y="0"/>
                  <a:pt x="203200" y="0"/>
                </a:cubicBezTo>
                <a:lnTo>
                  <a:pt x="10769600" y="0"/>
                </a:lnTo>
                <a:cubicBezTo>
                  <a:pt x="10881824" y="0"/>
                  <a:pt x="10972800" y="90976"/>
                  <a:pt x="10972800" y="203200"/>
                </a:cubicBezTo>
                <a:lnTo>
                  <a:pt x="10972800" y="2286000"/>
                </a:lnTo>
                <a:cubicBezTo>
                  <a:pt x="10972800" y="2398224"/>
                  <a:pt x="10881824" y="2489200"/>
                  <a:pt x="10769600" y="2489200"/>
                </a:cubicBezTo>
                <a:lnTo>
                  <a:pt x="203200" y="2489200"/>
                </a:lnTo>
                <a:cubicBezTo>
                  <a:pt x="90976" y="2489200"/>
                  <a:pt x="0" y="2398224"/>
                  <a:pt x="0" y="22860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3" hasCustomPrompt="1"/>
            <p:custDataLst>
              <p:tags r:id="rId7"/>
            </p:custDataLst>
          </p:nvPr>
        </p:nvSpPr>
        <p:spPr>
          <a:xfrm>
            <a:off x="609600" y="1524000"/>
            <a:ext cx="3454400" cy="2082800"/>
          </a:xfrm>
          <a:custGeom>
            <a:avLst/>
            <a:gdLst>
              <a:gd name="connisteX0" fmla="*/ 0 w 3454400"/>
              <a:gd name="connsiteY0" fmla="*/ 203200 h 2082800"/>
              <a:gd name="connisteX1" fmla="*/ 203200 w 3454400"/>
              <a:gd name="connsiteY1" fmla="*/ 0 h 2082800"/>
              <a:gd name="connisteX2" fmla="*/ 3251200 w 3454400"/>
              <a:gd name="connsiteY2" fmla="*/ 0 h 2082800"/>
              <a:gd name="connisteX3" fmla="*/ 3454400 w 3454400"/>
              <a:gd name="connsiteY3" fmla="*/ 203200 h 2082800"/>
              <a:gd name="connisteX4" fmla="*/ 3454400 w 3454400"/>
              <a:gd name="connsiteY4" fmla="*/ 1879600 h 2082800"/>
              <a:gd name="connisteX5" fmla="*/ 3251200 w 3454400"/>
              <a:gd name="connsiteY5" fmla="*/ 2082800 h 2082800"/>
              <a:gd name="connisteX6" fmla="*/ 203200 w 3454400"/>
              <a:gd name="connsiteY6" fmla="*/ 2082800 h 2082800"/>
              <a:gd name="connisteX7" fmla="*/ 0 w 3454400"/>
              <a:gd name="connsiteY7" fmla="*/ 1879600 h 2082800"/>
              <a:gd name="connisteX8" fmla="*/ 0 w 3454400"/>
              <a:gd name="connsiteY8" fmla="*/ 20320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2082800">
                <a:moveTo>
                  <a:pt x="0" y="203200"/>
                </a:moveTo>
                <a:cubicBezTo>
                  <a:pt x="0" y="90976"/>
                  <a:pt x="90976" y="0"/>
                  <a:pt x="203200" y="0"/>
                </a:cubicBezTo>
                <a:lnTo>
                  <a:pt x="3251200" y="0"/>
                </a:lnTo>
                <a:cubicBezTo>
                  <a:pt x="3363424" y="0"/>
                  <a:pt x="3454400" y="90976"/>
                  <a:pt x="3454400" y="203200"/>
                </a:cubicBezTo>
                <a:lnTo>
                  <a:pt x="3454400" y="1879600"/>
                </a:lnTo>
                <a:cubicBezTo>
                  <a:pt x="3454400" y="1991824"/>
                  <a:pt x="3363424" y="2082800"/>
                  <a:pt x="3251200" y="2082800"/>
                </a:cubicBezTo>
                <a:lnTo>
                  <a:pt x="203200" y="2082800"/>
                </a:lnTo>
                <a:cubicBezTo>
                  <a:pt x="90976" y="2082800"/>
                  <a:pt x="0" y="1991824"/>
                  <a:pt x="0" y="18796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914400" y="1828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914400" y="2387600"/>
            <a:ext cx="2844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4" hasCustomPrompt="1"/>
            <p:custDataLst>
              <p:tags r:id="rId10"/>
            </p:custDataLst>
          </p:nvPr>
        </p:nvSpPr>
        <p:spPr>
          <a:xfrm>
            <a:off x="4368800" y="1524000"/>
            <a:ext cx="3454400" cy="2082800"/>
          </a:xfrm>
          <a:custGeom>
            <a:avLst/>
            <a:gdLst>
              <a:gd name="connisteX0" fmla="*/ 0 w 3454400"/>
              <a:gd name="connsiteY0" fmla="*/ 203200 h 2082800"/>
              <a:gd name="connisteX1" fmla="*/ 203200 w 3454400"/>
              <a:gd name="connsiteY1" fmla="*/ 0 h 2082800"/>
              <a:gd name="connisteX2" fmla="*/ 3251200 w 3454400"/>
              <a:gd name="connsiteY2" fmla="*/ 0 h 2082800"/>
              <a:gd name="connisteX3" fmla="*/ 3454400 w 3454400"/>
              <a:gd name="connsiteY3" fmla="*/ 203200 h 2082800"/>
              <a:gd name="connisteX4" fmla="*/ 3454400 w 3454400"/>
              <a:gd name="connsiteY4" fmla="*/ 1879600 h 2082800"/>
              <a:gd name="connisteX5" fmla="*/ 3251200 w 3454400"/>
              <a:gd name="connsiteY5" fmla="*/ 2082800 h 2082800"/>
              <a:gd name="connisteX6" fmla="*/ 203200 w 3454400"/>
              <a:gd name="connsiteY6" fmla="*/ 2082800 h 2082800"/>
              <a:gd name="connisteX7" fmla="*/ 0 w 3454400"/>
              <a:gd name="connsiteY7" fmla="*/ 1879600 h 2082800"/>
              <a:gd name="connisteX8" fmla="*/ 0 w 3454400"/>
              <a:gd name="connsiteY8" fmla="*/ 20320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2082800">
                <a:moveTo>
                  <a:pt x="0" y="203200"/>
                </a:moveTo>
                <a:cubicBezTo>
                  <a:pt x="0" y="90976"/>
                  <a:pt x="90976" y="0"/>
                  <a:pt x="203200" y="0"/>
                </a:cubicBezTo>
                <a:lnTo>
                  <a:pt x="3251200" y="0"/>
                </a:lnTo>
                <a:cubicBezTo>
                  <a:pt x="3363424" y="0"/>
                  <a:pt x="3454400" y="90976"/>
                  <a:pt x="3454400" y="203200"/>
                </a:cubicBezTo>
                <a:lnTo>
                  <a:pt x="3454400" y="1879600"/>
                </a:lnTo>
                <a:cubicBezTo>
                  <a:pt x="3454400" y="1991824"/>
                  <a:pt x="3363424" y="2082800"/>
                  <a:pt x="3251200" y="2082800"/>
                </a:cubicBezTo>
                <a:lnTo>
                  <a:pt x="203200" y="2082800"/>
                </a:lnTo>
                <a:cubicBezTo>
                  <a:pt x="90976" y="2082800"/>
                  <a:pt x="0" y="1991824"/>
                  <a:pt x="0" y="18796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4673600" y="1828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8" name="文本占位符 17"/>
          <p:cNvSpPr>
            <a:spLocks noGrp="1"/>
          </p:cNvSpPr>
          <p:nvPr>
            <p:ph type="body" idx="16389" hasCustomPrompt="1"/>
            <p:custDataLst>
              <p:tags r:id="rId12"/>
            </p:custDataLst>
          </p:nvPr>
        </p:nvSpPr>
        <p:spPr>
          <a:xfrm>
            <a:off x="4673600" y="2387600"/>
            <a:ext cx="2844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装饰  8"/>
          <p:cNvSpPr>
            <a:spLocks noGrp="1"/>
          </p:cNvSpPr>
          <p:nvPr>
            <p:ph type="body" idx="16395" hasCustomPrompt="1"/>
            <p:custDataLst>
              <p:tags r:id="rId13"/>
            </p:custDataLst>
          </p:nvPr>
        </p:nvSpPr>
        <p:spPr>
          <a:xfrm>
            <a:off x="8128000" y="1524000"/>
            <a:ext cx="3454400" cy="2082800"/>
          </a:xfrm>
          <a:custGeom>
            <a:avLst/>
            <a:gdLst>
              <a:gd name="connisteX0" fmla="*/ 0 w 3454400"/>
              <a:gd name="connsiteY0" fmla="*/ 203200 h 2082800"/>
              <a:gd name="connisteX1" fmla="*/ 203200 w 3454400"/>
              <a:gd name="connsiteY1" fmla="*/ 0 h 2082800"/>
              <a:gd name="connisteX2" fmla="*/ 3251200 w 3454400"/>
              <a:gd name="connsiteY2" fmla="*/ 0 h 2082800"/>
              <a:gd name="connisteX3" fmla="*/ 3454400 w 3454400"/>
              <a:gd name="connsiteY3" fmla="*/ 203200 h 2082800"/>
              <a:gd name="connisteX4" fmla="*/ 3454400 w 3454400"/>
              <a:gd name="connsiteY4" fmla="*/ 1879600 h 2082800"/>
              <a:gd name="connisteX5" fmla="*/ 3251200 w 3454400"/>
              <a:gd name="connsiteY5" fmla="*/ 2082800 h 2082800"/>
              <a:gd name="connisteX6" fmla="*/ 203200 w 3454400"/>
              <a:gd name="connsiteY6" fmla="*/ 2082800 h 2082800"/>
              <a:gd name="connisteX7" fmla="*/ 0 w 3454400"/>
              <a:gd name="connsiteY7" fmla="*/ 1879600 h 2082800"/>
              <a:gd name="connisteX8" fmla="*/ 0 w 3454400"/>
              <a:gd name="connsiteY8" fmla="*/ 203200 h 2082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2082800">
                <a:moveTo>
                  <a:pt x="0" y="203200"/>
                </a:moveTo>
                <a:cubicBezTo>
                  <a:pt x="0" y="90976"/>
                  <a:pt x="90976" y="0"/>
                  <a:pt x="203200" y="0"/>
                </a:cubicBezTo>
                <a:lnTo>
                  <a:pt x="3251200" y="0"/>
                </a:lnTo>
                <a:cubicBezTo>
                  <a:pt x="3363424" y="0"/>
                  <a:pt x="3454400" y="90976"/>
                  <a:pt x="3454400" y="203200"/>
                </a:cubicBezTo>
                <a:lnTo>
                  <a:pt x="3454400" y="1879600"/>
                </a:lnTo>
                <a:cubicBezTo>
                  <a:pt x="3454400" y="1991824"/>
                  <a:pt x="3363424" y="2082800"/>
                  <a:pt x="3251200" y="2082800"/>
                </a:cubicBezTo>
                <a:lnTo>
                  <a:pt x="203200" y="2082800"/>
                </a:lnTo>
                <a:cubicBezTo>
                  <a:pt x="90976" y="2082800"/>
                  <a:pt x="0" y="1991824"/>
                  <a:pt x="0" y="18796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文本占位符 19"/>
          <p:cNvSpPr>
            <a:spLocks noGrp="1"/>
          </p:cNvSpPr>
          <p:nvPr>
            <p:ph type="body" idx="16390" hasCustomPrompt="1"/>
            <p:custDataLst>
              <p:tags r:id="rId14"/>
            </p:custDataLst>
          </p:nvPr>
        </p:nvSpPr>
        <p:spPr>
          <a:xfrm>
            <a:off x="8432800" y="18288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1" name="文本占位符 20"/>
          <p:cNvSpPr>
            <a:spLocks noGrp="1"/>
          </p:cNvSpPr>
          <p:nvPr>
            <p:ph type="body" idx="16391" hasCustomPrompt="1"/>
            <p:custDataLst>
              <p:tags r:id="rId15"/>
            </p:custDataLst>
          </p:nvPr>
        </p:nvSpPr>
        <p:spPr>
          <a:xfrm>
            <a:off x="8432800" y="2387600"/>
            <a:ext cx="2844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正文页-63_9">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4699000"/>
            <a:ext cx="3429000" cy="12192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609600"/>
            <a:ext cx="10972800" cy="3556000"/>
          </a:xfrm>
          <a:custGeom>
            <a:avLst/>
            <a:gdLst>
              <a:gd name="connisteX0" fmla="*/ 0 w 10972800"/>
              <a:gd name="connsiteY0" fmla="*/ 203200 h 3556000"/>
              <a:gd name="connisteX1" fmla="*/ 203200 w 10972800"/>
              <a:gd name="connsiteY1" fmla="*/ 0 h 3556000"/>
              <a:gd name="connisteX2" fmla="*/ 10769600 w 10972800"/>
              <a:gd name="connsiteY2" fmla="*/ 0 h 3556000"/>
              <a:gd name="connisteX3" fmla="*/ 10972800 w 10972800"/>
              <a:gd name="connsiteY3" fmla="*/ 203200 h 3556000"/>
              <a:gd name="connisteX4" fmla="*/ 10972800 w 10972800"/>
              <a:gd name="connsiteY4" fmla="*/ 3352800 h 3556000"/>
              <a:gd name="connisteX5" fmla="*/ 10769600 w 10972800"/>
              <a:gd name="connsiteY5" fmla="*/ 3556000 h 3556000"/>
              <a:gd name="connisteX6" fmla="*/ 203200 w 10972800"/>
              <a:gd name="connsiteY6" fmla="*/ 3556000 h 3556000"/>
              <a:gd name="connisteX7" fmla="*/ 0 w 10972800"/>
              <a:gd name="connsiteY7" fmla="*/ 3352800 h 3556000"/>
              <a:gd name="connisteX8" fmla="*/ 0 w 10972800"/>
              <a:gd name="connsiteY8" fmla="*/ 203200 h 3556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3556000">
                <a:moveTo>
                  <a:pt x="0" y="203200"/>
                </a:moveTo>
                <a:cubicBezTo>
                  <a:pt x="0" y="90976"/>
                  <a:pt x="90976" y="0"/>
                  <a:pt x="203200" y="0"/>
                </a:cubicBezTo>
                <a:lnTo>
                  <a:pt x="10769600" y="0"/>
                </a:lnTo>
                <a:cubicBezTo>
                  <a:pt x="10881824" y="0"/>
                  <a:pt x="10972800" y="90976"/>
                  <a:pt x="10972800" y="203200"/>
                </a:cubicBezTo>
                <a:lnTo>
                  <a:pt x="10972800" y="3352800"/>
                </a:lnTo>
                <a:cubicBezTo>
                  <a:pt x="10972800" y="3465024"/>
                  <a:pt x="10881824" y="3556000"/>
                  <a:pt x="10769600" y="3556000"/>
                </a:cubicBezTo>
                <a:lnTo>
                  <a:pt x="203200" y="3556000"/>
                </a:lnTo>
                <a:cubicBezTo>
                  <a:pt x="90976" y="3556000"/>
                  <a:pt x="0" y="3465024"/>
                  <a:pt x="0" y="33528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4648200" y="4775200"/>
            <a:ext cx="3162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4648200" y="5334000"/>
            <a:ext cx="31623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88" hasCustomPrompt="1"/>
            <p:custDataLst>
              <p:tags r:id="rId9"/>
            </p:custDataLst>
          </p:nvPr>
        </p:nvSpPr>
        <p:spPr>
          <a:xfrm>
            <a:off x="8420100" y="4775200"/>
            <a:ext cx="3162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89" hasCustomPrompt="1"/>
            <p:custDataLst>
              <p:tags r:id="rId10"/>
            </p:custDataLst>
          </p:nvPr>
        </p:nvSpPr>
        <p:spPr>
          <a:xfrm>
            <a:off x="8420100" y="5334000"/>
            <a:ext cx="31623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正文页-上标下内-装饰无-颜色错位-并列-2_8_group1">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6197600" y="1524000"/>
            <a:ext cx="5384800" cy="2209800"/>
          </a:xfrm>
          <a:custGeom>
            <a:avLst/>
            <a:gdLst>
              <a:gd name="connisteX0" fmla="*/ 0 w 5384800"/>
              <a:gd name="connsiteY0" fmla="*/ 0 h 2209800"/>
              <a:gd name="connisteX1" fmla="*/ 5181600 w 5384800"/>
              <a:gd name="connsiteY1" fmla="*/ 0 h 2209800"/>
              <a:gd name="connisteX2" fmla="*/ 5384800 w 5384800"/>
              <a:gd name="connsiteY2" fmla="*/ 203200 h 2209800"/>
              <a:gd name="connisteX3" fmla="*/ 5384800 w 5384800"/>
              <a:gd name="connsiteY3" fmla="*/ 2006600 h 2209800"/>
              <a:gd name="connisteX4" fmla="*/ 5181600 w 5384800"/>
              <a:gd name="connsiteY4" fmla="*/ 2209800 h 2209800"/>
              <a:gd name="connisteX5" fmla="*/ 0 w 5384800"/>
              <a:gd name="connsiteY5" fmla="*/ 2209800 h 2209800"/>
              <a:gd name="connisteX6" fmla="*/ 0 w 5384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84800" h="2209800">
                <a:moveTo>
                  <a:pt x="0" y="0"/>
                </a:moveTo>
                <a:lnTo>
                  <a:pt x="5181600" y="0"/>
                </a:lnTo>
                <a:cubicBezTo>
                  <a:pt x="5293824" y="0"/>
                  <a:pt x="5384800" y="90976"/>
                  <a:pt x="5384800" y="203200"/>
                </a:cubicBezTo>
                <a:lnTo>
                  <a:pt x="5384800" y="2006600"/>
                </a:lnTo>
                <a:cubicBezTo>
                  <a:pt x="5384800" y="2118824"/>
                  <a:pt x="5293824" y="2209800"/>
                  <a:pt x="5181600" y="2209800"/>
                </a:cubicBezTo>
                <a:lnTo>
                  <a:pt x="0" y="2209800"/>
                </a:lnTo>
                <a:lnTo>
                  <a:pt x="0" y="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609600" y="1524000"/>
            <a:ext cx="5588000" cy="2209800"/>
          </a:xfrm>
          <a:custGeom>
            <a:avLst/>
            <a:gdLst>
              <a:gd name="connisteX0" fmla="*/ 0 w 5588000"/>
              <a:gd name="connsiteY0" fmla="*/ 203200 h 2209800"/>
              <a:gd name="connisteX1" fmla="*/ 203200 w 5588000"/>
              <a:gd name="connsiteY1" fmla="*/ 0 h 2209800"/>
              <a:gd name="connisteX2" fmla="*/ 5588000 w 5588000"/>
              <a:gd name="connsiteY2" fmla="*/ 0 h 2209800"/>
              <a:gd name="connisteX3" fmla="*/ 5588000 w 5588000"/>
              <a:gd name="connsiteY3" fmla="*/ 2209800 h 2209800"/>
              <a:gd name="connisteX4" fmla="*/ 203200 w 5588000"/>
              <a:gd name="connsiteY4" fmla="*/ 2209800 h 2209800"/>
              <a:gd name="connisteX5" fmla="*/ 0 w 5588000"/>
              <a:gd name="connsiteY5" fmla="*/ 2006600 h 2209800"/>
              <a:gd name="connisteX6" fmla="*/ 0 w 5588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588000" h="2209800">
                <a:moveTo>
                  <a:pt x="0" y="203200"/>
                </a:moveTo>
                <a:cubicBezTo>
                  <a:pt x="0" y="90976"/>
                  <a:pt x="90976" y="0"/>
                  <a:pt x="203200" y="0"/>
                </a:cubicBezTo>
                <a:lnTo>
                  <a:pt x="5588000" y="0"/>
                </a:lnTo>
                <a:lnTo>
                  <a:pt x="5588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6502400" y="2044700"/>
            <a:ext cx="4775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6502400" y="2603500"/>
            <a:ext cx="4775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6197600" y="4038600"/>
            <a:ext cx="5384800" cy="2209800"/>
          </a:xfrm>
          <a:custGeom>
            <a:avLst/>
            <a:gdLst>
              <a:gd name="connisteX0" fmla="*/ 0 w 5384800"/>
              <a:gd name="connsiteY0" fmla="*/ 0 h 2209800"/>
              <a:gd name="connisteX1" fmla="*/ 5181600 w 5384800"/>
              <a:gd name="connsiteY1" fmla="*/ 0 h 2209800"/>
              <a:gd name="connisteX2" fmla="*/ 5384800 w 5384800"/>
              <a:gd name="connsiteY2" fmla="*/ 203200 h 2209800"/>
              <a:gd name="connisteX3" fmla="*/ 5384800 w 5384800"/>
              <a:gd name="connsiteY3" fmla="*/ 2006600 h 2209800"/>
              <a:gd name="connisteX4" fmla="*/ 5181600 w 5384800"/>
              <a:gd name="connsiteY4" fmla="*/ 2209800 h 2209800"/>
              <a:gd name="connisteX5" fmla="*/ 0 w 5384800"/>
              <a:gd name="connsiteY5" fmla="*/ 2209800 h 2209800"/>
              <a:gd name="connisteX6" fmla="*/ 0 w 5384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384800" h="2209800">
                <a:moveTo>
                  <a:pt x="0" y="0"/>
                </a:moveTo>
                <a:lnTo>
                  <a:pt x="5181600" y="0"/>
                </a:lnTo>
                <a:cubicBezTo>
                  <a:pt x="5293824" y="0"/>
                  <a:pt x="5384800" y="90976"/>
                  <a:pt x="5384800" y="203200"/>
                </a:cubicBezTo>
                <a:lnTo>
                  <a:pt x="5384800" y="2006600"/>
                </a:lnTo>
                <a:cubicBezTo>
                  <a:pt x="5384800" y="2118824"/>
                  <a:pt x="5293824" y="2209800"/>
                  <a:pt x="5181600" y="2209800"/>
                </a:cubicBezTo>
                <a:lnTo>
                  <a:pt x="0" y="22098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609600" y="4038600"/>
            <a:ext cx="5588000" cy="2209800"/>
          </a:xfrm>
          <a:custGeom>
            <a:avLst/>
            <a:gdLst>
              <a:gd name="connisteX0" fmla="*/ 0 w 5588000"/>
              <a:gd name="connsiteY0" fmla="*/ 203200 h 2209800"/>
              <a:gd name="connisteX1" fmla="*/ 203200 w 5588000"/>
              <a:gd name="connsiteY1" fmla="*/ 0 h 2209800"/>
              <a:gd name="connisteX2" fmla="*/ 5588000 w 5588000"/>
              <a:gd name="connsiteY2" fmla="*/ 0 h 2209800"/>
              <a:gd name="connisteX3" fmla="*/ 5588000 w 5588000"/>
              <a:gd name="connsiteY3" fmla="*/ 2209800 h 2209800"/>
              <a:gd name="connisteX4" fmla="*/ 203200 w 5588000"/>
              <a:gd name="connsiteY4" fmla="*/ 2209800 h 2209800"/>
              <a:gd name="connisteX5" fmla="*/ 0 w 5588000"/>
              <a:gd name="connsiteY5" fmla="*/ 2006600 h 2209800"/>
              <a:gd name="connisteX6" fmla="*/ 0 w 5588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588000" h="2209800">
                <a:moveTo>
                  <a:pt x="0" y="203200"/>
                </a:moveTo>
                <a:cubicBezTo>
                  <a:pt x="0" y="90976"/>
                  <a:pt x="90976" y="0"/>
                  <a:pt x="203200" y="0"/>
                </a:cubicBezTo>
                <a:lnTo>
                  <a:pt x="5588000" y="0"/>
                </a:lnTo>
                <a:lnTo>
                  <a:pt x="5588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6502400" y="4559300"/>
            <a:ext cx="47752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6502400" y="5118100"/>
            <a:ext cx="4775200" cy="6096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正文页-左图上右标下右内-装饰无-默认位置-并列-30_34_group1">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5257800" y="533400"/>
            <a:ext cx="63246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5" hasCustomPrompt="1"/>
            <p:custDataLst>
              <p:tags r:id="rId6"/>
            </p:custDataLst>
          </p:nvPr>
        </p:nvSpPr>
        <p:spPr>
          <a:xfrm>
            <a:off x="609600" y="609600"/>
            <a:ext cx="4038600" cy="5638800"/>
          </a:xfrm>
          <a:custGeom>
            <a:avLst/>
            <a:gdLst>
              <a:gd name="connisteX0" fmla="*/ 0 w 4038600"/>
              <a:gd name="connsiteY0" fmla="*/ 203200 h 5638800"/>
              <a:gd name="connisteX1" fmla="*/ 203200 w 4038600"/>
              <a:gd name="connsiteY1" fmla="*/ 0 h 5638800"/>
              <a:gd name="connisteX2" fmla="*/ 3835400 w 4038600"/>
              <a:gd name="connsiteY2" fmla="*/ 0 h 5638800"/>
              <a:gd name="connisteX3" fmla="*/ 4038600 w 4038600"/>
              <a:gd name="connsiteY3" fmla="*/ 203200 h 5638800"/>
              <a:gd name="connisteX4" fmla="*/ 4038600 w 4038600"/>
              <a:gd name="connsiteY4" fmla="*/ 5435600 h 5638800"/>
              <a:gd name="connisteX5" fmla="*/ 3835400 w 4038600"/>
              <a:gd name="connsiteY5" fmla="*/ 5638800 h 5638800"/>
              <a:gd name="connisteX6" fmla="*/ 203200 w 4038600"/>
              <a:gd name="connsiteY6" fmla="*/ 5638800 h 5638800"/>
              <a:gd name="connisteX7" fmla="*/ 0 w 4038600"/>
              <a:gd name="connsiteY7" fmla="*/ 5435600 h 5638800"/>
              <a:gd name="connisteX8" fmla="*/ 0 w 40386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4038600" h="5638800">
                <a:moveTo>
                  <a:pt x="0" y="203200"/>
                </a:moveTo>
                <a:cubicBezTo>
                  <a:pt x="0" y="90976"/>
                  <a:pt x="90976" y="0"/>
                  <a:pt x="203200" y="0"/>
                </a:cubicBezTo>
                <a:lnTo>
                  <a:pt x="3835400" y="0"/>
                </a:lnTo>
                <a:cubicBezTo>
                  <a:pt x="3947624" y="0"/>
                  <a:pt x="4038600" y="90976"/>
                  <a:pt x="4038600" y="203200"/>
                </a:cubicBezTo>
                <a:lnTo>
                  <a:pt x="4038600" y="5435600"/>
                </a:lnTo>
                <a:cubicBezTo>
                  <a:pt x="4038600" y="5547824"/>
                  <a:pt x="3947624" y="5638800"/>
                  <a:pt x="3835400" y="5638800"/>
                </a:cubicBezTo>
                <a:lnTo>
                  <a:pt x="203200" y="5638800"/>
                </a:lnTo>
                <a:cubicBezTo>
                  <a:pt x="90976" y="5638800"/>
                  <a:pt x="0" y="5547824"/>
                  <a:pt x="0" y="5435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6" hasCustomPrompt="1"/>
            <p:custDataLst>
              <p:tags r:id="rId7"/>
            </p:custDataLst>
          </p:nvPr>
        </p:nvSpPr>
        <p:spPr>
          <a:xfrm>
            <a:off x="5257800" y="33528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8" hasCustomPrompt="1"/>
            <p:custDataLst>
              <p:tags r:id="rId8"/>
            </p:custDataLst>
          </p:nvPr>
        </p:nvSpPr>
        <p:spPr>
          <a:xfrm>
            <a:off x="5441950" y="3581400"/>
            <a:ext cx="546100" cy="457200"/>
          </a:xfr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01</a:t>
            </a:r>
            <a:endParaRPr lang="zh-CN" altLang="en-US" smtClean="0"/>
          </a:p>
        </p:txBody>
      </p:sp>
      <p:sp>
        <p:nvSpPr>
          <p:cNvPr id="15" name="文本占位符 14"/>
          <p:cNvSpPr>
            <a:spLocks noGrp="1"/>
          </p:cNvSpPr>
          <p:nvPr>
            <p:ph type="body" idx="16386" hasCustomPrompt="1"/>
            <p:custDataLst>
              <p:tags r:id="rId9"/>
            </p:custDataLst>
          </p:nvPr>
        </p:nvSpPr>
        <p:spPr>
          <a:xfrm>
            <a:off x="5257800" y="4521200"/>
            <a:ext cx="1701800" cy="406400"/>
          </a:xfrm>
          <a:noFill/>
        </p:spPr>
        <p:txBody>
          <a:bodyPr lIns="0" tIns="0" rIns="0" bIns="0" anchor="t">
            <a:normAutofit/>
          </a:bodyPr>
          <a:lstStyle>
            <a:lvl1pPr marL="0" indent="0" algn="l">
              <a:lnSpc>
                <a:spcPct val="125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6" name="文本占位符 15"/>
          <p:cNvSpPr>
            <a:spLocks noGrp="1"/>
          </p:cNvSpPr>
          <p:nvPr>
            <p:ph type="body" idx="16387" hasCustomPrompt="1"/>
            <p:custDataLst>
              <p:tags r:id="rId10"/>
            </p:custDataLst>
          </p:nvPr>
        </p:nvSpPr>
        <p:spPr>
          <a:xfrm>
            <a:off x="5257800" y="5029200"/>
            <a:ext cx="1701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7" name="装饰  6"/>
          <p:cNvSpPr>
            <a:spLocks noGrp="1"/>
          </p:cNvSpPr>
          <p:nvPr>
            <p:ph type="body" idx="16397" hasCustomPrompt="1"/>
            <p:custDataLst>
              <p:tags r:id="rId11"/>
            </p:custDataLst>
          </p:nvPr>
        </p:nvSpPr>
        <p:spPr>
          <a:xfrm>
            <a:off x="7569200" y="33528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91" hasCustomPrompt="1"/>
            <p:custDataLst>
              <p:tags r:id="rId12"/>
            </p:custDataLst>
          </p:nvPr>
        </p:nvSpPr>
        <p:spPr>
          <a:xfrm>
            <a:off x="7753350" y="3581400"/>
            <a:ext cx="546100" cy="457200"/>
          </a:xfr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02</a:t>
            </a:r>
            <a:endParaRPr lang="zh-CN" altLang="en-US" smtClean="0"/>
          </a:p>
        </p:txBody>
      </p:sp>
      <p:sp>
        <p:nvSpPr>
          <p:cNvPr id="19" name="文本占位符 18"/>
          <p:cNvSpPr>
            <a:spLocks noGrp="1"/>
          </p:cNvSpPr>
          <p:nvPr>
            <p:ph type="body" idx="16389" hasCustomPrompt="1"/>
            <p:custDataLst>
              <p:tags r:id="rId13"/>
            </p:custDataLst>
          </p:nvPr>
        </p:nvSpPr>
        <p:spPr>
          <a:xfrm>
            <a:off x="7569200" y="4521200"/>
            <a:ext cx="1701800" cy="406400"/>
          </a:xfrm>
          <a:noFill/>
        </p:spPr>
        <p:txBody>
          <a:bodyPr lIns="0" tIns="0" rIns="0" bIns="0" anchor="t">
            <a:normAutofit/>
          </a:bodyPr>
          <a:lstStyle>
            <a:lvl1pPr marL="0" indent="0" algn="l">
              <a:lnSpc>
                <a:spcPct val="125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0" name="文本占位符 19"/>
          <p:cNvSpPr>
            <a:spLocks noGrp="1"/>
          </p:cNvSpPr>
          <p:nvPr>
            <p:ph type="body" idx="16390" hasCustomPrompt="1"/>
            <p:custDataLst>
              <p:tags r:id="rId14"/>
            </p:custDataLst>
          </p:nvPr>
        </p:nvSpPr>
        <p:spPr>
          <a:xfrm>
            <a:off x="7569200" y="5029200"/>
            <a:ext cx="1701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1" name="装饰  0"/>
          <p:cNvSpPr>
            <a:spLocks noGrp="1"/>
          </p:cNvSpPr>
          <p:nvPr>
            <p:ph type="body" idx="16398" hasCustomPrompt="1"/>
            <p:custDataLst>
              <p:tags r:id="rId15"/>
            </p:custDataLst>
          </p:nvPr>
        </p:nvSpPr>
        <p:spPr>
          <a:xfrm>
            <a:off x="9880600" y="33528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2" name="文本占位符 21"/>
          <p:cNvSpPr>
            <a:spLocks noGrp="1"/>
          </p:cNvSpPr>
          <p:nvPr>
            <p:ph type="body" idx="16394" hasCustomPrompt="1"/>
            <p:custDataLst>
              <p:tags r:id="rId16"/>
            </p:custDataLst>
          </p:nvPr>
        </p:nvSpPr>
        <p:spPr>
          <a:xfrm>
            <a:off x="10064750" y="3581400"/>
            <a:ext cx="546100" cy="457200"/>
          </a:xfr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03</a:t>
            </a:r>
            <a:endParaRPr lang="zh-CN" altLang="en-US" smtClean="0"/>
          </a:p>
        </p:txBody>
      </p:sp>
      <p:sp>
        <p:nvSpPr>
          <p:cNvPr id="23" name="文本占位符 22"/>
          <p:cNvSpPr>
            <a:spLocks noGrp="1"/>
          </p:cNvSpPr>
          <p:nvPr>
            <p:ph type="body" idx="16392" hasCustomPrompt="1"/>
            <p:custDataLst>
              <p:tags r:id="rId17"/>
            </p:custDataLst>
          </p:nvPr>
        </p:nvSpPr>
        <p:spPr>
          <a:xfrm>
            <a:off x="9880600" y="4521200"/>
            <a:ext cx="1701800" cy="406400"/>
          </a:xfrm>
          <a:noFill/>
        </p:spPr>
        <p:txBody>
          <a:bodyPr lIns="0" tIns="0" rIns="0" bIns="0" anchor="t">
            <a:normAutofit/>
          </a:bodyPr>
          <a:lstStyle>
            <a:lvl1pPr marL="0" indent="0" algn="l">
              <a:lnSpc>
                <a:spcPct val="125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4" name="文本占位符 23"/>
          <p:cNvSpPr>
            <a:spLocks noGrp="1"/>
          </p:cNvSpPr>
          <p:nvPr>
            <p:ph type="body" idx="16393" hasCustomPrompt="1"/>
            <p:custDataLst>
              <p:tags r:id="rId18"/>
            </p:custDataLst>
          </p:nvPr>
        </p:nvSpPr>
        <p:spPr>
          <a:xfrm>
            <a:off x="9880600" y="5029200"/>
            <a:ext cx="1701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正文页-42_44">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1524000"/>
            <a:ext cx="10972800" cy="3149600"/>
          </a:xfrm>
          <a:custGeom>
            <a:avLst/>
            <a:gdLst>
              <a:gd name="connisteX0" fmla="*/ 0 w 10972800"/>
              <a:gd name="connsiteY0" fmla="*/ 203200 h 3149600"/>
              <a:gd name="connisteX1" fmla="*/ 203200 w 10972800"/>
              <a:gd name="connsiteY1" fmla="*/ 0 h 3149600"/>
              <a:gd name="connisteX2" fmla="*/ 10769600 w 10972800"/>
              <a:gd name="connsiteY2" fmla="*/ 0 h 3149600"/>
              <a:gd name="connisteX3" fmla="*/ 10972800 w 10972800"/>
              <a:gd name="connsiteY3" fmla="*/ 203200 h 3149600"/>
              <a:gd name="connisteX4" fmla="*/ 10972800 w 10972800"/>
              <a:gd name="connsiteY4" fmla="*/ 2946400 h 3149600"/>
              <a:gd name="connisteX5" fmla="*/ 10769600 w 10972800"/>
              <a:gd name="connsiteY5" fmla="*/ 3149600 h 3149600"/>
              <a:gd name="connisteX6" fmla="*/ 203200 w 10972800"/>
              <a:gd name="connsiteY6" fmla="*/ 3149600 h 3149600"/>
              <a:gd name="connisteX7" fmla="*/ 0 w 10972800"/>
              <a:gd name="connsiteY7" fmla="*/ 2946400 h 3149600"/>
              <a:gd name="connisteX8" fmla="*/ 0 w 10972800"/>
              <a:gd name="connsiteY8" fmla="*/ 203200 h 314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3149600">
                <a:moveTo>
                  <a:pt x="0" y="203200"/>
                </a:moveTo>
                <a:cubicBezTo>
                  <a:pt x="0" y="90976"/>
                  <a:pt x="90976" y="0"/>
                  <a:pt x="203200" y="0"/>
                </a:cubicBezTo>
                <a:lnTo>
                  <a:pt x="10769600" y="0"/>
                </a:lnTo>
                <a:cubicBezTo>
                  <a:pt x="10881824" y="0"/>
                  <a:pt x="10972800" y="90976"/>
                  <a:pt x="10972800" y="203200"/>
                </a:cubicBezTo>
                <a:lnTo>
                  <a:pt x="10972800" y="2946400"/>
                </a:lnTo>
                <a:cubicBezTo>
                  <a:pt x="10972800" y="3058624"/>
                  <a:pt x="10881824" y="3149600"/>
                  <a:pt x="10769600" y="3149600"/>
                </a:cubicBezTo>
                <a:lnTo>
                  <a:pt x="203200" y="3149600"/>
                </a:lnTo>
                <a:cubicBezTo>
                  <a:pt x="90976" y="3149600"/>
                  <a:pt x="0" y="3058624"/>
                  <a:pt x="0" y="2946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1" hasCustomPrompt="1"/>
            <p:custDataLst>
              <p:tags r:id="rId7"/>
            </p:custDataLst>
          </p:nvPr>
        </p:nvSpPr>
        <p:spPr>
          <a:xfrm>
            <a:off x="609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762000" y="51308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762000" y="5638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64008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6553200" y="51308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9" hasCustomPrompt="1"/>
            <p:custDataLst>
              <p:tags r:id="rId12"/>
            </p:custDataLst>
          </p:nvPr>
        </p:nvSpPr>
        <p:spPr>
          <a:xfrm>
            <a:off x="6553200" y="5638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目录页-1-5_3">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副标题 10"/>
          <p:cNvSpPr>
            <a:spLocks noGrp="1"/>
          </p:cNvSpPr>
          <p:nvPr>
            <p:ph type="subTitle" idx="16386" hasCustomPrompt="1"/>
            <p:custDataLst>
              <p:tags r:id="rId5"/>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endParaRPr lang="zh-CN" altLang="en-US"/>
          </a:p>
        </p:txBody>
      </p:sp>
      <p:sp>
        <p:nvSpPr>
          <p:cNvPr id="12" name="标题 11"/>
          <p:cNvSpPr>
            <a:spLocks noGrp="1"/>
          </p:cNvSpPr>
          <p:nvPr>
            <p:ph type="ctrTitle" idx="16385" hasCustomPrompt="1"/>
            <p:custDataLst>
              <p:tags r:id="rId6"/>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endParaRPr lang="zh-CN" altLang="en-US"/>
          </a:p>
        </p:txBody>
      </p:sp>
      <p:sp>
        <p:nvSpPr>
          <p:cNvPr id="13" name="文本占位符 12"/>
          <p:cNvSpPr>
            <a:spLocks noGrp="1"/>
          </p:cNvSpPr>
          <p:nvPr>
            <p:ph type="body" idx="16388" hasCustomPrompt="1"/>
            <p:custDataLst>
              <p:tags r:id="rId7"/>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4" name="装饰  3"/>
          <p:cNvSpPr>
            <a:spLocks noGrp="1"/>
          </p:cNvSpPr>
          <p:nvPr>
            <p:ph type="body" idx="16393" hasCustomPrompt="1"/>
            <p:custDataLst>
              <p:tags r:id="rId8"/>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文本占位符 14"/>
          <p:cNvSpPr>
            <a:spLocks noGrp="1"/>
          </p:cNvSpPr>
          <p:nvPr>
            <p:ph type="body" idx="16387" hasCustomPrompt="1"/>
            <p:custDataLst>
              <p:tags r:id="rId9"/>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90" hasCustomPrompt="1"/>
            <p:custDataLst>
              <p:tags r:id="rId10"/>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7" name="装饰  6"/>
          <p:cNvSpPr>
            <a:spLocks noGrp="1"/>
          </p:cNvSpPr>
          <p:nvPr>
            <p:ph type="body" idx="16394" hasCustomPrompt="1"/>
            <p:custDataLst>
              <p:tags r:id="rId11"/>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9" hasCustomPrompt="1"/>
            <p:custDataLst>
              <p:tags r:id="rId12"/>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92" hasCustomPrompt="1"/>
            <p:custDataLst>
              <p:tags r:id="rId13"/>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20" name="装饰  9"/>
          <p:cNvSpPr>
            <a:spLocks noGrp="1"/>
          </p:cNvSpPr>
          <p:nvPr>
            <p:ph type="body" idx="16395" hasCustomPrompt="1"/>
            <p:custDataLst>
              <p:tags r:id="rId14"/>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91" hasCustomPrompt="1"/>
            <p:custDataLst>
              <p:tags r:id="rId15"/>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目录页-1-5_4">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副标题 10"/>
          <p:cNvSpPr>
            <a:spLocks noGrp="1"/>
          </p:cNvSpPr>
          <p:nvPr>
            <p:ph type="subTitle" idx="16386" hasCustomPrompt="1"/>
            <p:custDataLst>
              <p:tags r:id="rId5"/>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endParaRPr lang="zh-CN" altLang="en-US"/>
          </a:p>
        </p:txBody>
      </p:sp>
      <p:sp>
        <p:nvSpPr>
          <p:cNvPr id="12" name="标题 11"/>
          <p:cNvSpPr>
            <a:spLocks noGrp="1"/>
          </p:cNvSpPr>
          <p:nvPr>
            <p:ph type="ctrTitle" idx="16385" hasCustomPrompt="1"/>
            <p:custDataLst>
              <p:tags r:id="rId6"/>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endParaRPr lang="zh-CN" altLang="en-US"/>
          </a:p>
        </p:txBody>
      </p:sp>
      <p:sp>
        <p:nvSpPr>
          <p:cNvPr id="13" name="文本占位符 12"/>
          <p:cNvSpPr>
            <a:spLocks noGrp="1"/>
          </p:cNvSpPr>
          <p:nvPr>
            <p:ph type="body" idx="16388" hasCustomPrompt="1"/>
            <p:custDataLst>
              <p:tags r:id="rId7"/>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4" name="装饰  3"/>
          <p:cNvSpPr>
            <a:spLocks noGrp="1"/>
          </p:cNvSpPr>
          <p:nvPr>
            <p:ph type="body" idx="16395" hasCustomPrompt="1"/>
            <p:custDataLst>
              <p:tags r:id="rId8"/>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文本占位符 14"/>
          <p:cNvSpPr>
            <a:spLocks noGrp="1"/>
          </p:cNvSpPr>
          <p:nvPr>
            <p:ph type="body" idx="16387" hasCustomPrompt="1"/>
            <p:custDataLst>
              <p:tags r:id="rId9"/>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90" hasCustomPrompt="1"/>
            <p:custDataLst>
              <p:tags r:id="rId10"/>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7" name="装饰  6"/>
          <p:cNvSpPr>
            <a:spLocks noGrp="1"/>
          </p:cNvSpPr>
          <p:nvPr>
            <p:ph type="body" idx="16396" hasCustomPrompt="1"/>
            <p:custDataLst>
              <p:tags r:id="rId11"/>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9" hasCustomPrompt="1"/>
            <p:custDataLst>
              <p:tags r:id="rId12"/>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92" hasCustomPrompt="1"/>
            <p:custDataLst>
              <p:tags r:id="rId13"/>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20" name="装饰  9"/>
          <p:cNvSpPr>
            <a:spLocks noGrp="1"/>
          </p:cNvSpPr>
          <p:nvPr>
            <p:ph type="body" idx="16397" hasCustomPrompt="1"/>
            <p:custDataLst>
              <p:tags r:id="rId14"/>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91" hasCustomPrompt="1"/>
            <p:custDataLst>
              <p:tags r:id="rId15"/>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94" hasCustomPrompt="1"/>
            <p:custDataLst>
              <p:tags r:id="rId16"/>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04</a:t>
            </a:r>
            <a:endParaRPr lang="zh-CN" altLang="en-US" smtClean="0"/>
          </a:p>
        </p:txBody>
      </p:sp>
      <p:sp>
        <p:nvSpPr>
          <p:cNvPr id="23" name="装饰  2"/>
          <p:cNvSpPr>
            <a:spLocks noGrp="1"/>
          </p:cNvSpPr>
          <p:nvPr>
            <p:ph type="body" idx="16398" hasCustomPrompt="1"/>
            <p:custDataLst>
              <p:tags r:id="rId17"/>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文本占位符 23"/>
          <p:cNvSpPr>
            <a:spLocks noGrp="1"/>
          </p:cNvSpPr>
          <p:nvPr>
            <p:ph type="body" idx="16393" hasCustomPrompt="1"/>
            <p:custDataLst>
              <p:tags r:id="rId18"/>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目录">
    <p:spTree>
      <p:nvGrpSpPr>
        <p:cNvPr id="1" name=""/>
        <p:cNvGrpSpPr/>
        <p:nvPr/>
      </p:nvGrpSpPr>
      <p:grpSpPr>
        <a:xfrm>
          <a:off x="0" y="0"/>
          <a:ext cx="0" cy="0"/>
          <a:chOff x="0" y="0"/>
          <a:chExt cx="0" cy="0"/>
        </a:xfrm>
      </p:grpSpPr>
      <p:sp>
        <p:nvSpPr>
          <p:cNvPr id="5" name="标题 1"/>
          <p:cNvSpPr>
            <a:spLocks noGrp="1"/>
          </p:cNvSpPr>
          <p:nvPr>
            <p:ph type="title" hasCustomPrompt="1"/>
            <p:custDataLst>
              <p:tags r:id="rId2"/>
            </p:custDataLst>
          </p:nvPr>
        </p:nvSpPr>
        <p:spPr>
          <a:xfrm>
            <a:off x="5107122" y="1244015"/>
            <a:ext cx="1977755" cy="1081088"/>
          </a:xfrm>
        </p:spPr>
        <p:txBody>
          <a:bodyPr wrap="square" anchor="b">
            <a:normAutofit/>
          </a:bodyPr>
          <a:lstStyle>
            <a:lvl1pPr algn="ctr">
              <a:defRPr sz="6000" b="1">
                <a:solidFill>
                  <a:schemeClr val="tx1"/>
                </a:solidFill>
              </a:defRPr>
            </a:lvl1pPr>
          </a:lstStyle>
          <a:p>
            <a:r>
              <a:rPr lang="zh-CN" altLang="en-US" dirty="0"/>
              <a:t>标题</a:t>
            </a:r>
            <a:endParaRPr lang="zh-CN" altLang="en-US" dirty="0"/>
          </a:p>
        </p:txBody>
      </p:sp>
      <p:sp>
        <p:nvSpPr>
          <p:cNvPr id="9" name="灯片编号占位符 5"/>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7"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a:xfrm>
            <a:off x="695960" y="1301750"/>
            <a:ext cx="5323840" cy="4875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3"/>
            </p:custDataLst>
          </p:nvPr>
        </p:nvSpPr>
        <p:spPr>
          <a:xfrm>
            <a:off x="6172200" y="1301750"/>
            <a:ext cx="5323840" cy="4875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8" name="标题 1"/>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96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custDataLst>
              <p:tags r:id="rId3"/>
            </p:custDataLst>
          </p:nvPr>
        </p:nvSpPr>
        <p:spPr>
          <a:xfrm>
            <a:off x="695960" y="1875099"/>
            <a:ext cx="5323840" cy="430027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custDataLst>
              <p:tags r:id="rId4"/>
            </p:custDataLst>
          </p:nvPr>
        </p:nvSpPr>
        <p:spPr>
          <a:xfrm>
            <a:off x="617220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custDataLst>
              <p:tags r:id="rId5"/>
            </p:custDataLst>
          </p:nvPr>
        </p:nvSpPr>
        <p:spPr>
          <a:xfrm>
            <a:off x="6172200" y="1875099"/>
            <a:ext cx="5323840" cy="430027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
        <p:nvSpPr>
          <p:cNvPr id="10" name="标题 1"/>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标题 1"/>
          <p:cNvSpPr>
            <a:spLocks noGrp="1"/>
          </p:cNvSpPr>
          <p:nvPr>
            <p:ph type="title"/>
            <p:custDataLst>
              <p:tags r:id="rId5"/>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960" y="360045"/>
            <a:ext cx="10801985" cy="581787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Text Placeholder 5"/>
          <p:cNvSpPr>
            <a:spLocks noGrp="1"/>
          </p:cNvSpPr>
          <p:nvPr>
            <p:ph type="body" idx="13" hasCustomPrompt="1"/>
            <p:custDataLst>
              <p:tags r:id="rId5"/>
            </p:custDataLst>
          </p:nvPr>
        </p:nvSpPr>
        <p:spPr>
          <a:xfrm>
            <a:off x="695960" y="1301750"/>
            <a:ext cx="10799088" cy="405553"/>
          </a:xfrm>
        </p:spPr>
        <p:txBody>
          <a:bodyPr/>
          <a:lstStyle>
            <a:lvl5pPr>
              <a:buNone/>
              <a:defRPr/>
            </a:lvl5pPr>
          </a:lstStyle>
          <a:p>
            <a:pPr lvl="0"/>
            <a:r>
              <a:rPr lang="zh-CN" altLang="en-US"/>
              <a:t>请在此输入您的副标题</a:t>
            </a:r>
            <a:endParaRPr lang="zh-CN" altLang="en-US"/>
          </a:p>
        </p:txBody>
      </p:sp>
      <p:sp>
        <p:nvSpPr>
          <p:cNvPr id="7" name="标题 1"/>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showMasterSp="0" userDrawn="1">
  <p:cSld name="封面页_1">
    <p:spTree>
      <p:nvGrpSpPr>
        <p:cNvPr id="1" name=""/>
        <p:cNvGrpSpPr/>
        <p:nvPr/>
      </p:nvGrpSpPr>
      <p:grpSpPr>
        <a:xfrm>
          <a:off x="0" y="0"/>
          <a:ext cx="0" cy="0"/>
          <a:chOff x="0" y="0"/>
          <a:chExt cx="0" cy="0"/>
        </a:xfrm>
      </p:grpSpPr>
      <p:pic>
        <p:nvPicPr>
          <p:cNvPr id="52" name="图片 51"/>
          <p:cNvPicPr>
            <a:picLocks noChangeAspect="1"/>
          </p:cNvPicPr>
          <p:nvPr>
            <p:custDataLst>
              <p:tags r:id="rId2"/>
            </p:custDataLst>
          </p:nvPr>
        </p:nvPicPr>
        <p:blipFill>
          <a:blip r:embed="rId3"/>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56" name="图片 55"/>
          <p:cNvPicPr>
            <a:picLocks noChangeAspect="1"/>
          </p:cNvPicPr>
          <p:nvPr>
            <p:custDataLst>
              <p:tags r:id="rId4"/>
            </p:custDataLst>
          </p:nvPr>
        </p:nvPicPr>
        <p:blipFill>
          <a:blip r:embed="rId3"/>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62" name="图片 61"/>
          <p:cNvPicPr>
            <a:picLocks noChangeAspect="1"/>
          </p:cNvPicPr>
          <p:nvPr>
            <p:custDataLst>
              <p:tags r:id="rId5"/>
            </p:custDataLst>
          </p:nvPr>
        </p:nvPicPr>
        <p:blipFill>
          <a:blip r:embed="rId3">
            <a:alphaModFix amt="78000"/>
          </a:blip>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7" name="图片 4" descr="图片包含 网, 物体, 绿色, 亮&#10;&#10;描述已自动生成"/>
          <p:cNvPicPr>
            <a:picLocks noChangeAspect="1"/>
          </p:cNvPicPr>
          <p:nvPr>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5706405" y="925500"/>
            <a:ext cx="6001067" cy="5716619"/>
          </a:xfrm>
          <a:prstGeom prst="rect">
            <a:avLst/>
          </a:prstGeom>
        </p:spPr>
      </p:pic>
      <p:sp>
        <p:nvSpPr>
          <p:cNvPr id="9" name="Text Placeholder 8"/>
          <p:cNvSpPr>
            <a:spLocks noGrp="1"/>
          </p:cNvSpPr>
          <p:nvPr>
            <p:ph type="body" idx="16388" hasCustomPrompt="1"/>
            <p:custDataLst>
              <p:tags r:id="rId8"/>
            </p:custDataLst>
          </p:nvPr>
        </p:nvSpPr>
        <p:spPr>
          <a:xfrm>
            <a:off x="0" y="0"/>
            <a:ext cx="10160000" cy="6858000"/>
          </a:xfrm>
          <a:custGeom>
            <a:avLst/>
            <a:gdLst>
              <a:gd name="connisteX0" fmla="*/ 0 w 10160000"/>
              <a:gd name="connsiteY0" fmla="*/ 0 h 6858000"/>
              <a:gd name="connisteX1" fmla="*/ 10160000 w 10160000"/>
              <a:gd name="connsiteY1" fmla="*/ 0 h 6858000"/>
              <a:gd name="connisteX2" fmla="*/ 10160000 w 10160000"/>
              <a:gd name="connsiteY2" fmla="*/ 6858000 h 6858000"/>
              <a:gd name="connisteX3" fmla="*/ 0 w 10160000"/>
              <a:gd name="connsiteY3" fmla="*/ 6858000 h 6858000"/>
              <a:gd name="connisteX4" fmla="*/ 0 w 101600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pathLst>
              <a:path w="10160000" h="6858000">
                <a:moveTo>
                  <a:pt x="0" y="0"/>
                </a:moveTo>
                <a:lnTo>
                  <a:pt x="10160000" y="0"/>
                </a:lnTo>
                <a:lnTo>
                  <a:pt x="10160000" y="6858000"/>
                </a:lnTo>
                <a:lnTo>
                  <a:pt x="0" y="6858000"/>
                </a:lnTo>
                <a:lnTo>
                  <a:pt x="0" y="0"/>
                </a:lnTo>
                <a:close/>
              </a:path>
            </a:pathLst>
          </a:custGeom>
          <a:gradFill>
            <a:gsLst>
              <a:gs pos="0">
                <a:schemeClr val="bg1">
                  <a:alpha val="90000"/>
                </a:schemeClr>
              </a:gs>
              <a:gs pos="100000">
                <a:schemeClr val="bg1">
                  <a:alpha val="0"/>
                </a:schemeClr>
              </a:gs>
            </a:gsLst>
            <a:lin ang="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日期"/>
          <p:cNvSpPr>
            <a:spLocks noGrp="1"/>
          </p:cNvSpPr>
          <p:nvPr>
            <p:ph type="body" idx="16386" hasCustomPrompt="1"/>
            <p:custDataLst>
              <p:tags r:id="rId9"/>
            </p:custDataLst>
          </p:nvPr>
        </p:nvSpPr>
        <p:spPr>
          <a:xfrm>
            <a:off x="1016000" y="1651000"/>
            <a:ext cx="6097058" cy="457200"/>
          </a:xfrm>
        </p:spPr>
        <p:txBody>
          <a:bodyPr vert="horz" wrap="square" lIns="0" tIns="0" rIns="0" bIns="0" anchor="t">
            <a:normAutofit/>
          </a:bodyPr>
          <a:lstStyle>
            <a:lvl1pPr marL="0" indent="0" algn="l">
              <a:lnSpc>
                <a:spcPct val="125000"/>
              </a:lnSpc>
              <a:spcBef>
                <a:spcPct val="0"/>
              </a:spcBef>
              <a:spcAft>
                <a:spcPct val="0"/>
              </a:spcAft>
              <a:buNone/>
              <a:defRPr sz="240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20XX YEAR</a:t>
            </a:r>
            <a:endParaRPr lang="zh-CN" altLang="en-US" dirty="0"/>
          </a:p>
        </p:txBody>
      </p:sp>
      <p:sp>
        <p:nvSpPr>
          <p:cNvPr id="6" name="标题 1"/>
          <p:cNvSpPr>
            <a:spLocks noGrp="1"/>
          </p:cNvSpPr>
          <p:nvPr>
            <p:ph type="ctrTitle" idx="16385" hasCustomPrompt="1"/>
            <p:custDataLst>
              <p:tags r:id="rId10"/>
            </p:custDataLst>
          </p:nvPr>
        </p:nvSpPr>
        <p:spPr>
          <a:xfrm>
            <a:off x="1016000" y="2159000"/>
            <a:ext cx="6352646" cy="2540000"/>
          </a:xfrm>
        </p:spPr>
        <p:txBody>
          <a:bodyPr vert="horz" wrap="square" lIns="0" tIns="0" rIns="0" bIns="0" anchor="t" anchorCtr="0">
            <a:normAutofit/>
          </a:bodyPr>
          <a:lstStyle>
            <a:lvl1pPr marL="0" indent="0" algn="l">
              <a:lnSpc>
                <a:spcPct val="100000"/>
              </a:lnSpc>
              <a:spcBef>
                <a:spcPct val="0"/>
              </a:spcBef>
              <a:spcAft>
                <a:spcPct val="0"/>
              </a:spcAft>
              <a:buNone/>
              <a:defRPr sz="6000" b="1" spc="0">
                <a:solidFill>
                  <a:schemeClr val="tx1"/>
                </a:solidFill>
              </a:defRPr>
            </a:lvl1pPr>
          </a:lstStyle>
          <a:p>
            <a:r>
              <a:rPr lang="zh-CN" altLang="en-US" dirty="0"/>
              <a:t>单击此处添加文档标题</a:t>
            </a:r>
            <a:endParaRPr lang="zh-CN" altLang="en-US" dirty="0"/>
          </a:p>
        </p:txBody>
      </p:sp>
      <p:sp>
        <p:nvSpPr>
          <p:cNvPr id="20" name="署名占位符 10"/>
          <p:cNvSpPr>
            <a:spLocks noGrp="1"/>
          </p:cNvSpPr>
          <p:nvPr>
            <p:ph type="body" sz="quarter" idx="16387" hasCustomPrompt="1"/>
            <p:custDataLst>
              <p:tags r:id="rId11"/>
            </p:custDataLst>
          </p:nvPr>
        </p:nvSpPr>
        <p:spPr>
          <a:xfrm>
            <a:off x="1016000" y="4749800"/>
            <a:ext cx="2540882" cy="533400"/>
          </a:xfrm>
          <a:prstGeom prst="roundRect">
            <a:avLst>
              <a:gd name="adj" fmla="val 50000"/>
            </a:avLst>
          </a:prstGeom>
          <a:solidFill>
            <a:schemeClr val="accent1"/>
          </a:solidFill>
        </p:spPr>
        <p:txBody>
          <a:bodyPr vert="horz" wrap="square" lIns="0" tIns="0" rIns="0" bIns="0" anchor="ctr" anchorCtr="0">
            <a:normAutofit/>
          </a:bodyPr>
          <a:lstStyle>
            <a:lvl1pPr marL="0" indent="0" algn="ctr">
              <a:lnSpc>
                <a:spcPct val="100000"/>
              </a:lnSpc>
              <a:spcBef>
                <a:spcPct val="0"/>
              </a:spcBef>
              <a:spcAft>
                <a:spcPct val="0"/>
              </a:spcAft>
              <a:buNone/>
              <a:defRPr sz="2000" b="1" spc="0">
                <a:solidFill>
                  <a:srgbClr val="FFFFFF"/>
                </a:solidFill>
              </a:defRPr>
            </a:lvl1pPr>
          </a:lstStyle>
          <a:p>
            <a:pPr lvl="0"/>
            <a:r>
              <a:rPr lang="zh-CN" altLang="en-US" dirty="0"/>
              <a:t>BY WPS</a:t>
            </a:r>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showMasterSp="0" userDrawn="1">
  <p:cSld name="章节页_1">
    <p:spTree>
      <p:nvGrpSpPr>
        <p:cNvPr id="1" name=""/>
        <p:cNvGrpSpPr/>
        <p:nvPr/>
      </p:nvGrpSpPr>
      <p:grpSpPr>
        <a:xfrm>
          <a:off x="0" y="0"/>
          <a:ext cx="0" cy="0"/>
          <a:chOff x="0" y="0"/>
          <a:chExt cx="0" cy="0"/>
        </a:xfrm>
      </p:grpSpPr>
      <p:pic>
        <p:nvPicPr>
          <p:cNvPr id="7" name="图片 4" descr="图片包含 网, 物体, 绿色, 亮&#10;&#10;描述已自动生成"/>
          <p:cNvPicPr>
            <a:picLocks noChangeAspect="1"/>
          </p:cNvPicPr>
          <p:nvPr>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5706405" y="925500"/>
            <a:ext cx="6001067" cy="5716619"/>
          </a:xfrm>
          <a:prstGeom prst="rect">
            <a:avLst/>
          </a:prstGeom>
        </p:spPr>
      </p:pic>
      <p:pic>
        <p:nvPicPr>
          <p:cNvPr id="19" name="图片 18"/>
          <p:cNvPicPr>
            <a:picLocks noChangeAspect="1"/>
          </p:cNvPicPr>
          <p:nvPr>
            <p:custDataLst>
              <p:tags r:id="rId4"/>
            </p:custDataLst>
          </p:nvPr>
        </p:nvPicPr>
        <p:blipFill>
          <a:blip r:embed="rId5"/>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24" name="图片 23"/>
          <p:cNvPicPr>
            <a:picLocks noChangeAspect="1"/>
          </p:cNvPicPr>
          <p:nvPr>
            <p:custDataLst>
              <p:tags r:id="rId6"/>
            </p:custDataLst>
          </p:nvPr>
        </p:nvPicPr>
        <p:blipFill>
          <a:blip r:embed="rId5"/>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26" name="图片 25"/>
          <p:cNvPicPr>
            <a:picLocks noChangeAspect="1"/>
          </p:cNvPicPr>
          <p:nvPr>
            <p:custDataLst>
              <p:tags r:id="rId7"/>
            </p:custDataLst>
          </p:nvPr>
        </p:nvPicPr>
        <p:blipFill>
          <a:blip r:embed="rId5">
            <a:alphaModFix amt="65000"/>
          </a:blip>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sp>
        <p:nvSpPr>
          <p:cNvPr id="10" name="Text Placeholder 9"/>
          <p:cNvSpPr>
            <a:spLocks noGrp="1"/>
          </p:cNvSpPr>
          <p:nvPr>
            <p:ph type="body" idx="16387" hasCustomPrompt="1"/>
            <p:custDataLst>
              <p:tags r:id="rId8"/>
            </p:custDataLst>
          </p:nvPr>
        </p:nvSpPr>
        <p:spPr>
          <a:xfrm>
            <a:off x="0" y="0"/>
            <a:ext cx="10160000" cy="6858000"/>
          </a:xfrm>
          <a:custGeom>
            <a:avLst/>
            <a:gdLst>
              <a:gd name="connisteX0" fmla="*/ 0 w 10160000"/>
              <a:gd name="connsiteY0" fmla="*/ 0 h 6858000"/>
              <a:gd name="connisteX1" fmla="*/ 10160000 w 10160000"/>
              <a:gd name="connsiteY1" fmla="*/ 0 h 6858000"/>
              <a:gd name="connisteX2" fmla="*/ 10160000 w 10160000"/>
              <a:gd name="connsiteY2" fmla="*/ 6858000 h 6858000"/>
              <a:gd name="connisteX3" fmla="*/ 0 w 10160000"/>
              <a:gd name="connsiteY3" fmla="*/ 6858000 h 6858000"/>
              <a:gd name="connisteX4" fmla="*/ 0 w 101600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pathLst>
              <a:path w="10160000" h="6858000">
                <a:moveTo>
                  <a:pt x="0" y="0"/>
                </a:moveTo>
                <a:lnTo>
                  <a:pt x="10160000" y="0"/>
                </a:lnTo>
                <a:lnTo>
                  <a:pt x="10160000" y="6858000"/>
                </a:lnTo>
                <a:lnTo>
                  <a:pt x="0" y="6858000"/>
                </a:lnTo>
                <a:lnTo>
                  <a:pt x="0" y="0"/>
                </a:lnTo>
                <a:close/>
              </a:path>
            </a:pathLst>
          </a:custGeom>
          <a:gradFill>
            <a:gsLst>
              <a:gs pos="0">
                <a:schemeClr val="bg1">
                  <a:alpha val="90000"/>
                </a:schemeClr>
              </a:gs>
              <a:gs pos="100000">
                <a:schemeClr val="bg1">
                  <a:alpha val="0"/>
                </a:schemeClr>
              </a:gs>
            </a:gsLst>
            <a:lin ang="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6" name="标题 1"/>
          <p:cNvSpPr>
            <a:spLocks noGrp="1"/>
          </p:cNvSpPr>
          <p:nvPr>
            <p:ph type="title" idx="16385" hasCustomPrompt="1"/>
            <p:custDataLst>
              <p:tags r:id="rId9"/>
            </p:custDataLst>
          </p:nvPr>
        </p:nvSpPr>
        <p:spPr>
          <a:xfrm>
            <a:off x="1016000" y="3530600"/>
            <a:ext cx="6352117" cy="1524000"/>
          </a:xfrm>
        </p:spPr>
        <p:txBody>
          <a:bodyPr vert="horz" lIns="0" tIns="0" rIns="0" bIns="0" anchor="t" anchorCtr="0">
            <a:normAutofit/>
          </a:bodyPr>
          <a:lstStyle>
            <a:lvl1pPr marL="0" indent="0" algn="l">
              <a:lnSpc>
                <a:spcPct val="100000"/>
              </a:lnSpc>
              <a:spcBef>
                <a:spcPct val="0"/>
              </a:spcBef>
              <a:spcAft>
                <a:spcPct val="0"/>
              </a:spcAft>
              <a:buNone/>
              <a:defRPr sz="4800" b="0" spc="0">
                <a:solidFill>
                  <a:schemeClr val="tx1">
                    <a:lumMod val="85000"/>
                    <a:lumOff val="15000"/>
                  </a:schemeClr>
                </a:solidFill>
              </a:defRPr>
            </a:lvl1pPr>
          </a:lstStyle>
          <a:p>
            <a:r>
              <a:rPr lang="zh-CN" altLang="en-US" dirty="0"/>
              <a:t>单击此处添加章节标题</a:t>
            </a:r>
            <a:endParaRPr lang="zh-CN" altLang="en-US" dirty="0"/>
          </a:p>
        </p:txBody>
      </p:sp>
      <p:sp>
        <p:nvSpPr>
          <p:cNvPr id="8" name="文本占位符 6"/>
          <p:cNvSpPr>
            <a:spLocks noGrp="1"/>
          </p:cNvSpPr>
          <p:nvPr>
            <p:ph type="body" idx="16386" hasCustomPrompt="1"/>
            <p:custDataLst>
              <p:tags r:id="rId10"/>
            </p:custDataLst>
          </p:nvPr>
        </p:nvSpPr>
        <p:spPr>
          <a:xfrm>
            <a:off x="1016000" y="1905000"/>
            <a:ext cx="1527175" cy="1524000"/>
          </a:xfrm>
        </p:spPr>
        <p:txBody>
          <a:bodyPr vert="horz" lIns="0" tIns="0" rIns="0" bIns="0" anchor="ctr" anchorCtr="0">
            <a:normAutofit/>
          </a:bodyPr>
          <a:lstStyle>
            <a:lvl1pPr marL="0" indent="0" algn="l">
              <a:lnSpc>
                <a:spcPct val="109000"/>
              </a:lnSpc>
              <a:spcBef>
                <a:spcPct val="0"/>
              </a:spcBef>
              <a:spcAft>
                <a:spcPct val="0"/>
              </a:spcAft>
              <a:buNone/>
              <a:defRPr sz="7200" b="1" spc="0">
                <a:solidFill>
                  <a:schemeClr val="tx1">
                    <a:lumMod val="85000"/>
                    <a:lumOff val="15000"/>
                  </a:schemeClr>
                </a:solidFill>
              </a:defRPr>
            </a:lvl1pPr>
          </a:lstStyle>
          <a:p>
            <a:pPr lvl="0"/>
            <a:r>
              <a:rPr lang="zh-CN" altLang="en-US"/>
              <a:t>01</a:t>
            </a:r>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showMasterSp="0" userDrawn="1">
  <p:cSld name="结束页_1">
    <p:spTree>
      <p:nvGrpSpPr>
        <p:cNvPr id="1" name=""/>
        <p:cNvGrpSpPr/>
        <p:nvPr/>
      </p:nvGrpSpPr>
      <p:grpSpPr>
        <a:xfrm>
          <a:off x="0" y="0"/>
          <a:ext cx="0" cy="0"/>
          <a:chOff x="0" y="0"/>
          <a:chExt cx="0" cy="0"/>
        </a:xfrm>
      </p:grpSpPr>
      <p:pic>
        <p:nvPicPr>
          <p:cNvPr id="6" name="图片 1"/>
          <p:cNvPicPr>
            <a:picLocks noChangeAspect="1"/>
          </p:cNvPicPr>
          <p:nvPr userDrawn="1">
            <p:custDataLst>
              <p:tags r:id="rId2"/>
            </p:custDataLst>
          </p:nvPr>
        </p:nvPicPr>
        <p:blipFill>
          <a:blip r:embed="rId3"/>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7" name="图片 2"/>
          <p:cNvPicPr>
            <a:picLocks noChangeAspect="1"/>
          </p:cNvPicPr>
          <p:nvPr userDrawn="1">
            <p:custDataLst>
              <p:tags r:id="rId4"/>
            </p:custDataLst>
          </p:nvPr>
        </p:nvPicPr>
        <p:blipFill>
          <a:blip r:embed="rId3"/>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8" name="图片 3"/>
          <p:cNvPicPr>
            <a:picLocks noChangeAspect="1"/>
          </p:cNvPicPr>
          <p:nvPr userDrawn="1">
            <p:custDataLst>
              <p:tags r:id="rId5"/>
            </p:custDataLst>
          </p:nvPr>
        </p:nvPicPr>
        <p:blipFill>
          <a:blip r:embed="rId3">
            <a:alphaModFix amt="78000"/>
          </a:blip>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9" name="图片 4" descr="图片包含 网, 物体, 绿色, 亮&#10;&#10;描述已自动生成"/>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5706405" y="925500"/>
            <a:ext cx="6001067" cy="5716619"/>
          </a:xfrm>
          <a:prstGeom prst="rect">
            <a:avLst/>
          </a:prstGeom>
        </p:spPr>
      </p:pic>
      <p:sp>
        <p:nvSpPr>
          <p:cNvPr id="10" name="Text Placeholder 9"/>
          <p:cNvSpPr>
            <a:spLocks noGrp="1"/>
          </p:cNvSpPr>
          <p:nvPr>
            <p:ph type="body" idx="16387" hasCustomPrompt="1"/>
            <p:custDataLst>
              <p:tags r:id="rId8"/>
            </p:custDataLst>
          </p:nvPr>
        </p:nvSpPr>
        <p:spPr>
          <a:xfrm>
            <a:off x="0" y="0"/>
            <a:ext cx="10160000" cy="6858000"/>
          </a:xfrm>
          <a:custGeom>
            <a:avLst/>
            <a:gdLst>
              <a:gd name="connisteX0" fmla="*/ 0 w 10160000"/>
              <a:gd name="connsiteY0" fmla="*/ 0 h 6858000"/>
              <a:gd name="connisteX1" fmla="*/ 10160000 w 10160000"/>
              <a:gd name="connsiteY1" fmla="*/ 0 h 6858000"/>
              <a:gd name="connisteX2" fmla="*/ 10160000 w 10160000"/>
              <a:gd name="connsiteY2" fmla="*/ 6858000 h 6858000"/>
              <a:gd name="connisteX3" fmla="*/ 0 w 10160000"/>
              <a:gd name="connsiteY3" fmla="*/ 6858000 h 6858000"/>
              <a:gd name="connisteX4" fmla="*/ 0 w 101600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pathLst>
              <a:path w="10160000" h="6858000">
                <a:moveTo>
                  <a:pt x="0" y="0"/>
                </a:moveTo>
                <a:lnTo>
                  <a:pt x="10160000" y="0"/>
                </a:lnTo>
                <a:lnTo>
                  <a:pt x="10160000" y="6858000"/>
                </a:lnTo>
                <a:lnTo>
                  <a:pt x="0" y="6858000"/>
                </a:lnTo>
                <a:lnTo>
                  <a:pt x="0" y="0"/>
                </a:lnTo>
                <a:close/>
              </a:path>
            </a:pathLst>
          </a:custGeom>
          <a:gradFill>
            <a:gsLst>
              <a:gs pos="0">
                <a:schemeClr val="bg1">
                  <a:alpha val="90000"/>
                </a:schemeClr>
              </a:gs>
              <a:gs pos="100000">
                <a:schemeClr val="bg1">
                  <a:alpha val="0"/>
                </a:schemeClr>
              </a:gs>
            </a:gsLst>
            <a:lin ang="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1" name="Subtitle 10"/>
          <p:cNvSpPr>
            <a:spLocks noGrp="1"/>
          </p:cNvSpPr>
          <p:nvPr>
            <p:ph type="subTitle" idx="16386" hasCustomPrompt="1"/>
            <p:custDataLst>
              <p:tags r:id="rId9"/>
            </p:custDataLst>
          </p:nvPr>
        </p:nvSpPr>
        <p:spPr>
          <a:xfrm>
            <a:off x="1016000" y="2667000"/>
            <a:ext cx="5449358" cy="457200"/>
          </a:xfrm>
          <a:noFill/>
        </p:spPr>
        <p:txBody>
          <a:bodyPr lIns="0" tIns="0" rIns="0" bIns="0" anchor="t">
            <a:normAutofit/>
          </a:bodyPr>
          <a:lstStyle>
            <a:lvl1pPr marL="0" indent="0" algn="l">
              <a:lnSpc>
                <a:spcPct val="125000"/>
              </a:lnSpc>
              <a:spcBef>
                <a:spcPct val="0"/>
              </a:spcBef>
              <a:spcAft>
                <a:spcPct val="0"/>
              </a:spcAft>
              <a:buNone/>
              <a:defRPr sz="2400" b="0" spc="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THE END</a:t>
            </a:r>
            <a:endParaRPr lang="zh-CN" altLang="en-US"/>
          </a:p>
        </p:txBody>
      </p:sp>
      <p:sp>
        <p:nvSpPr>
          <p:cNvPr id="49" name="标题 11"/>
          <p:cNvSpPr>
            <a:spLocks noGrp="1"/>
          </p:cNvSpPr>
          <p:nvPr>
            <p:ph type="ctrTitle" idx="16385" hasCustomPrompt="1"/>
            <p:custDataLst>
              <p:tags r:id="rId10"/>
            </p:custDataLst>
          </p:nvPr>
        </p:nvSpPr>
        <p:spPr>
          <a:xfrm>
            <a:off x="1016000" y="3175000"/>
            <a:ext cx="5451122" cy="1016000"/>
          </a:xfrm>
        </p:spPr>
        <p:txBody>
          <a:bodyPr vert="horz" wrap="square" lIns="0" tIns="0" rIns="0" bIns="0" anchor="t">
            <a:normAutofit/>
          </a:bodyPr>
          <a:lstStyle>
            <a:lvl1pPr marL="0" indent="0" algn="l">
              <a:lnSpc>
                <a:spcPct val="100000"/>
              </a:lnSpc>
              <a:spcBef>
                <a:spcPct val="0"/>
              </a:spcBef>
              <a:spcAft>
                <a:spcPct val="0"/>
              </a:spcAft>
              <a:buNone/>
              <a:defRPr sz="6400" b="1" spc="0" baseline="0">
                <a:solidFill>
                  <a:schemeClr val="tx1">
                    <a:lumMod val="75000"/>
                    <a:lumOff val="25000"/>
                  </a:schemeClr>
                </a:solidFill>
              </a:defRPr>
            </a:lvl1pPr>
          </a:lstStyle>
          <a:p>
            <a:r>
              <a:rPr lang="zh-CN" altLang="en-US" dirty="0"/>
              <a:t>谢谢观看</a:t>
            </a:r>
            <a:endParaRPr lang="zh-CN" alt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p:txBody>
          <a:bodyPr/>
          <a:p>
            <a:endParaRPr lang="zh-CN" altLang="en-US"/>
          </a:p>
        </p:txBody>
      </p:sp>
      <p:sp>
        <p:nvSpPr>
          <p:cNvPr id="10" name="灯片编号占位符 5"/>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3" name="Subtitle 12"/>
          <p:cNvSpPr>
            <a:spLocks noGrp="1"/>
          </p:cNvSpPr>
          <p:nvPr>
            <p:ph type="subTitle" idx="17826305" hasCustomPrompt="1"/>
            <p:custDataLst>
              <p:tags r:id="rId5"/>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endParaRPr lang="zh-CN" altLang="en-US"/>
          </a:p>
        </p:txBody>
      </p:sp>
      <p:sp>
        <p:nvSpPr>
          <p:cNvPr id="14" name="Title 13"/>
          <p:cNvSpPr>
            <a:spLocks noGrp="1"/>
          </p:cNvSpPr>
          <p:nvPr>
            <p:ph type="ctrTitle" idx="17826049" hasCustomPrompt="1"/>
            <p:custDataLst>
              <p:tags r:id="rId6"/>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endParaRPr lang="zh-CN" altLang="en-US"/>
          </a:p>
        </p:txBody>
      </p:sp>
      <p:sp>
        <p:nvSpPr>
          <p:cNvPr id="15" name="Text Placeholder 14"/>
          <p:cNvSpPr>
            <a:spLocks noGrp="1"/>
          </p:cNvSpPr>
          <p:nvPr>
            <p:ph type="body" idx="319883777" hasCustomPrompt="1"/>
            <p:custDataLst>
              <p:tags r:id="rId7"/>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6" name="装饰  5"/>
          <p:cNvSpPr>
            <a:spLocks noGrp="1"/>
          </p:cNvSpPr>
          <p:nvPr>
            <p:ph type="body" idx="319883522" hasCustomPrompt="1"/>
            <p:custDataLst>
              <p:tags r:id="rId8"/>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Text Placeholder 16"/>
          <p:cNvSpPr>
            <a:spLocks noGrp="1"/>
          </p:cNvSpPr>
          <p:nvPr>
            <p:ph type="body" idx="51446017" hasCustomPrompt="1"/>
            <p:custDataLst>
              <p:tags r:id="rId9"/>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Text Placeholder 17"/>
          <p:cNvSpPr>
            <a:spLocks noGrp="1"/>
          </p:cNvSpPr>
          <p:nvPr>
            <p:ph type="body" idx="319949313" hasCustomPrompt="1"/>
            <p:custDataLst>
              <p:tags r:id="rId10"/>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9" name="装饰  8"/>
          <p:cNvSpPr>
            <a:spLocks noGrp="1"/>
          </p:cNvSpPr>
          <p:nvPr>
            <p:ph type="body" idx="319949058" hasCustomPrompt="1"/>
            <p:custDataLst>
              <p:tags r:id="rId11"/>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Text Placeholder 19"/>
          <p:cNvSpPr>
            <a:spLocks noGrp="1"/>
          </p:cNvSpPr>
          <p:nvPr>
            <p:ph type="body" idx="51511553" hasCustomPrompt="1"/>
            <p:custDataLst>
              <p:tags r:id="rId12"/>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Text Placeholder 20"/>
          <p:cNvSpPr>
            <a:spLocks noGrp="1"/>
          </p:cNvSpPr>
          <p:nvPr>
            <p:ph type="body" idx="320014849" hasCustomPrompt="1"/>
            <p:custDataLst>
              <p:tags r:id="rId13"/>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22" name="装饰  1"/>
          <p:cNvSpPr>
            <a:spLocks noGrp="1"/>
          </p:cNvSpPr>
          <p:nvPr>
            <p:ph type="body" idx="320014594" hasCustomPrompt="1"/>
            <p:custDataLst>
              <p:tags r:id="rId14"/>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3" name="Text Placeholder 22"/>
          <p:cNvSpPr>
            <a:spLocks noGrp="1"/>
          </p:cNvSpPr>
          <p:nvPr>
            <p:ph type="body" idx="51577089" hasCustomPrompt="1"/>
            <p:custDataLst>
              <p:tags r:id="rId15"/>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4" name="Text Placeholder 23"/>
          <p:cNvSpPr>
            <a:spLocks noGrp="1"/>
          </p:cNvSpPr>
          <p:nvPr>
            <p:ph type="body" idx="320080385" hasCustomPrompt="1"/>
            <p:custDataLst>
              <p:tags r:id="rId16"/>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04</a:t>
            </a:r>
            <a:endParaRPr lang="zh-CN" altLang="en-US" smtClean="0"/>
          </a:p>
        </p:txBody>
      </p:sp>
      <p:sp>
        <p:nvSpPr>
          <p:cNvPr id="25" name="装饰  4"/>
          <p:cNvSpPr>
            <a:spLocks noGrp="1"/>
          </p:cNvSpPr>
          <p:nvPr>
            <p:ph type="body" idx="320080130" hasCustomPrompt="1"/>
            <p:custDataLst>
              <p:tags r:id="rId17"/>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6" name="Text Placeholder 25"/>
          <p:cNvSpPr>
            <a:spLocks noGrp="1"/>
          </p:cNvSpPr>
          <p:nvPr>
            <p:ph type="body" idx="51642625" hasCustomPrompt="1"/>
            <p:custDataLst>
              <p:tags r:id="rId18"/>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正文页-10012_14">
    <p:bg>
      <p:bgRef idx="1001">
        <a:schemeClr val="bg2"/>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内容占位符 6"/>
          <p:cNvSpPr>
            <a:spLocks noGrp="1"/>
          </p:cNvSpPr>
          <p:nvPr>
            <p:ph idx="16392" hasCustomPrompt="1"/>
            <p:custDataLst>
              <p:tags r:id="rId3"/>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文本占位符 7"/>
          <p:cNvSpPr>
            <a:spLocks noGrp="1"/>
          </p:cNvSpPr>
          <p:nvPr>
            <p:ph type="body" idx="16386" hasCustomPrompt="1"/>
            <p:custDataLst>
              <p:tags r:id="rId4"/>
            </p:custDataLst>
          </p:nvPr>
        </p:nvSpPr>
        <p:spPr>
          <a:xfrm>
            <a:off x="6553200" y="1524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9" name="文本占位符 8"/>
          <p:cNvSpPr>
            <a:spLocks noGrp="1"/>
          </p:cNvSpPr>
          <p:nvPr>
            <p:ph type="body" idx="16387" hasCustomPrompt="1"/>
            <p:custDataLst>
              <p:tags r:id="rId5"/>
            </p:custDataLst>
          </p:nvPr>
        </p:nvSpPr>
        <p:spPr>
          <a:xfrm>
            <a:off x="6553200" y="2082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文本占位符 9"/>
          <p:cNvSpPr>
            <a:spLocks noGrp="1"/>
          </p:cNvSpPr>
          <p:nvPr>
            <p:ph type="body" idx="16388" hasCustomPrompt="1"/>
            <p:custDataLst>
              <p:tags r:id="rId6"/>
            </p:custDataLst>
          </p:nvPr>
        </p:nvSpPr>
        <p:spPr>
          <a:xfrm>
            <a:off x="6553200" y="3302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9" hasCustomPrompt="1"/>
            <p:custDataLst>
              <p:tags r:id="rId7"/>
            </p:custDataLst>
          </p:nvPr>
        </p:nvSpPr>
        <p:spPr>
          <a:xfrm>
            <a:off x="6553200" y="3860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文本占位符 11"/>
          <p:cNvSpPr>
            <a:spLocks noGrp="1"/>
          </p:cNvSpPr>
          <p:nvPr>
            <p:ph type="body" idx="16390" hasCustomPrompt="1"/>
            <p:custDataLst>
              <p:tags r:id="rId8"/>
            </p:custDataLst>
          </p:nvPr>
        </p:nvSpPr>
        <p:spPr>
          <a:xfrm>
            <a:off x="6553200" y="5080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3" name="文本占位符 12"/>
          <p:cNvSpPr>
            <a:spLocks noGrp="1"/>
          </p:cNvSpPr>
          <p:nvPr>
            <p:ph type="body" idx="16391" hasCustomPrompt="1"/>
            <p:custDataLst>
              <p:tags r:id="rId9"/>
            </p:custDataLst>
          </p:nvPr>
        </p:nvSpPr>
        <p:spPr>
          <a:xfrm>
            <a:off x="6553200" y="5638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正文页-34_17">
    <p:bg>
      <p:bgRef idx="1001">
        <a:schemeClr val="bg2"/>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图片占位符 6"/>
          <p:cNvSpPr>
            <a:spLocks noGrp="1"/>
          </p:cNvSpPr>
          <p:nvPr>
            <p:ph type="pic" idx="16392" hasCustomPrompt="1"/>
            <p:custDataLst>
              <p:tags r:id="rId3"/>
            </p:custDataLst>
          </p:nvPr>
        </p:nvSpPr>
        <p:spPr>
          <a:xfrm>
            <a:off x="1473200" y="19050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8" name="文本占位符 7"/>
          <p:cNvSpPr>
            <a:spLocks noGrp="1"/>
          </p:cNvSpPr>
          <p:nvPr>
            <p:ph type="body" idx="16386" hasCustomPrompt="1"/>
            <p:custDataLst>
              <p:tags r:id="rId4"/>
            </p:custDataLst>
          </p:nvPr>
        </p:nvSpPr>
        <p:spPr>
          <a:xfrm>
            <a:off x="609600" y="37846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9" name="文本占位符 8"/>
          <p:cNvSpPr>
            <a:spLocks noGrp="1"/>
          </p:cNvSpPr>
          <p:nvPr>
            <p:ph type="body" idx="16387" hasCustomPrompt="1"/>
            <p:custDataLst>
              <p:tags r:id="rId5"/>
            </p:custDataLst>
          </p:nvPr>
        </p:nvSpPr>
        <p:spPr>
          <a:xfrm>
            <a:off x="609600" y="4343400"/>
            <a:ext cx="3251200" cy="15240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图片占位符 9"/>
          <p:cNvSpPr>
            <a:spLocks noGrp="1"/>
          </p:cNvSpPr>
          <p:nvPr>
            <p:ph type="pic" idx="16393" hasCustomPrompt="1"/>
            <p:custDataLst>
              <p:tags r:id="rId6"/>
            </p:custDataLst>
          </p:nvPr>
        </p:nvSpPr>
        <p:spPr>
          <a:xfrm>
            <a:off x="5334000" y="19050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1" name="文本占位符 10"/>
          <p:cNvSpPr>
            <a:spLocks noGrp="1"/>
          </p:cNvSpPr>
          <p:nvPr>
            <p:ph type="body" idx="16388" hasCustomPrompt="1"/>
            <p:custDataLst>
              <p:tags r:id="rId7"/>
            </p:custDataLst>
          </p:nvPr>
        </p:nvSpPr>
        <p:spPr>
          <a:xfrm>
            <a:off x="4470400" y="37846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2" name="文本占位符 11"/>
          <p:cNvSpPr>
            <a:spLocks noGrp="1"/>
          </p:cNvSpPr>
          <p:nvPr>
            <p:ph type="body" idx="16389" hasCustomPrompt="1"/>
            <p:custDataLst>
              <p:tags r:id="rId8"/>
            </p:custDataLst>
          </p:nvPr>
        </p:nvSpPr>
        <p:spPr>
          <a:xfrm>
            <a:off x="4470400" y="4343400"/>
            <a:ext cx="3251200" cy="15240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3" name="图片占位符 12"/>
          <p:cNvSpPr>
            <a:spLocks noGrp="1"/>
          </p:cNvSpPr>
          <p:nvPr>
            <p:ph type="pic" idx="16394" hasCustomPrompt="1"/>
            <p:custDataLst>
              <p:tags r:id="rId9"/>
            </p:custDataLst>
          </p:nvPr>
        </p:nvSpPr>
        <p:spPr>
          <a:xfrm>
            <a:off x="9194800" y="19050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90" hasCustomPrompt="1"/>
            <p:custDataLst>
              <p:tags r:id="rId10"/>
            </p:custDataLst>
          </p:nvPr>
        </p:nvSpPr>
        <p:spPr>
          <a:xfrm>
            <a:off x="8331200" y="37846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91" hasCustomPrompt="1"/>
            <p:custDataLst>
              <p:tags r:id="rId11"/>
            </p:custDataLst>
          </p:nvPr>
        </p:nvSpPr>
        <p:spPr>
          <a:xfrm>
            <a:off x="8331200" y="4343400"/>
            <a:ext cx="3251200" cy="15240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正文页-10002_14">
    <p:bg>
      <p:bgRef idx="1001">
        <a:schemeClr val="bg2"/>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装饰  6"/>
          <p:cNvSpPr>
            <a:spLocks noGrp="1"/>
          </p:cNvSpPr>
          <p:nvPr>
            <p:ph type="body" idx="16392" hasCustomPrompt="1"/>
            <p:custDataLst>
              <p:tags r:id="rId3"/>
            </p:custDataLst>
          </p:nvPr>
        </p:nvSpPr>
        <p:spPr>
          <a:xfrm>
            <a:off x="609600" y="1524000"/>
            <a:ext cx="10972800" cy="1473200"/>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文本占位符 7"/>
          <p:cNvSpPr>
            <a:spLocks noGrp="1"/>
          </p:cNvSpPr>
          <p:nvPr>
            <p:ph type="body" idx="16387" hasCustomPrompt="1"/>
            <p:custDataLst>
              <p:tags r:id="rId4"/>
            </p:custDataLst>
          </p:nvPr>
        </p:nvSpPr>
        <p:spPr>
          <a:xfrm>
            <a:off x="933450" y="1892300"/>
            <a:ext cx="876300" cy="736600"/>
          </a:xfrm>
          <a:noFill/>
        </p:spPr>
        <p:txBody>
          <a:bodyPr wrap="none" lIns="0" tIns="0" rIns="0" bIns="0" anchor="ctr">
            <a:noAutofit/>
          </a:bodyPr>
          <a:lstStyle>
            <a:lvl1pPr marL="0" indent="0" algn="ctr">
              <a:lnSpc>
                <a:spcPct val="109000"/>
              </a:lnSpc>
              <a:spcBef>
                <a:spcPct val="0"/>
              </a:spcBef>
              <a:spcAft>
                <a:spcPct val="0"/>
              </a:spcAft>
              <a:buNone/>
              <a:defRPr sz="5800" b="0" spc="0">
                <a:solidFill>
                  <a:schemeClr val="accent1"/>
                </a:solidFill>
              </a:defRPr>
            </a:lvl1pPr>
          </a:lstStyle>
          <a:p>
            <a:pPr lvl="0"/>
            <a:r>
              <a:rPr lang="zh-CN" altLang="en-US" smtClean="0"/>
              <a:t>01</a:t>
            </a:r>
            <a:endParaRPr lang="zh-CN" altLang="en-US" smtClean="0"/>
          </a:p>
        </p:txBody>
      </p:sp>
      <p:sp>
        <p:nvSpPr>
          <p:cNvPr id="9" name="文本占位符 8"/>
          <p:cNvSpPr>
            <a:spLocks noGrp="1"/>
          </p:cNvSpPr>
          <p:nvPr>
            <p:ph type="body" idx="16386" hasCustomPrompt="1"/>
            <p:custDataLst>
              <p:tags r:id="rId5"/>
            </p:custDataLst>
          </p:nvPr>
        </p:nvSpPr>
        <p:spPr>
          <a:xfrm>
            <a:off x="2082800" y="1955800"/>
            <a:ext cx="9194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装饰  9"/>
          <p:cNvSpPr>
            <a:spLocks noGrp="1"/>
          </p:cNvSpPr>
          <p:nvPr>
            <p:ph type="body" idx="16393" hasCustomPrompt="1"/>
            <p:custDataLst>
              <p:tags r:id="rId6"/>
            </p:custDataLst>
          </p:nvPr>
        </p:nvSpPr>
        <p:spPr>
          <a:xfrm>
            <a:off x="609600" y="3149600"/>
            <a:ext cx="10972800" cy="1473200"/>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1" name="文本占位符 10"/>
          <p:cNvSpPr>
            <a:spLocks noGrp="1"/>
          </p:cNvSpPr>
          <p:nvPr>
            <p:ph type="body" idx="16389" hasCustomPrompt="1"/>
            <p:custDataLst>
              <p:tags r:id="rId7"/>
            </p:custDataLst>
          </p:nvPr>
        </p:nvSpPr>
        <p:spPr>
          <a:xfrm>
            <a:off x="933450" y="3517900"/>
            <a:ext cx="876300" cy="736600"/>
          </a:xfrm>
          <a:noFill/>
        </p:spPr>
        <p:txBody>
          <a:bodyPr wrap="none" lIns="0" tIns="0" rIns="0" bIns="0" anchor="ctr">
            <a:noAutofit/>
          </a:bodyPr>
          <a:lstStyle>
            <a:lvl1pPr marL="0" indent="0" algn="ctr">
              <a:lnSpc>
                <a:spcPct val="109000"/>
              </a:lnSpc>
              <a:spcBef>
                <a:spcPct val="0"/>
              </a:spcBef>
              <a:spcAft>
                <a:spcPct val="0"/>
              </a:spcAft>
              <a:buNone/>
              <a:defRPr sz="5800" b="0" spc="0">
                <a:solidFill>
                  <a:schemeClr val="accent1"/>
                </a:solidFill>
              </a:defRPr>
            </a:lvl1pPr>
          </a:lstStyle>
          <a:p>
            <a:pPr lvl="0"/>
            <a:r>
              <a:rPr lang="zh-CN" altLang="en-US" smtClean="0"/>
              <a:t>02</a:t>
            </a:r>
            <a:endParaRPr lang="zh-CN" altLang="en-US" smtClean="0"/>
          </a:p>
        </p:txBody>
      </p:sp>
      <p:sp>
        <p:nvSpPr>
          <p:cNvPr id="12" name="文本占位符 11"/>
          <p:cNvSpPr>
            <a:spLocks noGrp="1"/>
          </p:cNvSpPr>
          <p:nvPr>
            <p:ph type="body" idx="16388" hasCustomPrompt="1"/>
            <p:custDataLst>
              <p:tags r:id="rId8"/>
            </p:custDataLst>
          </p:nvPr>
        </p:nvSpPr>
        <p:spPr>
          <a:xfrm>
            <a:off x="2082800" y="3581400"/>
            <a:ext cx="9194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3" name="装饰  2"/>
          <p:cNvSpPr>
            <a:spLocks noGrp="1"/>
          </p:cNvSpPr>
          <p:nvPr>
            <p:ph type="body" idx="16394" hasCustomPrompt="1"/>
            <p:custDataLst>
              <p:tags r:id="rId9"/>
            </p:custDataLst>
          </p:nvPr>
        </p:nvSpPr>
        <p:spPr>
          <a:xfrm>
            <a:off x="609600" y="4775200"/>
            <a:ext cx="10972800" cy="1473200"/>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91" hasCustomPrompt="1"/>
            <p:custDataLst>
              <p:tags r:id="rId10"/>
            </p:custDataLst>
          </p:nvPr>
        </p:nvSpPr>
        <p:spPr>
          <a:xfrm>
            <a:off x="933450" y="5143500"/>
            <a:ext cx="876300" cy="736600"/>
          </a:xfrm>
          <a:noFill/>
        </p:spPr>
        <p:txBody>
          <a:bodyPr wrap="none" lIns="0" tIns="0" rIns="0" bIns="0" anchor="ctr">
            <a:noAutofit/>
          </a:bodyPr>
          <a:lstStyle>
            <a:lvl1pPr marL="0" indent="0" algn="ctr">
              <a:lnSpc>
                <a:spcPct val="109000"/>
              </a:lnSpc>
              <a:spcBef>
                <a:spcPct val="0"/>
              </a:spcBef>
              <a:spcAft>
                <a:spcPct val="0"/>
              </a:spcAft>
              <a:buNone/>
              <a:defRPr sz="5800" b="0" spc="0">
                <a:solidFill>
                  <a:schemeClr val="accent1"/>
                </a:solidFill>
              </a:defRPr>
            </a:lvl1pPr>
          </a:lstStyle>
          <a:p>
            <a:pPr lvl="0"/>
            <a:r>
              <a:rPr lang="zh-CN" altLang="en-US" smtClean="0"/>
              <a:t>03</a:t>
            </a:r>
            <a:endParaRPr lang="zh-CN" altLang="en-US" smtClean="0"/>
          </a:p>
        </p:txBody>
      </p:sp>
      <p:sp>
        <p:nvSpPr>
          <p:cNvPr id="15" name="文本占位符 14"/>
          <p:cNvSpPr>
            <a:spLocks noGrp="1"/>
          </p:cNvSpPr>
          <p:nvPr>
            <p:ph type="body" idx="16390" hasCustomPrompt="1"/>
            <p:custDataLst>
              <p:tags r:id="rId11"/>
            </p:custDataLst>
          </p:nvPr>
        </p:nvSpPr>
        <p:spPr>
          <a:xfrm>
            <a:off x="2082800" y="5207000"/>
            <a:ext cx="9194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正文页-10011_1">
    <p:bg>
      <p:bgRef idx="1001">
        <a:schemeClr val="bg2"/>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内容占位符 6"/>
          <p:cNvSpPr>
            <a:spLocks noGrp="1"/>
          </p:cNvSpPr>
          <p:nvPr>
            <p:ph idx="16387" hasCustomPrompt="1"/>
            <p:custDataLst>
              <p:tags r:id="rId3"/>
            </p:custDataLst>
          </p:nvPr>
        </p:nvSpPr>
        <p:spPr>
          <a:xfrm>
            <a:off x="60960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文本占位符 7"/>
          <p:cNvSpPr>
            <a:spLocks noGrp="1"/>
          </p:cNvSpPr>
          <p:nvPr>
            <p:ph type="body" idx="16386" hasCustomPrompt="1"/>
            <p:custDataLst>
              <p:tags r:id="rId4"/>
            </p:custDataLst>
          </p:nvPr>
        </p:nvSpPr>
        <p:spPr>
          <a:xfrm>
            <a:off x="609600" y="1600200"/>
            <a:ext cx="5029200" cy="4572000"/>
          </a:xfrm>
          <a:noFill/>
        </p:spPr>
        <p:txBody>
          <a:bodyPr lIns="0" tIns="0" rIns="0" bIns="0" anchor="ctr">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单击此处添加正文</a:t>
            </a:r>
            <a:endParaRPr lang="zh-CN" altLang="en-US" smtClean="0"/>
          </a:p>
        </p:txBody>
      </p:sp>
    </p:spTree>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正文页-10012_14">
    <p:bg>
      <p:bgRef idx="1001">
        <a:schemeClr val="bg2"/>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内容占位符 6"/>
          <p:cNvSpPr>
            <a:spLocks noGrp="1"/>
          </p:cNvSpPr>
          <p:nvPr>
            <p:ph idx="16392" hasCustomPrompt="1"/>
            <p:custDataLst>
              <p:tags r:id="rId3"/>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文本占位符 7"/>
          <p:cNvSpPr>
            <a:spLocks noGrp="1"/>
          </p:cNvSpPr>
          <p:nvPr>
            <p:ph type="body" idx="16386" hasCustomPrompt="1"/>
            <p:custDataLst>
              <p:tags r:id="rId4"/>
            </p:custDataLst>
          </p:nvPr>
        </p:nvSpPr>
        <p:spPr>
          <a:xfrm>
            <a:off x="6553200" y="1524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9" name="文本占位符 8"/>
          <p:cNvSpPr>
            <a:spLocks noGrp="1"/>
          </p:cNvSpPr>
          <p:nvPr>
            <p:ph type="body" idx="16387" hasCustomPrompt="1"/>
            <p:custDataLst>
              <p:tags r:id="rId5"/>
            </p:custDataLst>
          </p:nvPr>
        </p:nvSpPr>
        <p:spPr>
          <a:xfrm>
            <a:off x="6553200" y="2082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文本占位符 9"/>
          <p:cNvSpPr>
            <a:spLocks noGrp="1"/>
          </p:cNvSpPr>
          <p:nvPr>
            <p:ph type="body" idx="16388" hasCustomPrompt="1"/>
            <p:custDataLst>
              <p:tags r:id="rId6"/>
            </p:custDataLst>
          </p:nvPr>
        </p:nvSpPr>
        <p:spPr>
          <a:xfrm>
            <a:off x="6553200" y="3302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9" hasCustomPrompt="1"/>
            <p:custDataLst>
              <p:tags r:id="rId7"/>
            </p:custDataLst>
          </p:nvPr>
        </p:nvSpPr>
        <p:spPr>
          <a:xfrm>
            <a:off x="6553200" y="3860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文本占位符 11"/>
          <p:cNvSpPr>
            <a:spLocks noGrp="1"/>
          </p:cNvSpPr>
          <p:nvPr>
            <p:ph type="body" idx="16390" hasCustomPrompt="1"/>
            <p:custDataLst>
              <p:tags r:id="rId8"/>
            </p:custDataLst>
          </p:nvPr>
        </p:nvSpPr>
        <p:spPr>
          <a:xfrm>
            <a:off x="6553200" y="5080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3" name="文本占位符 12"/>
          <p:cNvSpPr>
            <a:spLocks noGrp="1"/>
          </p:cNvSpPr>
          <p:nvPr>
            <p:ph type="body" idx="16391" hasCustomPrompt="1"/>
            <p:custDataLst>
              <p:tags r:id="rId9"/>
            </p:custDataLst>
          </p:nvPr>
        </p:nvSpPr>
        <p:spPr>
          <a:xfrm>
            <a:off x="6553200" y="5638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正文页-上标下内-装饰左-默认位置-并列-34_35_group1">
    <p:bg>
      <p:bgRef idx="1001">
        <a:schemeClr val="bg2"/>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图片占位符 6"/>
          <p:cNvSpPr>
            <a:spLocks noGrp="1"/>
          </p:cNvSpPr>
          <p:nvPr>
            <p:ph type="pic" idx="16394" hasCustomPrompt="1"/>
            <p:custDataLst>
              <p:tags r:id="rId3"/>
            </p:custDataLst>
          </p:nvPr>
        </p:nvSpPr>
        <p:spPr>
          <a:xfrm>
            <a:off x="609600" y="19304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8" name="文本占位符 7"/>
          <p:cNvSpPr>
            <a:spLocks noGrp="1"/>
          </p:cNvSpPr>
          <p:nvPr>
            <p:ph type="body" idx="16386" hasCustomPrompt="1"/>
            <p:custDataLst>
              <p:tags r:id="rId4"/>
            </p:custDataLst>
          </p:nvPr>
        </p:nvSpPr>
        <p:spPr>
          <a:xfrm>
            <a:off x="1778000" y="19304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9" name="文本占位符 8"/>
          <p:cNvSpPr>
            <a:spLocks noGrp="1"/>
          </p:cNvSpPr>
          <p:nvPr>
            <p:ph type="body" idx="16387" hasCustomPrompt="1"/>
            <p:custDataLst>
              <p:tags r:id="rId5"/>
            </p:custDataLst>
          </p:nvPr>
        </p:nvSpPr>
        <p:spPr>
          <a:xfrm>
            <a:off x="1778000" y="2438400"/>
            <a:ext cx="4089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图片占位符 9"/>
          <p:cNvSpPr>
            <a:spLocks noGrp="1"/>
          </p:cNvSpPr>
          <p:nvPr>
            <p:ph type="pic" idx="16395" hasCustomPrompt="1"/>
            <p:custDataLst>
              <p:tags r:id="rId6"/>
            </p:custDataLst>
          </p:nvPr>
        </p:nvSpPr>
        <p:spPr>
          <a:xfrm>
            <a:off x="6324600" y="19304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1" name="文本占位符 10"/>
          <p:cNvSpPr>
            <a:spLocks noGrp="1"/>
          </p:cNvSpPr>
          <p:nvPr>
            <p:ph type="body" idx="16388" hasCustomPrompt="1"/>
            <p:custDataLst>
              <p:tags r:id="rId7"/>
            </p:custDataLst>
          </p:nvPr>
        </p:nvSpPr>
        <p:spPr>
          <a:xfrm>
            <a:off x="7493000" y="19304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2" name="文本占位符 11"/>
          <p:cNvSpPr>
            <a:spLocks noGrp="1"/>
          </p:cNvSpPr>
          <p:nvPr>
            <p:ph type="body" idx="16389" hasCustomPrompt="1"/>
            <p:custDataLst>
              <p:tags r:id="rId8"/>
            </p:custDataLst>
          </p:nvPr>
        </p:nvSpPr>
        <p:spPr>
          <a:xfrm>
            <a:off x="7493000" y="2438400"/>
            <a:ext cx="4089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3" name="图片占位符 12"/>
          <p:cNvSpPr>
            <a:spLocks noGrp="1"/>
          </p:cNvSpPr>
          <p:nvPr>
            <p:ph type="pic" idx="16396" hasCustomPrompt="1"/>
            <p:custDataLst>
              <p:tags r:id="rId9"/>
            </p:custDataLst>
          </p:nvPr>
        </p:nvSpPr>
        <p:spPr>
          <a:xfrm>
            <a:off x="609600" y="4114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90" hasCustomPrompt="1"/>
            <p:custDataLst>
              <p:tags r:id="rId10"/>
            </p:custDataLst>
          </p:nvPr>
        </p:nvSpPr>
        <p:spPr>
          <a:xfrm>
            <a:off x="1778000" y="41148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91" hasCustomPrompt="1"/>
            <p:custDataLst>
              <p:tags r:id="rId11"/>
            </p:custDataLst>
          </p:nvPr>
        </p:nvSpPr>
        <p:spPr>
          <a:xfrm>
            <a:off x="1778000" y="4622800"/>
            <a:ext cx="4089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图片占位符 15"/>
          <p:cNvSpPr>
            <a:spLocks noGrp="1"/>
          </p:cNvSpPr>
          <p:nvPr>
            <p:ph type="pic" idx="16397" hasCustomPrompt="1"/>
            <p:custDataLst>
              <p:tags r:id="rId12"/>
            </p:custDataLst>
          </p:nvPr>
        </p:nvSpPr>
        <p:spPr>
          <a:xfrm>
            <a:off x="6324600" y="4114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7" name="文本占位符 16"/>
          <p:cNvSpPr>
            <a:spLocks noGrp="1"/>
          </p:cNvSpPr>
          <p:nvPr>
            <p:ph type="body" idx="16392" hasCustomPrompt="1"/>
            <p:custDataLst>
              <p:tags r:id="rId13"/>
            </p:custDataLst>
          </p:nvPr>
        </p:nvSpPr>
        <p:spPr>
          <a:xfrm>
            <a:off x="7493000" y="41148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93" hasCustomPrompt="1"/>
            <p:custDataLst>
              <p:tags r:id="rId14"/>
            </p:custDataLst>
          </p:nvPr>
        </p:nvSpPr>
        <p:spPr>
          <a:xfrm>
            <a:off x="7493000" y="4622800"/>
            <a:ext cx="4089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正文页-上标下内-装饰右叠-颜色错位-并列-32_33_group1">
    <p:bg>
      <p:bgRef idx="1001">
        <a:schemeClr val="bg2"/>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装饰  6"/>
          <p:cNvSpPr>
            <a:spLocks noGrp="1"/>
          </p:cNvSpPr>
          <p:nvPr>
            <p:ph type="body" idx="16395" hasCustomPrompt="1"/>
            <p:custDataLst>
              <p:tags r:id="rId3"/>
            </p:custDataLst>
          </p:nvPr>
        </p:nvSpPr>
        <p:spPr>
          <a:xfrm>
            <a:off x="6096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装饰  7"/>
          <p:cNvSpPr>
            <a:spLocks noGrp="1"/>
          </p:cNvSpPr>
          <p:nvPr>
            <p:ph type="body" idx="16396" hasCustomPrompt="1"/>
            <p:custDataLst>
              <p:tags r:id="rId4"/>
            </p:custDataLst>
          </p:nvPr>
        </p:nvSpPr>
        <p:spPr>
          <a:xfrm>
            <a:off x="914400" y="20193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9" name="图片占位符 8"/>
          <p:cNvSpPr>
            <a:spLocks noGrp="1"/>
          </p:cNvSpPr>
          <p:nvPr>
            <p:ph type="pic" idx="16394" hasCustomPrompt="1"/>
            <p:custDataLst>
              <p:tags r:id="rId5"/>
            </p:custDataLst>
          </p:nvPr>
        </p:nvSpPr>
        <p:spPr>
          <a:xfrm>
            <a:off x="1198880" y="23037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0" name="文本占位符 9"/>
          <p:cNvSpPr>
            <a:spLocks noGrp="1"/>
          </p:cNvSpPr>
          <p:nvPr>
            <p:ph type="body" idx="16386" hasCustomPrompt="1"/>
            <p:custDataLst>
              <p:tags r:id="rId6"/>
            </p:custDataLst>
          </p:nvPr>
        </p:nvSpPr>
        <p:spPr>
          <a:xfrm>
            <a:off x="2438400" y="1917700"/>
            <a:ext cx="320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7" hasCustomPrompt="1"/>
            <p:custDataLst>
              <p:tags r:id="rId7"/>
            </p:custDataLst>
          </p:nvPr>
        </p:nvSpPr>
        <p:spPr>
          <a:xfrm>
            <a:off x="2438400" y="2425700"/>
            <a:ext cx="3200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装饰  1"/>
          <p:cNvSpPr>
            <a:spLocks noGrp="1"/>
          </p:cNvSpPr>
          <p:nvPr>
            <p:ph type="body" idx="16398" hasCustomPrompt="1"/>
            <p:custDataLst>
              <p:tags r:id="rId8"/>
            </p:custDataLst>
          </p:nvPr>
        </p:nvSpPr>
        <p:spPr>
          <a:xfrm>
            <a:off x="62484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9" hasCustomPrompt="1"/>
            <p:custDataLst>
              <p:tags r:id="rId9"/>
            </p:custDataLst>
          </p:nvPr>
        </p:nvSpPr>
        <p:spPr>
          <a:xfrm>
            <a:off x="6553200" y="20193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FFFFFF"/>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图片占位符 13"/>
          <p:cNvSpPr>
            <a:spLocks noGrp="1"/>
          </p:cNvSpPr>
          <p:nvPr>
            <p:ph type="pic" idx="16397" hasCustomPrompt="1"/>
            <p:custDataLst>
              <p:tags r:id="rId10"/>
            </p:custDataLst>
          </p:nvPr>
        </p:nvSpPr>
        <p:spPr>
          <a:xfrm>
            <a:off x="6837680" y="23037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5" name="文本占位符 14"/>
          <p:cNvSpPr>
            <a:spLocks noGrp="1"/>
          </p:cNvSpPr>
          <p:nvPr>
            <p:ph type="body" idx="16388" hasCustomPrompt="1"/>
            <p:custDataLst>
              <p:tags r:id="rId11"/>
            </p:custDataLst>
          </p:nvPr>
        </p:nvSpPr>
        <p:spPr>
          <a:xfrm>
            <a:off x="8077200" y="1917700"/>
            <a:ext cx="32004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89" hasCustomPrompt="1"/>
            <p:custDataLst>
              <p:tags r:id="rId12"/>
            </p:custDataLst>
          </p:nvPr>
        </p:nvSpPr>
        <p:spPr>
          <a:xfrm>
            <a:off x="8077200" y="2425700"/>
            <a:ext cx="3200400" cy="9144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17" name="装饰  6"/>
          <p:cNvSpPr>
            <a:spLocks noGrp="1"/>
          </p:cNvSpPr>
          <p:nvPr>
            <p:ph type="body" idx="16401" hasCustomPrompt="1"/>
            <p:custDataLst>
              <p:tags r:id="rId13"/>
            </p:custDataLst>
          </p:nvPr>
        </p:nvSpPr>
        <p:spPr>
          <a:xfrm>
            <a:off x="6096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装饰  7"/>
          <p:cNvSpPr>
            <a:spLocks noGrp="1"/>
          </p:cNvSpPr>
          <p:nvPr>
            <p:ph type="body" idx="16402" hasCustomPrompt="1"/>
            <p:custDataLst>
              <p:tags r:id="rId14"/>
            </p:custDataLst>
          </p:nvPr>
        </p:nvSpPr>
        <p:spPr>
          <a:xfrm>
            <a:off x="914400" y="45339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FFFFFF"/>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9" name="图片占位符 18"/>
          <p:cNvSpPr>
            <a:spLocks noGrp="1"/>
          </p:cNvSpPr>
          <p:nvPr>
            <p:ph type="pic" idx="16400" hasCustomPrompt="1"/>
            <p:custDataLst>
              <p:tags r:id="rId15"/>
            </p:custDataLst>
          </p:nvPr>
        </p:nvSpPr>
        <p:spPr>
          <a:xfrm>
            <a:off x="1198880" y="48183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0" name="文本占位符 19"/>
          <p:cNvSpPr>
            <a:spLocks noGrp="1"/>
          </p:cNvSpPr>
          <p:nvPr>
            <p:ph type="body" idx="16390" hasCustomPrompt="1"/>
            <p:custDataLst>
              <p:tags r:id="rId16"/>
            </p:custDataLst>
          </p:nvPr>
        </p:nvSpPr>
        <p:spPr>
          <a:xfrm>
            <a:off x="2438400" y="4432300"/>
            <a:ext cx="32004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91" hasCustomPrompt="1"/>
            <p:custDataLst>
              <p:tags r:id="rId17"/>
            </p:custDataLst>
          </p:nvPr>
        </p:nvSpPr>
        <p:spPr>
          <a:xfrm>
            <a:off x="2438400" y="4940300"/>
            <a:ext cx="3200400" cy="9144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22" name="装饰  1"/>
          <p:cNvSpPr>
            <a:spLocks noGrp="1"/>
          </p:cNvSpPr>
          <p:nvPr>
            <p:ph type="body" idx="16404" hasCustomPrompt="1"/>
            <p:custDataLst>
              <p:tags r:id="rId18"/>
            </p:custDataLst>
          </p:nvPr>
        </p:nvSpPr>
        <p:spPr>
          <a:xfrm>
            <a:off x="62484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3" name="装饰  2"/>
          <p:cNvSpPr>
            <a:spLocks noGrp="1"/>
          </p:cNvSpPr>
          <p:nvPr>
            <p:ph type="body" idx="16405" hasCustomPrompt="1"/>
            <p:custDataLst>
              <p:tags r:id="rId19"/>
            </p:custDataLst>
          </p:nvPr>
        </p:nvSpPr>
        <p:spPr>
          <a:xfrm>
            <a:off x="6553200" y="45339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图片占位符 23"/>
          <p:cNvSpPr>
            <a:spLocks noGrp="1"/>
          </p:cNvSpPr>
          <p:nvPr>
            <p:ph type="pic" idx="16403" hasCustomPrompt="1"/>
            <p:custDataLst>
              <p:tags r:id="rId20"/>
            </p:custDataLst>
          </p:nvPr>
        </p:nvSpPr>
        <p:spPr>
          <a:xfrm>
            <a:off x="6837680" y="48183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5" name="文本占位符 24"/>
          <p:cNvSpPr>
            <a:spLocks noGrp="1"/>
          </p:cNvSpPr>
          <p:nvPr>
            <p:ph type="body" idx="16392" hasCustomPrompt="1"/>
            <p:custDataLst>
              <p:tags r:id="rId21"/>
            </p:custDataLst>
          </p:nvPr>
        </p:nvSpPr>
        <p:spPr>
          <a:xfrm>
            <a:off x="8077200" y="4432300"/>
            <a:ext cx="320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6" name="文本占位符 25"/>
          <p:cNvSpPr>
            <a:spLocks noGrp="1"/>
          </p:cNvSpPr>
          <p:nvPr>
            <p:ph type="body" idx="16393" hasCustomPrompt="1"/>
            <p:custDataLst>
              <p:tags r:id="rId22"/>
            </p:custDataLst>
          </p:nvPr>
        </p:nvSpPr>
        <p:spPr>
          <a:xfrm>
            <a:off x="8077200" y="4940300"/>
            <a:ext cx="3200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正文页-上标下内-装饰右-方向错位-并列-26_33_group1">
    <p:bg>
      <p:bgRef idx="1001">
        <a:schemeClr val="bg2"/>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装饰  6"/>
          <p:cNvSpPr>
            <a:spLocks noGrp="1"/>
          </p:cNvSpPr>
          <p:nvPr>
            <p:ph type="body" idx="16394" hasCustomPrompt="1"/>
            <p:custDataLst>
              <p:tags r:id="rId3"/>
            </p:custDataLst>
          </p:nvPr>
        </p:nvSpPr>
        <p:spPr>
          <a:xfrm>
            <a:off x="2133600" y="1524000"/>
            <a:ext cx="3810000" cy="2209800"/>
          </a:xfrm>
          <a:custGeom>
            <a:avLst/>
            <a:gdLst>
              <a:gd name="connisteX0" fmla="*/ 0 w 3810000"/>
              <a:gd name="connsiteY0" fmla="*/ 0 h 2209800"/>
              <a:gd name="connisteX1" fmla="*/ 3606800 w 3810000"/>
              <a:gd name="connsiteY1" fmla="*/ 0 h 2209800"/>
              <a:gd name="connisteX2" fmla="*/ 3810000 w 3810000"/>
              <a:gd name="connsiteY2" fmla="*/ 203200 h 2209800"/>
              <a:gd name="connisteX3" fmla="*/ 3810000 w 3810000"/>
              <a:gd name="connsiteY3" fmla="*/ 2006600 h 2209800"/>
              <a:gd name="connisteX4" fmla="*/ 3606800 w 3810000"/>
              <a:gd name="connsiteY4" fmla="*/ 2209800 h 2209800"/>
              <a:gd name="connisteX5" fmla="*/ 0 w 3810000"/>
              <a:gd name="connsiteY5" fmla="*/ 2209800 h 2209800"/>
              <a:gd name="connisteX6" fmla="*/ 0 w 3810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810000" h="2209800">
                <a:moveTo>
                  <a:pt x="0" y="0"/>
                </a:moveTo>
                <a:lnTo>
                  <a:pt x="3606800" y="0"/>
                </a:lnTo>
                <a:cubicBezTo>
                  <a:pt x="3719024" y="0"/>
                  <a:pt x="3810000" y="90976"/>
                  <a:pt x="3810000" y="203200"/>
                </a:cubicBezTo>
                <a:lnTo>
                  <a:pt x="3810000" y="2006600"/>
                </a:lnTo>
                <a:cubicBezTo>
                  <a:pt x="3810000" y="2118824"/>
                  <a:pt x="3719024" y="2209800"/>
                  <a:pt x="3606800" y="2209800"/>
                </a:cubicBezTo>
                <a:lnTo>
                  <a:pt x="0" y="2209800"/>
                </a:lnTo>
                <a:lnTo>
                  <a:pt x="0" y="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图片占位符 7"/>
          <p:cNvSpPr>
            <a:spLocks noGrp="1"/>
          </p:cNvSpPr>
          <p:nvPr>
            <p:ph type="pic" idx="16395" hasCustomPrompt="1"/>
            <p:custDataLst>
              <p:tags r:id="rId4"/>
            </p:custDataLst>
          </p:nvPr>
        </p:nvSpPr>
        <p:spPr>
          <a:xfrm>
            <a:off x="609600" y="1524000"/>
            <a:ext cx="1524000" cy="2209800"/>
          </a:xfrm>
          <a:custGeom>
            <a:avLst/>
            <a:gdLst>
              <a:gd name="connisteX0" fmla="*/ 0 w 1524000"/>
              <a:gd name="connsiteY0" fmla="*/ 203200 h 2209800"/>
              <a:gd name="connisteX1" fmla="*/ 203200 w 1524000"/>
              <a:gd name="connsiteY1" fmla="*/ 0 h 2209800"/>
              <a:gd name="connisteX2" fmla="*/ 1524000 w 1524000"/>
              <a:gd name="connsiteY2" fmla="*/ 0 h 2209800"/>
              <a:gd name="connisteX3" fmla="*/ 1524000 w 1524000"/>
              <a:gd name="connsiteY3" fmla="*/ 2209800 h 2209800"/>
              <a:gd name="connisteX4" fmla="*/ 203200 w 1524000"/>
              <a:gd name="connsiteY4" fmla="*/ 2209800 h 2209800"/>
              <a:gd name="connisteX5" fmla="*/ 0 w 1524000"/>
              <a:gd name="connsiteY5" fmla="*/ 2006600 h 2209800"/>
              <a:gd name="connisteX6" fmla="*/ 0 w 1524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1524000" h="2209800">
                <a:moveTo>
                  <a:pt x="0" y="203200"/>
                </a:moveTo>
                <a:cubicBezTo>
                  <a:pt x="0" y="90976"/>
                  <a:pt x="90976" y="0"/>
                  <a:pt x="203200" y="0"/>
                </a:cubicBezTo>
                <a:lnTo>
                  <a:pt x="1524000" y="0"/>
                </a:lnTo>
                <a:lnTo>
                  <a:pt x="1524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9" name="文本占位符 8"/>
          <p:cNvSpPr>
            <a:spLocks noGrp="1"/>
          </p:cNvSpPr>
          <p:nvPr>
            <p:ph type="body" idx="16386" hasCustomPrompt="1"/>
            <p:custDataLst>
              <p:tags r:id="rId5"/>
            </p:custDataLst>
          </p:nvPr>
        </p:nvSpPr>
        <p:spPr>
          <a:xfrm>
            <a:off x="2438400" y="1892300"/>
            <a:ext cx="320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0" name="文本占位符 9"/>
          <p:cNvSpPr>
            <a:spLocks noGrp="1"/>
          </p:cNvSpPr>
          <p:nvPr>
            <p:ph type="body" idx="16387" hasCustomPrompt="1"/>
            <p:custDataLst>
              <p:tags r:id="rId6"/>
            </p:custDataLst>
          </p:nvPr>
        </p:nvSpPr>
        <p:spPr>
          <a:xfrm>
            <a:off x="2438400" y="2451100"/>
            <a:ext cx="3200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1" name="装饰  0"/>
          <p:cNvSpPr>
            <a:spLocks noGrp="1"/>
          </p:cNvSpPr>
          <p:nvPr>
            <p:ph type="body" idx="16396" hasCustomPrompt="1"/>
            <p:custDataLst>
              <p:tags r:id="rId7"/>
            </p:custDataLst>
          </p:nvPr>
        </p:nvSpPr>
        <p:spPr>
          <a:xfrm>
            <a:off x="7772400" y="1524000"/>
            <a:ext cx="3810000" cy="2209800"/>
          </a:xfrm>
          <a:custGeom>
            <a:avLst/>
            <a:gdLst>
              <a:gd name="connisteX0" fmla="*/ 0 w 3810000"/>
              <a:gd name="connsiteY0" fmla="*/ 0 h 2209800"/>
              <a:gd name="connisteX1" fmla="*/ 3606800 w 3810000"/>
              <a:gd name="connsiteY1" fmla="*/ 0 h 2209800"/>
              <a:gd name="connisteX2" fmla="*/ 3810000 w 3810000"/>
              <a:gd name="connsiteY2" fmla="*/ 203200 h 2209800"/>
              <a:gd name="connisteX3" fmla="*/ 3810000 w 3810000"/>
              <a:gd name="connsiteY3" fmla="*/ 2006600 h 2209800"/>
              <a:gd name="connisteX4" fmla="*/ 3606800 w 3810000"/>
              <a:gd name="connsiteY4" fmla="*/ 2209800 h 2209800"/>
              <a:gd name="connisteX5" fmla="*/ 0 w 3810000"/>
              <a:gd name="connsiteY5" fmla="*/ 2209800 h 2209800"/>
              <a:gd name="connisteX6" fmla="*/ 0 w 3810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810000" h="2209800">
                <a:moveTo>
                  <a:pt x="0" y="0"/>
                </a:moveTo>
                <a:lnTo>
                  <a:pt x="3606800" y="0"/>
                </a:lnTo>
                <a:cubicBezTo>
                  <a:pt x="3719024" y="0"/>
                  <a:pt x="3810000" y="90976"/>
                  <a:pt x="3810000" y="203200"/>
                </a:cubicBezTo>
                <a:lnTo>
                  <a:pt x="3810000" y="2006600"/>
                </a:lnTo>
                <a:cubicBezTo>
                  <a:pt x="3810000" y="2118824"/>
                  <a:pt x="3719024" y="2209800"/>
                  <a:pt x="3606800" y="2209800"/>
                </a:cubicBezTo>
                <a:lnTo>
                  <a:pt x="0" y="2209800"/>
                </a:lnTo>
                <a:lnTo>
                  <a:pt x="0" y="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2" name="图片占位符 11"/>
          <p:cNvSpPr>
            <a:spLocks noGrp="1"/>
          </p:cNvSpPr>
          <p:nvPr>
            <p:ph type="pic" idx="16397" hasCustomPrompt="1"/>
            <p:custDataLst>
              <p:tags r:id="rId8"/>
            </p:custDataLst>
          </p:nvPr>
        </p:nvSpPr>
        <p:spPr>
          <a:xfrm>
            <a:off x="6248400" y="1524000"/>
            <a:ext cx="1524000" cy="2209800"/>
          </a:xfrm>
          <a:custGeom>
            <a:avLst/>
            <a:gdLst>
              <a:gd name="connisteX0" fmla="*/ 0 w 1524000"/>
              <a:gd name="connsiteY0" fmla="*/ 203200 h 2209800"/>
              <a:gd name="connisteX1" fmla="*/ 203200 w 1524000"/>
              <a:gd name="connsiteY1" fmla="*/ 0 h 2209800"/>
              <a:gd name="connisteX2" fmla="*/ 1524000 w 1524000"/>
              <a:gd name="connsiteY2" fmla="*/ 0 h 2209800"/>
              <a:gd name="connisteX3" fmla="*/ 1524000 w 1524000"/>
              <a:gd name="connsiteY3" fmla="*/ 2209800 h 2209800"/>
              <a:gd name="connisteX4" fmla="*/ 203200 w 1524000"/>
              <a:gd name="connsiteY4" fmla="*/ 2209800 h 2209800"/>
              <a:gd name="connisteX5" fmla="*/ 0 w 1524000"/>
              <a:gd name="connsiteY5" fmla="*/ 2006600 h 2209800"/>
              <a:gd name="connisteX6" fmla="*/ 0 w 1524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1524000" h="2209800">
                <a:moveTo>
                  <a:pt x="0" y="203200"/>
                </a:moveTo>
                <a:cubicBezTo>
                  <a:pt x="0" y="90976"/>
                  <a:pt x="90976" y="0"/>
                  <a:pt x="203200" y="0"/>
                </a:cubicBezTo>
                <a:lnTo>
                  <a:pt x="1524000" y="0"/>
                </a:lnTo>
                <a:lnTo>
                  <a:pt x="1524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3" name="文本占位符 12"/>
          <p:cNvSpPr>
            <a:spLocks noGrp="1"/>
          </p:cNvSpPr>
          <p:nvPr>
            <p:ph type="body" idx="16388" hasCustomPrompt="1"/>
            <p:custDataLst>
              <p:tags r:id="rId9"/>
            </p:custDataLst>
          </p:nvPr>
        </p:nvSpPr>
        <p:spPr>
          <a:xfrm>
            <a:off x="8077200" y="1892300"/>
            <a:ext cx="320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9" hasCustomPrompt="1"/>
            <p:custDataLst>
              <p:tags r:id="rId10"/>
            </p:custDataLst>
          </p:nvPr>
        </p:nvSpPr>
        <p:spPr>
          <a:xfrm>
            <a:off x="8077200" y="2451100"/>
            <a:ext cx="3200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装饰  4"/>
          <p:cNvSpPr>
            <a:spLocks noGrp="1"/>
          </p:cNvSpPr>
          <p:nvPr>
            <p:ph type="body" idx="16398" hasCustomPrompt="1"/>
            <p:custDataLst>
              <p:tags r:id="rId11"/>
            </p:custDataLst>
          </p:nvPr>
        </p:nvSpPr>
        <p:spPr>
          <a:xfrm>
            <a:off x="609600" y="4038600"/>
            <a:ext cx="3810000" cy="2209800"/>
          </a:xfrm>
          <a:custGeom>
            <a:avLst/>
            <a:gdLst>
              <a:gd name="connisteX0" fmla="*/ 0 w 3810000"/>
              <a:gd name="connsiteY0" fmla="*/ 203200 h 2209800"/>
              <a:gd name="connisteX1" fmla="*/ 203200 w 3810000"/>
              <a:gd name="connsiteY1" fmla="*/ 0 h 2209800"/>
              <a:gd name="connisteX2" fmla="*/ 3810000 w 3810000"/>
              <a:gd name="connsiteY2" fmla="*/ 0 h 2209800"/>
              <a:gd name="connisteX3" fmla="*/ 3810000 w 3810000"/>
              <a:gd name="connsiteY3" fmla="*/ 2209800 h 2209800"/>
              <a:gd name="connisteX4" fmla="*/ 203200 w 3810000"/>
              <a:gd name="connsiteY4" fmla="*/ 2209800 h 2209800"/>
              <a:gd name="connisteX5" fmla="*/ 0 w 3810000"/>
              <a:gd name="connsiteY5" fmla="*/ 2006600 h 2209800"/>
              <a:gd name="connisteX6" fmla="*/ 0 w 381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810000" h="2209800">
                <a:moveTo>
                  <a:pt x="0" y="203200"/>
                </a:moveTo>
                <a:cubicBezTo>
                  <a:pt x="0" y="90976"/>
                  <a:pt x="90976" y="0"/>
                  <a:pt x="203200" y="0"/>
                </a:cubicBezTo>
                <a:lnTo>
                  <a:pt x="3810000" y="0"/>
                </a:lnTo>
                <a:lnTo>
                  <a:pt x="3810000" y="2209800"/>
                </a:lnTo>
                <a:lnTo>
                  <a:pt x="203200" y="2209800"/>
                </a:lnTo>
                <a:cubicBezTo>
                  <a:pt x="90976" y="2209800"/>
                  <a:pt x="0" y="2118824"/>
                  <a:pt x="0" y="20066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6" name="图片占位符 15"/>
          <p:cNvSpPr>
            <a:spLocks noGrp="1"/>
          </p:cNvSpPr>
          <p:nvPr>
            <p:ph type="pic" idx="16399" hasCustomPrompt="1"/>
            <p:custDataLst>
              <p:tags r:id="rId12"/>
            </p:custDataLst>
          </p:nvPr>
        </p:nvSpPr>
        <p:spPr>
          <a:xfrm>
            <a:off x="4419600" y="4038600"/>
            <a:ext cx="1524000" cy="2209800"/>
          </a:xfrm>
          <a:custGeom>
            <a:avLst/>
            <a:gdLst>
              <a:gd name="connisteX0" fmla="*/ 0 w 1524000"/>
              <a:gd name="connsiteY0" fmla="*/ 0 h 2209800"/>
              <a:gd name="connisteX1" fmla="*/ 1320800 w 1524000"/>
              <a:gd name="connsiteY1" fmla="*/ 0 h 2209800"/>
              <a:gd name="connisteX2" fmla="*/ 1524000 w 1524000"/>
              <a:gd name="connsiteY2" fmla="*/ 203200 h 2209800"/>
              <a:gd name="connisteX3" fmla="*/ 1524000 w 1524000"/>
              <a:gd name="connsiteY3" fmla="*/ 2006600 h 2209800"/>
              <a:gd name="connisteX4" fmla="*/ 1320800 w 1524000"/>
              <a:gd name="connsiteY4" fmla="*/ 2209800 h 2209800"/>
              <a:gd name="connisteX5" fmla="*/ 0 w 1524000"/>
              <a:gd name="connsiteY5" fmla="*/ 2209800 h 2209800"/>
              <a:gd name="connisteX6" fmla="*/ 0 w 1524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1524000" h="2209800">
                <a:moveTo>
                  <a:pt x="0" y="0"/>
                </a:moveTo>
                <a:lnTo>
                  <a:pt x="1320800" y="0"/>
                </a:lnTo>
                <a:cubicBezTo>
                  <a:pt x="1433024" y="0"/>
                  <a:pt x="1524000" y="90976"/>
                  <a:pt x="1524000" y="203200"/>
                </a:cubicBezTo>
                <a:lnTo>
                  <a:pt x="1524000" y="2006600"/>
                </a:lnTo>
                <a:cubicBezTo>
                  <a:pt x="1524000" y="2118824"/>
                  <a:pt x="1433024" y="2209800"/>
                  <a:pt x="1320800" y="2209800"/>
                </a:cubicBezTo>
                <a:lnTo>
                  <a:pt x="0" y="22098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7" name="文本占位符 16"/>
          <p:cNvSpPr>
            <a:spLocks noGrp="1"/>
          </p:cNvSpPr>
          <p:nvPr>
            <p:ph type="body" idx="16390" hasCustomPrompt="1"/>
            <p:custDataLst>
              <p:tags r:id="rId13"/>
            </p:custDataLst>
          </p:nvPr>
        </p:nvSpPr>
        <p:spPr>
          <a:xfrm>
            <a:off x="914400" y="4406900"/>
            <a:ext cx="320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91" hasCustomPrompt="1"/>
            <p:custDataLst>
              <p:tags r:id="rId14"/>
            </p:custDataLst>
          </p:nvPr>
        </p:nvSpPr>
        <p:spPr>
          <a:xfrm>
            <a:off x="914400" y="4965700"/>
            <a:ext cx="3200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装饰  8"/>
          <p:cNvSpPr>
            <a:spLocks noGrp="1"/>
          </p:cNvSpPr>
          <p:nvPr>
            <p:ph type="body" idx="16400" hasCustomPrompt="1"/>
            <p:custDataLst>
              <p:tags r:id="rId15"/>
            </p:custDataLst>
          </p:nvPr>
        </p:nvSpPr>
        <p:spPr>
          <a:xfrm>
            <a:off x="6248400" y="4038600"/>
            <a:ext cx="3810000" cy="2209800"/>
          </a:xfrm>
          <a:custGeom>
            <a:avLst/>
            <a:gdLst>
              <a:gd name="connisteX0" fmla="*/ 0 w 3810000"/>
              <a:gd name="connsiteY0" fmla="*/ 203200 h 2209800"/>
              <a:gd name="connisteX1" fmla="*/ 203200 w 3810000"/>
              <a:gd name="connsiteY1" fmla="*/ 0 h 2209800"/>
              <a:gd name="connisteX2" fmla="*/ 3810000 w 3810000"/>
              <a:gd name="connsiteY2" fmla="*/ 0 h 2209800"/>
              <a:gd name="connisteX3" fmla="*/ 3810000 w 3810000"/>
              <a:gd name="connsiteY3" fmla="*/ 2209800 h 2209800"/>
              <a:gd name="connisteX4" fmla="*/ 203200 w 3810000"/>
              <a:gd name="connsiteY4" fmla="*/ 2209800 h 2209800"/>
              <a:gd name="connisteX5" fmla="*/ 0 w 3810000"/>
              <a:gd name="connsiteY5" fmla="*/ 2006600 h 2209800"/>
              <a:gd name="connisteX6" fmla="*/ 0 w 381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810000" h="2209800">
                <a:moveTo>
                  <a:pt x="0" y="203200"/>
                </a:moveTo>
                <a:cubicBezTo>
                  <a:pt x="0" y="90976"/>
                  <a:pt x="90976" y="0"/>
                  <a:pt x="203200" y="0"/>
                </a:cubicBezTo>
                <a:lnTo>
                  <a:pt x="3810000" y="0"/>
                </a:lnTo>
                <a:lnTo>
                  <a:pt x="3810000" y="2209800"/>
                </a:lnTo>
                <a:lnTo>
                  <a:pt x="203200" y="2209800"/>
                </a:lnTo>
                <a:cubicBezTo>
                  <a:pt x="90976" y="2209800"/>
                  <a:pt x="0" y="2118824"/>
                  <a:pt x="0" y="2006600"/>
                </a:cubicBezTo>
                <a:lnTo>
                  <a:pt x="0" y="203200"/>
                </a:lnTo>
                <a:close/>
              </a:path>
            </a:pathLst>
          </a:custGeom>
          <a:gradFill>
            <a:gsLst>
              <a:gs pos="0">
                <a:schemeClr val="accent1">
                  <a:lumMod val="50000"/>
                </a:schemeClr>
              </a:gs>
              <a:gs pos="100000">
                <a:schemeClr val="accent1">
                  <a:lumMod val="5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图片占位符 19"/>
          <p:cNvSpPr>
            <a:spLocks noGrp="1"/>
          </p:cNvSpPr>
          <p:nvPr>
            <p:ph type="pic" idx="16401" hasCustomPrompt="1"/>
            <p:custDataLst>
              <p:tags r:id="rId16"/>
            </p:custDataLst>
          </p:nvPr>
        </p:nvSpPr>
        <p:spPr>
          <a:xfrm>
            <a:off x="10058400" y="4038600"/>
            <a:ext cx="1524000" cy="2209800"/>
          </a:xfrm>
          <a:custGeom>
            <a:avLst/>
            <a:gdLst>
              <a:gd name="connisteX0" fmla="*/ 0 w 1524000"/>
              <a:gd name="connsiteY0" fmla="*/ 0 h 2209800"/>
              <a:gd name="connisteX1" fmla="*/ 1320800 w 1524000"/>
              <a:gd name="connsiteY1" fmla="*/ 0 h 2209800"/>
              <a:gd name="connisteX2" fmla="*/ 1524000 w 1524000"/>
              <a:gd name="connsiteY2" fmla="*/ 203200 h 2209800"/>
              <a:gd name="connisteX3" fmla="*/ 1524000 w 1524000"/>
              <a:gd name="connsiteY3" fmla="*/ 2006600 h 2209800"/>
              <a:gd name="connisteX4" fmla="*/ 1320800 w 1524000"/>
              <a:gd name="connsiteY4" fmla="*/ 2209800 h 2209800"/>
              <a:gd name="connisteX5" fmla="*/ 0 w 1524000"/>
              <a:gd name="connsiteY5" fmla="*/ 2209800 h 2209800"/>
              <a:gd name="connisteX6" fmla="*/ 0 w 1524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1524000" h="2209800">
                <a:moveTo>
                  <a:pt x="0" y="0"/>
                </a:moveTo>
                <a:lnTo>
                  <a:pt x="1320800" y="0"/>
                </a:lnTo>
                <a:cubicBezTo>
                  <a:pt x="1433024" y="0"/>
                  <a:pt x="1524000" y="90976"/>
                  <a:pt x="1524000" y="203200"/>
                </a:cubicBezTo>
                <a:lnTo>
                  <a:pt x="1524000" y="2006600"/>
                </a:lnTo>
                <a:cubicBezTo>
                  <a:pt x="1524000" y="2118824"/>
                  <a:pt x="1433024" y="2209800"/>
                  <a:pt x="1320800" y="2209800"/>
                </a:cubicBezTo>
                <a:lnTo>
                  <a:pt x="0" y="22098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1" name="文本占位符 20"/>
          <p:cNvSpPr>
            <a:spLocks noGrp="1"/>
          </p:cNvSpPr>
          <p:nvPr>
            <p:ph type="body" idx="16392" hasCustomPrompt="1"/>
            <p:custDataLst>
              <p:tags r:id="rId17"/>
            </p:custDataLst>
          </p:nvPr>
        </p:nvSpPr>
        <p:spPr>
          <a:xfrm>
            <a:off x="6553200" y="4406900"/>
            <a:ext cx="320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93" hasCustomPrompt="1"/>
            <p:custDataLst>
              <p:tags r:id="rId18"/>
            </p:custDataLst>
          </p:nvPr>
        </p:nvSpPr>
        <p:spPr>
          <a:xfrm>
            <a:off x="6553200" y="4965700"/>
            <a:ext cx="3200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正文页-10013_18">
    <p:bg>
      <p:bgRef idx="1001">
        <a:schemeClr val="bg2"/>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内容占位符 6"/>
          <p:cNvSpPr>
            <a:spLocks noGrp="1"/>
          </p:cNvSpPr>
          <p:nvPr>
            <p:ph idx="16392" hasCustomPrompt="1"/>
            <p:custDataLst>
              <p:tags r:id="rId3"/>
            </p:custDataLst>
          </p:nvPr>
        </p:nvSpPr>
        <p:spPr>
          <a:xfrm>
            <a:off x="609600" y="1524000"/>
            <a:ext cx="10972800" cy="1879600"/>
          </a:xfrm>
          <a:custGeom>
            <a:avLst/>
            <a:gdLst>
              <a:gd name="connisteX0" fmla="*/ 0 w 10972800"/>
              <a:gd name="connsiteY0" fmla="*/ 203200 h 1879600"/>
              <a:gd name="connisteX1" fmla="*/ 203200 w 10972800"/>
              <a:gd name="connsiteY1" fmla="*/ 0 h 1879600"/>
              <a:gd name="connisteX2" fmla="*/ 10769600 w 10972800"/>
              <a:gd name="connsiteY2" fmla="*/ 0 h 1879600"/>
              <a:gd name="connisteX3" fmla="*/ 10972800 w 10972800"/>
              <a:gd name="connsiteY3" fmla="*/ 203200 h 1879600"/>
              <a:gd name="connisteX4" fmla="*/ 10972800 w 10972800"/>
              <a:gd name="connsiteY4" fmla="*/ 1676400 h 1879600"/>
              <a:gd name="connisteX5" fmla="*/ 10769600 w 10972800"/>
              <a:gd name="connsiteY5" fmla="*/ 1879600 h 1879600"/>
              <a:gd name="connisteX6" fmla="*/ 203200 w 10972800"/>
              <a:gd name="connsiteY6" fmla="*/ 1879600 h 1879600"/>
              <a:gd name="connisteX7" fmla="*/ 0 w 10972800"/>
              <a:gd name="connsiteY7" fmla="*/ 1676400 h 1879600"/>
              <a:gd name="connisteX8" fmla="*/ 0 w 10972800"/>
              <a:gd name="connsiteY8" fmla="*/ 203200 h 187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1879600">
                <a:moveTo>
                  <a:pt x="0" y="203200"/>
                </a:moveTo>
                <a:cubicBezTo>
                  <a:pt x="0" y="90976"/>
                  <a:pt x="90976" y="0"/>
                  <a:pt x="203200" y="0"/>
                </a:cubicBezTo>
                <a:lnTo>
                  <a:pt x="10769600" y="0"/>
                </a:lnTo>
                <a:cubicBezTo>
                  <a:pt x="10881824" y="0"/>
                  <a:pt x="10972800" y="90976"/>
                  <a:pt x="10972800" y="203200"/>
                </a:cubicBezTo>
                <a:lnTo>
                  <a:pt x="10972800" y="1676400"/>
                </a:lnTo>
                <a:cubicBezTo>
                  <a:pt x="10972800" y="1788624"/>
                  <a:pt x="10881824" y="1879600"/>
                  <a:pt x="10769600" y="1879600"/>
                </a:cubicBezTo>
                <a:lnTo>
                  <a:pt x="203200" y="1879600"/>
                </a:lnTo>
                <a:cubicBezTo>
                  <a:pt x="90976" y="1879600"/>
                  <a:pt x="0" y="1788624"/>
                  <a:pt x="0" y="1676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文本占位符 7"/>
          <p:cNvSpPr>
            <a:spLocks noGrp="1"/>
          </p:cNvSpPr>
          <p:nvPr>
            <p:ph type="body" idx="16386" hasCustomPrompt="1"/>
            <p:custDataLst>
              <p:tags r:id="rId4"/>
            </p:custDataLst>
          </p:nvPr>
        </p:nvSpPr>
        <p:spPr>
          <a:xfrm>
            <a:off x="609600" y="3860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9" name="文本占位符 8"/>
          <p:cNvSpPr>
            <a:spLocks noGrp="1"/>
          </p:cNvSpPr>
          <p:nvPr>
            <p:ph type="body" idx="16387" hasCustomPrompt="1"/>
            <p:custDataLst>
              <p:tags r:id="rId5"/>
            </p:custDataLst>
          </p:nvPr>
        </p:nvSpPr>
        <p:spPr>
          <a:xfrm>
            <a:off x="609600" y="4419600"/>
            <a:ext cx="32512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文本占位符 9"/>
          <p:cNvSpPr>
            <a:spLocks noGrp="1"/>
          </p:cNvSpPr>
          <p:nvPr>
            <p:ph type="body" idx="16388" hasCustomPrompt="1"/>
            <p:custDataLst>
              <p:tags r:id="rId6"/>
            </p:custDataLst>
          </p:nvPr>
        </p:nvSpPr>
        <p:spPr>
          <a:xfrm>
            <a:off x="4470400" y="3860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9" hasCustomPrompt="1"/>
            <p:custDataLst>
              <p:tags r:id="rId7"/>
            </p:custDataLst>
          </p:nvPr>
        </p:nvSpPr>
        <p:spPr>
          <a:xfrm>
            <a:off x="4470400" y="4419600"/>
            <a:ext cx="32512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文本占位符 11"/>
          <p:cNvSpPr>
            <a:spLocks noGrp="1"/>
          </p:cNvSpPr>
          <p:nvPr>
            <p:ph type="body" idx="16390" hasCustomPrompt="1"/>
            <p:custDataLst>
              <p:tags r:id="rId8"/>
            </p:custDataLst>
          </p:nvPr>
        </p:nvSpPr>
        <p:spPr>
          <a:xfrm>
            <a:off x="8331200" y="3860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3" name="文本占位符 12"/>
          <p:cNvSpPr>
            <a:spLocks noGrp="1"/>
          </p:cNvSpPr>
          <p:nvPr>
            <p:ph type="body" idx="16391" hasCustomPrompt="1"/>
            <p:custDataLst>
              <p:tags r:id="rId9"/>
            </p:custDataLst>
          </p:nvPr>
        </p:nvSpPr>
        <p:spPr>
          <a:xfrm>
            <a:off x="8331200" y="4419600"/>
            <a:ext cx="32512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正文页-10012_14">
    <p:bg>
      <p:bgRef idx="1001">
        <a:schemeClr val="bg2"/>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内容占位符 6"/>
          <p:cNvSpPr>
            <a:spLocks noGrp="1"/>
          </p:cNvSpPr>
          <p:nvPr>
            <p:ph idx="16392" hasCustomPrompt="1"/>
            <p:custDataLst>
              <p:tags r:id="rId3"/>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文本占位符 7"/>
          <p:cNvSpPr>
            <a:spLocks noGrp="1"/>
          </p:cNvSpPr>
          <p:nvPr>
            <p:ph type="body" idx="16386" hasCustomPrompt="1"/>
            <p:custDataLst>
              <p:tags r:id="rId4"/>
            </p:custDataLst>
          </p:nvPr>
        </p:nvSpPr>
        <p:spPr>
          <a:xfrm>
            <a:off x="6553200" y="1524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9" name="文本占位符 8"/>
          <p:cNvSpPr>
            <a:spLocks noGrp="1"/>
          </p:cNvSpPr>
          <p:nvPr>
            <p:ph type="body" idx="16387" hasCustomPrompt="1"/>
            <p:custDataLst>
              <p:tags r:id="rId5"/>
            </p:custDataLst>
          </p:nvPr>
        </p:nvSpPr>
        <p:spPr>
          <a:xfrm>
            <a:off x="6553200" y="2082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文本占位符 9"/>
          <p:cNvSpPr>
            <a:spLocks noGrp="1"/>
          </p:cNvSpPr>
          <p:nvPr>
            <p:ph type="body" idx="16388" hasCustomPrompt="1"/>
            <p:custDataLst>
              <p:tags r:id="rId6"/>
            </p:custDataLst>
          </p:nvPr>
        </p:nvSpPr>
        <p:spPr>
          <a:xfrm>
            <a:off x="6553200" y="3302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9" hasCustomPrompt="1"/>
            <p:custDataLst>
              <p:tags r:id="rId7"/>
            </p:custDataLst>
          </p:nvPr>
        </p:nvSpPr>
        <p:spPr>
          <a:xfrm>
            <a:off x="6553200" y="3860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文本占位符 11"/>
          <p:cNvSpPr>
            <a:spLocks noGrp="1"/>
          </p:cNvSpPr>
          <p:nvPr>
            <p:ph type="body" idx="16390" hasCustomPrompt="1"/>
            <p:custDataLst>
              <p:tags r:id="rId8"/>
            </p:custDataLst>
          </p:nvPr>
        </p:nvSpPr>
        <p:spPr>
          <a:xfrm>
            <a:off x="6553200" y="5080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3" name="文本占位符 12"/>
          <p:cNvSpPr>
            <a:spLocks noGrp="1"/>
          </p:cNvSpPr>
          <p:nvPr>
            <p:ph type="body" idx="16391" hasCustomPrompt="1"/>
            <p:custDataLst>
              <p:tags r:id="rId9"/>
            </p:custDataLst>
          </p:nvPr>
        </p:nvSpPr>
        <p:spPr>
          <a:xfrm>
            <a:off x="6553200" y="5638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_正文页-10012_14">
    <p:bg>
      <p:bgRef idx="1001">
        <a:schemeClr val="bg2"/>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内容占位符 6"/>
          <p:cNvSpPr>
            <a:spLocks noGrp="1"/>
          </p:cNvSpPr>
          <p:nvPr>
            <p:ph idx="16392" hasCustomPrompt="1"/>
            <p:custDataLst>
              <p:tags r:id="rId3"/>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文本占位符 7"/>
          <p:cNvSpPr>
            <a:spLocks noGrp="1"/>
          </p:cNvSpPr>
          <p:nvPr>
            <p:ph type="body" idx="16386" hasCustomPrompt="1"/>
            <p:custDataLst>
              <p:tags r:id="rId4"/>
            </p:custDataLst>
          </p:nvPr>
        </p:nvSpPr>
        <p:spPr>
          <a:xfrm>
            <a:off x="6553200" y="1524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9" name="文本占位符 8"/>
          <p:cNvSpPr>
            <a:spLocks noGrp="1"/>
          </p:cNvSpPr>
          <p:nvPr>
            <p:ph type="body" idx="16387" hasCustomPrompt="1"/>
            <p:custDataLst>
              <p:tags r:id="rId5"/>
            </p:custDataLst>
          </p:nvPr>
        </p:nvSpPr>
        <p:spPr>
          <a:xfrm>
            <a:off x="6553200" y="2082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文本占位符 9"/>
          <p:cNvSpPr>
            <a:spLocks noGrp="1"/>
          </p:cNvSpPr>
          <p:nvPr>
            <p:ph type="body" idx="16388" hasCustomPrompt="1"/>
            <p:custDataLst>
              <p:tags r:id="rId6"/>
            </p:custDataLst>
          </p:nvPr>
        </p:nvSpPr>
        <p:spPr>
          <a:xfrm>
            <a:off x="6553200" y="3302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9" hasCustomPrompt="1"/>
            <p:custDataLst>
              <p:tags r:id="rId7"/>
            </p:custDataLst>
          </p:nvPr>
        </p:nvSpPr>
        <p:spPr>
          <a:xfrm>
            <a:off x="6553200" y="3860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文本占位符 11"/>
          <p:cNvSpPr>
            <a:spLocks noGrp="1"/>
          </p:cNvSpPr>
          <p:nvPr>
            <p:ph type="body" idx="16390" hasCustomPrompt="1"/>
            <p:custDataLst>
              <p:tags r:id="rId8"/>
            </p:custDataLst>
          </p:nvPr>
        </p:nvSpPr>
        <p:spPr>
          <a:xfrm>
            <a:off x="6553200" y="5080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3" name="文本占位符 12"/>
          <p:cNvSpPr>
            <a:spLocks noGrp="1"/>
          </p:cNvSpPr>
          <p:nvPr>
            <p:ph type="body" idx="16391" hasCustomPrompt="1"/>
            <p:custDataLst>
              <p:tags r:id="rId9"/>
            </p:custDataLst>
          </p:nvPr>
        </p:nvSpPr>
        <p:spPr>
          <a:xfrm>
            <a:off x="6553200" y="5638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正文页-10012_14">
    <p:bg>
      <p:bgRef idx="1001">
        <a:schemeClr val="bg2"/>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内容占位符 6"/>
          <p:cNvSpPr>
            <a:spLocks noGrp="1"/>
          </p:cNvSpPr>
          <p:nvPr>
            <p:ph idx="16392" hasCustomPrompt="1"/>
            <p:custDataLst>
              <p:tags r:id="rId3"/>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文本占位符 7"/>
          <p:cNvSpPr>
            <a:spLocks noGrp="1"/>
          </p:cNvSpPr>
          <p:nvPr>
            <p:ph type="body" idx="16386" hasCustomPrompt="1"/>
            <p:custDataLst>
              <p:tags r:id="rId4"/>
            </p:custDataLst>
          </p:nvPr>
        </p:nvSpPr>
        <p:spPr>
          <a:xfrm>
            <a:off x="6553200" y="1524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9" name="文本占位符 8"/>
          <p:cNvSpPr>
            <a:spLocks noGrp="1"/>
          </p:cNvSpPr>
          <p:nvPr>
            <p:ph type="body" idx="16387" hasCustomPrompt="1"/>
            <p:custDataLst>
              <p:tags r:id="rId5"/>
            </p:custDataLst>
          </p:nvPr>
        </p:nvSpPr>
        <p:spPr>
          <a:xfrm>
            <a:off x="6553200" y="2082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文本占位符 9"/>
          <p:cNvSpPr>
            <a:spLocks noGrp="1"/>
          </p:cNvSpPr>
          <p:nvPr>
            <p:ph type="body" idx="16388" hasCustomPrompt="1"/>
            <p:custDataLst>
              <p:tags r:id="rId6"/>
            </p:custDataLst>
          </p:nvPr>
        </p:nvSpPr>
        <p:spPr>
          <a:xfrm>
            <a:off x="6553200" y="3302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9" hasCustomPrompt="1"/>
            <p:custDataLst>
              <p:tags r:id="rId7"/>
            </p:custDataLst>
          </p:nvPr>
        </p:nvSpPr>
        <p:spPr>
          <a:xfrm>
            <a:off x="6553200" y="3860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文本占位符 11"/>
          <p:cNvSpPr>
            <a:spLocks noGrp="1"/>
          </p:cNvSpPr>
          <p:nvPr>
            <p:ph type="body" idx="16390" hasCustomPrompt="1"/>
            <p:custDataLst>
              <p:tags r:id="rId8"/>
            </p:custDataLst>
          </p:nvPr>
        </p:nvSpPr>
        <p:spPr>
          <a:xfrm>
            <a:off x="6553200" y="5080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3" name="文本占位符 12"/>
          <p:cNvSpPr>
            <a:spLocks noGrp="1"/>
          </p:cNvSpPr>
          <p:nvPr>
            <p:ph type="body" idx="16391" hasCustomPrompt="1"/>
            <p:custDataLst>
              <p:tags r:id="rId9"/>
            </p:custDataLst>
          </p:nvPr>
        </p:nvSpPr>
        <p:spPr>
          <a:xfrm>
            <a:off x="6553200" y="5638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正文页-42_44">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1524000"/>
            <a:ext cx="10972800" cy="3149600"/>
          </a:xfrm>
          <a:custGeom>
            <a:avLst/>
            <a:gdLst>
              <a:gd name="connisteX0" fmla="*/ 0 w 10972800"/>
              <a:gd name="connsiteY0" fmla="*/ 203200 h 3149600"/>
              <a:gd name="connisteX1" fmla="*/ 203200 w 10972800"/>
              <a:gd name="connsiteY1" fmla="*/ 0 h 3149600"/>
              <a:gd name="connisteX2" fmla="*/ 10769600 w 10972800"/>
              <a:gd name="connsiteY2" fmla="*/ 0 h 3149600"/>
              <a:gd name="connisteX3" fmla="*/ 10972800 w 10972800"/>
              <a:gd name="connsiteY3" fmla="*/ 203200 h 3149600"/>
              <a:gd name="connisteX4" fmla="*/ 10972800 w 10972800"/>
              <a:gd name="connsiteY4" fmla="*/ 2946400 h 3149600"/>
              <a:gd name="connisteX5" fmla="*/ 10769600 w 10972800"/>
              <a:gd name="connsiteY5" fmla="*/ 3149600 h 3149600"/>
              <a:gd name="connisteX6" fmla="*/ 203200 w 10972800"/>
              <a:gd name="connsiteY6" fmla="*/ 3149600 h 3149600"/>
              <a:gd name="connisteX7" fmla="*/ 0 w 10972800"/>
              <a:gd name="connsiteY7" fmla="*/ 2946400 h 3149600"/>
              <a:gd name="connisteX8" fmla="*/ 0 w 10972800"/>
              <a:gd name="connsiteY8" fmla="*/ 203200 h 314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3149600">
                <a:moveTo>
                  <a:pt x="0" y="203200"/>
                </a:moveTo>
                <a:cubicBezTo>
                  <a:pt x="0" y="90976"/>
                  <a:pt x="90976" y="0"/>
                  <a:pt x="203200" y="0"/>
                </a:cubicBezTo>
                <a:lnTo>
                  <a:pt x="10769600" y="0"/>
                </a:lnTo>
                <a:cubicBezTo>
                  <a:pt x="10881824" y="0"/>
                  <a:pt x="10972800" y="90976"/>
                  <a:pt x="10972800" y="203200"/>
                </a:cubicBezTo>
                <a:lnTo>
                  <a:pt x="10972800" y="2946400"/>
                </a:lnTo>
                <a:cubicBezTo>
                  <a:pt x="10972800" y="3058624"/>
                  <a:pt x="10881824" y="3149600"/>
                  <a:pt x="10769600" y="3149600"/>
                </a:cubicBezTo>
                <a:lnTo>
                  <a:pt x="203200" y="3149600"/>
                </a:lnTo>
                <a:cubicBezTo>
                  <a:pt x="90976" y="3149600"/>
                  <a:pt x="0" y="3058624"/>
                  <a:pt x="0" y="2946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1" hasCustomPrompt="1"/>
            <p:custDataLst>
              <p:tags r:id="rId7"/>
            </p:custDataLst>
          </p:nvPr>
        </p:nvSpPr>
        <p:spPr>
          <a:xfrm>
            <a:off x="609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762000" y="51308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762000" y="5638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64008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6553200" y="51308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9" hasCustomPrompt="1"/>
            <p:custDataLst>
              <p:tags r:id="rId12"/>
            </p:custDataLst>
          </p:nvPr>
        </p:nvSpPr>
        <p:spPr>
          <a:xfrm>
            <a:off x="6553200" y="5638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正文页-10012_14">
    <p:bg>
      <p:bgRef idx="1001">
        <a:schemeClr val="bg2"/>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内容占位符 6"/>
          <p:cNvSpPr>
            <a:spLocks noGrp="1"/>
          </p:cNvSpPr>
          <p:nvPr>
            <p:ph idx="16392" hasCustomPrompt="1"/>
            <p:custDataLst>
              <p:tags r:id="rId3"/>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文本占位符 7"/>
          <p:cNvSpPr>
            <a:spLocks noGrp="1"/>
          </p:cNvSpPr>
          <p:nvPr>
            <p:ph type="body" idx="16386" hasCustomPrompt="1"/>
            <p:custDataLst>
              <p:tags r:id="rId4"/>
            </p:custDataLst>
          </p:nvPr>
        </p:nvSpPr>
        <p:spPr>
          <a:xfrm>
            <a:off x="6553200" y="1524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9" name="文本占位符 8"/>
          <p:cNvSpPr>
            <a:spLocks noGrp="1"/>
          </p:cNvSpPr>
          <p:nvPr>
            <p:ph type="body" idx="16387" hasCustomPrompt="1"/>
            <p:custDataLst>
              <p:tags r:id="rId5"/>
            </p:custDataLst>
          </p:nvPr>
        </p:nvSpPr>
        <p:spPr>
          <a:xfrm>
            <a:off x="6553200" y="2082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文本占位符 9"/>
          <p:cNvSpPr>
            <a:spLocks noGrp="1"/>
          </p:cNvSpPr>
          <p:nvPr>
            <p:ph type="body" idx="16388" hasCustomPrompt="1"/>
            <p:custDataLst>
              <p:tags r:id="rId6"/>
            </p:custDataLst>
          </p:nvPr>
        </p:nvSpPr>
        <p:spPr>
          <a:xfrm>
            <a:off x="6553200" y="3302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9" hasCustomPrompt="1"/>
            <p:custDataLst>
              <p:tags r:id="rId7"/>
            </p:custDataLst>
          </p:nvPr>
        </p:nvSpPr>
        <p:spPr>
          <a:xfrm>
            <a:off x="6553200" y="3860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文本占位符 11"/>
          <p:cNvSpPr>
            <a:spLocks noGrp="1"/>
          </p:cNvSpPr>
          <p:nvPr>
            <p:ph type="body" idx="16390" hasCustomPrompt="1"/>
            <p:custDataLst>
              <p:tags r:id="rId8"/>
            </p:custDataLst>
          </p:nvPr>
        </p:nvSpPr>
        <p:spPr>
          <a:xfrm>
            <a:off x="6553200" y="5080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3" name="文本占位符 12"/>
          <p:cNvSpPr>
            <a:spLocks noGrp="1"/>
          </p:cNvSpPr>
          <p:nvPr>
            <p:ph type="body" idx="16391" hasCustomPrompt="1"/>
            <p:custDataLst>
              <p:tags r:id="rId9"/>
            </p:custDataLst>
          </p:nvPr>
        </p:nvSpPr>
        <p:spPr>
          <a:xfrm>
            <a:off x="6553200" y="5638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目录">
    <p:spTree>
      <p:nvGrpSpPr>
        <p:cNvPr id="1" name=""/>
        <p:cNvGrpSpPr/>
        <p:nvPr/>
      </p:nvGrpSpPr>
      <p:grpSpPr>
        <a:xfrm>
          <a:off x="0" y="0"/>
          <a:ext cx="0" cy="0"/>
          <a:chOff x="0" y="0"/>
          <a:chExt cx="0" cy="0"/>
        </a:xfrm>
      </p:grpSpPr>
      <p:sp>
        <p:nvSpPr>
          <p:cNvPr id="5" name="标题 1"/>
          <p:cNvSpPr>
            <a:spLocks noGrp="1"/>
          </p:cNvSpPr>
          <p:nvPr>
            <p:ph type="title" hasCustomPrompt="1"/>
            <p:custDataLst>
              <p:tags r:id="rId2"/>
            </p:custDataLst>
          </p:nvPr>
        </p:nvSpPr>
        <p:spPr>
          <a:xfrm>
            <a:off x="5107122" y="1244015"/>
            <a:ext cx="1977755" cy="1081088"/>
          </a:xfrm>
        </p:spPr>
        <p:txBody>
          <a:bodyPr wrap="square" anchor="b">
            <a:normAutofit/>
          </a:bodyPr>
          <a:lstStyle>
            <a:lvl1pPr algn="ctr">
              <a:defRPr sz="6000" b="1">
                <a:solidFill>
                  <a:schemeClr val="tx1"/>
                </a:solidFill>
              </a:defRPr>
            </a:lvl1pPr>
          </a:lstStyle>
          <a:p>
            <a:r>
              <a:rPr lang="zh-CN" altLang="en-US" dirty="0"/>
              <a:t>标题</a:t>
            </a:r>
            <a:endParaRPr lang="zh-CN" altLang="en-US" dirty="0"/>
          </a:p>
        </p:txBody>
      </p:sp>
      <p:sp>
        <p:nvSpPr>
          <p:cNvPr id="9" name="灯片编号占位符 5"/>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7"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a:xfrm>
            <a:off x="695960" y="1301750"/>
            <a:ext cx="5323840" cy="4875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3"/>
            </p:custDataLst>
          </p:nvPr>
        </p:nvSpPr>
        <p:spPr>
          <a:xfrm>
            <a:off x="6172200" y="1301750"/>
            <a:ext cx="5323840" cy="4875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8" name="标题 1"/>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96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custDataLst>
              <p:tags r:id="rId3"/>
            </p:custDataLst>
          </p:nvPr>
        </p:nvSpPr>
        <p:spPr>
          <a:xfrm>
            <a:off x="695960" y="1875099"/>
            <a:ext cx="5323840" cy="430027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custDataLst>
              <p:tags r:id="rId4"/>
            </p:custDataLst>
          </p:nvPr>
        </p:nvSpPr>
        <p:spPr>
          <a:xfrm>
            <a:off x="617220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custDataLst>
              <p:tags r:id="rId5"/>
            </p:custDataLst>
          </p:nvPr>
        </p:nvSpPr>
        <p:spPr>
          <a:xfrm>
            <a:off x="6172200" y="1875099"/>
            <a:ext cx="5323840" cy="430027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
        <p:nvSpPr>
          <p:cNvPr id="10" name="标题 1"/>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标题 1"/>
          <p:cNvSpPr>
            <a:spLocks noGrp="1"/>
          </p:cNvSpPr>
          <p:nvPr>
            <p:ph type="title"/>
            <p:custDataLst>
              <p:tags r:id="rId5"/>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960" y="360045"/>
            <a:ext cx="10801985" cy="581787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Text Placeholder 5"/>
          <p:cNvSpPr>
            <a:spLocks noGrp="1"/>
          </p:cNvSpPr>
          <p:nvPr>
            <p:ph type="body" idx="13" hasCustomPrompt="1"/>
            <p:custDataLst>
              <p:tags r:id="rId5"/>
            </p:custDataLst>
          </p:nvPr>
        </p:nvSpPr>
        <p:spPr>
          <a:xfrm>
            <a:off x="695960" y="1301750"/>
            <a:ext cx="10799088" cy="405553"/>
          </a:xfrm>
        </p:spPr>
        <p:txBody>
          <a:bodyPr/>
          <a:lstStyle>
            <a:lvl5pPr>
              <a:buNone/>
              <a:defRPr/>
            </a:lvl5pPr>
          </a:lstStyle>
          <a:p>
            <a:pPr lvl="0"/>
            <a:r>
              <a:rPr lang="zh-CN" altLang="en-US"/>
              <a:t>单击此处编辑副标题</a:t>
            </a:r>
            <a:endParaRPr lang="zh-CN" altLang="en-US"/>
          </a:p>
        </p:txBody>
      </p:sp>
      <p:sp>
        <p:nvSpPr>
          <p:cNvPr id="7" name="标题 1"/>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showMasterSp="0" userDrawn="1">
  <p:cSld name="封面页-1">
    <p:spTree>
      <p:nvGrpSpPr>
        <p:cNvPr id="1" name=""/>
        <p:cNvGrpSpPr/>
        <p:nvPr/>
      </p:nvGrpSpPr>
      <p:grpSpPr>
        <a:xfrm>
          <a:off x="0" y="0"/>
          <a:ext cx="0" cy="0"/>
          <a:chOff x="0" y="0"/>
          <a:chExt cx="0" cy="0"/>
        </a:xfrm>
      </p:grpSpPr>
      <p:pic>
        <p:nvPicPr>
          <p:cNvPr id="52" name="图片 51"/>
          <p:cNvPicPr>
            <a:picLocks noChangeAspect="1"/>
          </p:cNvPicPr>
          <p:nvPr>
            <p:custDataLst>
              <p:tags r:id="rId2"/>
            </p:custDataLst>
          </p:nvPr>
        </p:nvPicPr>
        <p:blipFill>
          <a:blip r:embed="rId3"/>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56" name="图片 55"/>
          <p:cNvPicPr>
            <a:picLocks noChangeAspect="1"/>
          </p:cNvPicPr>
          <p:nvPr>
            <p:custDataLst>
              <p:tags r:id="rId4"/>
            </p:custDataLst>
          </p:nvPr>
        </p:nvPicPr>
        <p:blipFill>
          <a:blip r:embed="rId3"/>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62" name="图片 61"/>
          <p:cNvPicPr>
            <a:picLocks noChangeAspect="1"/>
          </p:cNvPicPr>
          <p:nvPr>
            <p:custDataLst>
              <p:tags r:id="rId5"/>
            </p:custDataLst>
          </p:nvPr>
        </p:nvPicPr>
        <p:blipFill>
          <a:blip r:embed="rId3">
            <a:alphaModFix amt="78000"/>
          </a:blip>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7" name="图片 4" descr="图片包含 网, 物体, 绿色, 亮&#10;&#10;描述已自动生成"/>
          <p:cNvPicPr>
            <a:picLocks noChangeAspect="1"/>
          </p:cNvPicPr>
          <p:nvPr>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5706405" y="925500"/>
            <a:ext cx="6001067" cy="5716619"/>
          </a:xfrm>
          <a:prstGeom prst="rect">
            <a:avLst/>
          </a:prstGeom>
        </p:spPr>
      </p:pic>
      <p:sp>
        <p:nvSpPr>
          <p:cNvPr id="9" name="Text Placeholder 8"/>
          <p:cNvSpPr>
            <a:spLocks noGrp="1"/>
          </p:cNvSpPr>
          <p:nvPr>
            <p:ph type="body" idx="287312130" hasCustomPrompt="1"/>
            <p:custDataLst>
              <p:tags r:id="rId8"/>
            </p:custDataLst>
          </p:nvPr>
        </p:nvSpPr>
        <p:spPr>
          <a:xfrm>
            <a:off x="0" y="0"/>
            <a:ext cx="10160000" cy="6858000"/>
          </a:xfrm>
          <a:custGeom>
            <a:avLst/>
            <a:gdLst>
              <a:gd name="connisteX0" fmla="*/ 0 w 10160000"/>
              <a:gd name="connsiteY0" fmla="*/ 0 h 6858000"/>
              <a:gd name="connisteX1" fmla="*/ 10160000 w 10160000"/>
              <a:gd name="connsiteY1" fmla="*/ 0 h 6858000"/>
              <a:gd name="connisteX2" fmla="*/ 10160000 w 10160000"/>
              <a:gd name="connsiteY2" fmla="*/ 6858000 h 6858000"/>
              <a:gd name="connisteX3" fmla="*/ 0 w 10160000"/>
              <a:gd name="connsiteY3" fmla="*/ 6858000 h 6858000"/>
              <a:gd name="connisteX4" fmla="*/ 0 w 101600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pathLst>
              <a:path w="10160000" h="6858000">
                <a:moveTo>
                  <a:pt x="0" y="0"/>
                </a:moveTo>
                <a:lnTo>
                  <a:pt x="10160000" y="0"/>
                </a:lnTo>
                <a:lnTo>
                  <a:pt x="10160000" y="6858000"/>
                </a:lnTo>
                <a:lnTo>
                  <a:pt x="0" y="6858000"/>
                </a:lnTo>
                <a:lnTo>
                  <a:pt x="0" y="0"/>
                </a:lnTo>
                <a:close/>
              </a:path>
            </a:pathLst>
          </a:custGeom>
          <a:gradFill>
            <a:gsLst>
              <a:gs pos="0">
                <a:schemeClr val="bg1">
                  <a:alpha val="90000"/>
                </a:schemeClr>
              </a:gs>
              <a:gs pos="100000">
                <a:schemeClr val="bg1">
                  <a:alpha val="0"/>
                </a:schemeClr>
              </a:gs>
            </a:gsLst>
            <a:lin ang="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日期"/>
          <p:cNvSpPr>
            <a:spLocks noGrp="1"/>
          </p:cNvSpPr>
          <p:nvPr>
            <p:ph type="body" idx="17827585" hasCustomPrompt="1"/>
            <p:custDataLst>
              <p:tags r:id="rId9"/>
            </p:custDataLst>
          </p:nvPr>
        </p:nvSpPr>
        <p:spPr>
          <a:xfrm>
            <a:off x="1016000" y="1651000"/>
            <a:ext cx="6097058" cy="457200"/>
          </a:xfrm>
        </p:spPr>
        <p:txBody>
          <a:bodyPr vert="horz" wrap="square" lIns="0" tIns="0" rIns="0" bIns="0" anchor="t">
            <a:normAutofit/>
          </a:bodyPr>
          <a:lstStyle>
            <a:lvl1pPr marL="0" indent="0" algn="l">
              <a:lnSpc>
                <a:spcPct val="125000"/>
              </a:lnSpc>
              <a:spcBef>
                <a:spcPct val="0"/>
              </a:spcBef>
              <a:spcAft>
                <a:spcPct val="0"/>
              </a:spcAft>
              <a:buNone/>
              <a:defRPr sz="240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20XX YEAR</a:t>
            </a:r>
            <a:endParaRPr lang="zh-CN" altLang="en-US" dirty="0"/>
          </a:p>
        </p:txBody>
      </p:sp>
      <p:sp>
        <p:nvSpPr>
          <p:cNvPr id="6" name="标题 1"/>
          <p:cNvSpPr>
            <a:spLocks noGrp="1"/>
          </p:cNvSpPr>
          <p:nvPr>
            <p:ph type="ctrTitle" idx="17826049" hasCustomPrompt="1"/>
            <p:custDataLst>
              <p:tags r:id="rId10"/>
            </p:custDataLst>
          </p:nvPr>
        </p:nvSpPr>
        <p:spPr>
          <a:xfrm>
            <a:off x="1016000" y="2159000"/>
            <a:ext cx="6352646" cy="2540000"/>
          </a:xfrm>
        </p:spPr>
        <p:txBody>
          <a:bodyPr vert="horz" wrap="square" lIns="0" tIns="0" rIns="0" bIns="0" anchor="t" anchorCtr="0">
            <a:normAutofit/>
          </a:bodyPr>
          <a:lstStyle>
            <a:lvl1pPr marL="0" indent="0" algn="l">
              <a:lnSpc>
                <a:spcPct val="100000"/>
              </a:lnSpc>
              <a:spcBef>
                <a:spcPct val="0"/>
              </a:spcBef>
              <a:spcAft>
                <a:spcPct val="0"/>
              </a:spcAft>
              <a:buNone/>
              <a:defRPr sz="6000" b="1" spc="0">
                <a:solidFill>
                  <a:schemeClr val="tx1"/>
                </a:solidFill>
              </a:defRPr>
            </a:lvl1pPr>
          </a:lstStyle>
          <a:p>
            <a:r>
              <a:rPr lang="zh-CN" altLang="en-US" dirty="0"/>
              <a:t>单击此处
添加文档标题</a:t>
            </a:r>
            <a:endParaRPr lang="zh-CN" altLang="en-US" dirty="0"/>
          </a:p>
        </p:txBody>
      </p:sp>
      <p:sp>
        <p:nvSpPr>
          <p:cNvPr id="20" name="署名占位符 10"/>
          <p:cNvSpPr>
            <a:spLocks noGrp="1"/>
          </p:cNvSpPr>
          <p:nvPr>
            <p:ph type="body" sz="quarter" idx="18875650" hasCustomPrompt="1"/>
            <p:custDataLst>
              <p:tags r:id="rId11"/>
            </p:custDataLst>
          </p:nvPr>
        </p:nvSpPr>
        <p:spPr>
          <a:xfrm>
            <a:off x="1016000" y="4749800"/>
            <a:ext cx="2540882" cy="533400"/>
          </a:xfrm>
          <a:prstGeom prst="roundRect">
            <a:avLst>
              <a:gd name="adj" fmla="val 50000"/>
            </a:avLst>
          </a:prstGeom>
          <a:solidFill>
            <a:schemeClr val="accent1"/>
          </a:solidFill>
        </p:spPr>
        <p:txBody>
          <a:bodyPr vert="horz" wrap="square" lIns="0" tIns="0" rIns="0" bIns="0" anchor="ctr" anchorCtr="0">
            <a:normAutofit/>
          </a:bodyPr>
          <a:lstStyle>
            <a:lvl1pPr marL="0" indent="0" algn="ctr">
              <a:lnSpc>
                <a:spcPct val="100000"/>
              </a:lnSpc>
              <a:spcBef>
                <a:spcPct val="0"/>
              </a:spcBef>
              <a:spcAft>
                <a:spcPct val="0"/>
              </a:spcAft>
              <a:buNone/>
              <a:defRPr sz="2000" b="1" spc="0">
                <a:solidFill>
                  <a:srgbClr val="FFFFFF"/>
                </a:solidFill>
              </a:defRPr>
            </a:lvl1pPr>
          </a:lstStyle>
          <a:p>
            <a:pPr lvl="0"/>
            <a:r>
              <a:rPr lang="zh-CN" altLang="en-US" dirty="0"/>
              <a:t>BY WPS</a:t>
            </a:r>
            <a:endParaRPr lang="zh-CN" altLang="en-US"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showMasterSp="0" userDrawn="1">
  <p:cSld name="章节页-1">
    <p:spTree>
      <p:nvGrpSpPr>
        <p:cNvPr id="1" name=""/>
        <p:cNvGrpSpPr/>
        <p:nvPr/>
      </p:nvGrpSpPr>
      <p:grpSpPr>
        <a:xfrm>
          <a:off x="0" y="0"/>
          <a:ext cx="0" cy="0"/>
          <a:chOff x="0" y="0"/>
          <a:chExt cx="0" cy="0"/>
        </a:xfrm>
      </p:grpSpPr>
      <p:pic>
        <p:nvPicPr>
          <p:cNvPr id="7" name="图片 4" descr="图片包含 网, 物体, 绿色, 亮&#10;&#10;描述已自动生成"/>
          <p:cNvPicPr>
            <a:picLocks noChangeAspect="1"/>
          </p:cNvPicPr>
          <p:nvPr>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5706405" y="925500"/>
            <a:ext cx="6001067" cy="5716619"/>
          </a:xfrm>
          <a:prstGeom prst="rect">
            <a:avLst/>
          </a:prstGeom>
        </p:spPr>
      </p:pic>
      <p:pic>
        <p:nvPicPr>
          <p:cNvPr id="19" name="图片 18"/>
          <p:cNvPicPr>
            <a:picLocks noChangeAspect="1"/>
          </p:cNvPicPr>
          <p:nvPr>
            <p:custDataLst>
              <p:tags r:id="rId4"/>
            </p:custDataLst>
          </p:nvPr>
        </p:nvPicPr>
        <p:blipFill>
          <a:blip r:embed="rId5"/>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24" name="图片 23"/>
          <p:cNvPicPr>
            <a:picLocks noChangeAspect="1"/>
          </p:cNvPicPr>
          <p:nvPr>
            <p:custDataLst>
              <p:tags r:id="rId6"/>
            </p:custDataLst>
          </p:nvPr>
        </p:nvPicPr>
        <p:blipFill>
          <a:blip r:embed="rId5"/>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26" name="图片 25"/>
          <p:cNvPicPr>
            <a:picLocks noChangeAspect="1"/>
          </p:cNvPicPr>
          <p:nvPr>
            <p:custDataLst>
              <p:tags r:id="rId7"/>
            </p:custDataLst>
          </p:nvPr>
        </p:nvPicPr>
        <p:blipFill>
          <a:blip r:embed="rId5">
            <a:alphaModFix amt="65000"/>
          </a:blip>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sp>
        <p:nvSpPr>
          <p:cNvPr id="10" name="Text Placeholder 9"/>
          <p:cNvSpPr>
            <a:spLocks noGrp="1"/>
          </p:cNvSpPr>
          <p:nvPr>
            <p:ph type="body" idx="287312130" hasCustomPrompt="1"/>
            <p:custDataLst>
              <p:tags r:id="rId8"/>
            </p:custDataLst>
          </p:nvPr>
        </p:nvSpPr>
        <p:spPr>
          <a:xfrm>
            <a:off x="0" y="0"/>
            <a:ext cx="10160000" cy="6858000"/>
          </a:xfrm>
          <a:custGeom>
            <a:avLst/>
            <a:gdLst>
              <a:gd name="connisteX0" fmla="*/ 0 w 10160000"/>
              <a:gd name="connsiteY0" fmla="*/ 0 h 6858000"/>
              <a:gd name="connisteX1" fmla="*/ 10160000 w 10160000"/>
              <a:gd name="connsiteY1" fmla="*/ 0 h 6858000"/>
              <a:gd name="connisteX2" fmla="*/ 10160000 w 10160000"/>
              <a:gd name="connsiteY2" fmla="*/ 6858000 h 6858000"/>
              <a:gd name="connisteX3" fmla="*/ 0 w 10160000"/>
              <a:gd name="connsiteY3" fmla="*/ 6858000 h 6858000"/>
              <a:gd name="connisteX4" fmla="*/ 0 w 101600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pathLst>
              <a:path w="10160000" h="6858000">
                <a:moveTo>
                  <a:pt x="0" y="0"/>
                </a:moveTo>
                <a:lnTo>
                  <a:pt x="10160000" y="0"/>
                </a:lnTo>
                <a:lnTo>
                  <a:pt x="10160000" y="6858000"/>
                </a:lnTo>
                <a:lnTo>
                  <a:pt x="0" y="6858000"/>
                </a:lnTo>
                <a:lnTo>
                  <a:pt x="0" y="0"/>
                </a:lnTo>
                <a:close/>
              </a:path>
            </a:pathLst>
          </a:custGeom>
          <a:gradFill>
            <a:gsLst>
              <a:gs pos="0">
                <a:schemeClr val="bg1">
                  <a:alpha val="90000"/>
                </a:schemeClr>
              </a:gs>
              <a:gs pos="100000">
                <a:schemeClr val="bg1">
                  <a:alpha val="0"/>
                </a:schemeClr>
              </a:gs>
            </a:gsLst>
            <a:lin ang="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6" name="标题 1"/>
          <p:cNvSpPr>
            <a:spLocks noGrp="1"/>
          </p:cNvSpPr>
          <p:nvPr>
            <p:ph type="title" idx="17826049" hasCustomPrompt="1"/>
            <p:custDataLst>
              <p:tags r:id="rId9"/>
            </p:custDataLst>
          </p:nvPr>
        </p:nvSpPr>
        <p:spPr>
          <a:xfrm>
            <a:off x="1016000" y="3530600"/>
            <a:ext cx="6352117" cy="1524000"/>
          </a:xfrm>
        </p:spPr>
        <p:txBody>
          <a:bodyPr vert="horz" lIns="0" tIns="0" rIns="0" bIns="0" anchor="t" anchorCtr="0">
            <a:normAutofit/>
          </a:bodyPr>
          <a:lstStyle>
            <a:lvl1pPr marL="0" indent="0" algn="l">
              <a:lnSpc>
                <a:spcPct val="100000"/>
              </a:lnSpc>
              <a:spcBef>
                <a:spcPct val="0"/>
              </a:spcBef>
              <a:spcAft>
                <a:spcPct val="0"/>
              </a:spcAft>
              <a:buNone/>
              <a:defRPr sz="4800" b="0" spc="0">
                <a:solidFill>
                  <a:schemeClr val="tx1">
                    <a:lumMod val="85000"/>
                    <a:lumOff val="15000"/>
                  </a:schemeClr>
                </a:solidFill>
              </a:defRPr>
            </a:lvl1pPr>
          </a:lstStyle>
          <a:p>
            <a:r>
              <a:rPr lang="zh-CN" altLang="en-US" dirty="0"/>
              <a:t>单击此处添加章节标题</a:t>
            </a:r>
            <a:endParaRPr lang="zh-CN" altLang="en-US" dirty="0"/>
          </a:p>
        </p:txBody>
      </p:sp>
      <p:sp>
        <p:nvSpPr>
          <p:cNvPr id="8" name="文本占位符 6"/>
          <p:cNvSpPr>
            <a:spLocks noGrp="1"/>
          </p:cNvSpPr>
          <p:nvPr>
            <p:ph type="body" idx="17826561" hasCustomPrompt="1"/>
            <p:custDataLst>
              <p:tags r:id="rId10"/>
            </p:custDataLst>
          </p:nvPr>
        </p:nvSpPr>
        <p:spPr>
          <a:xfrm>
            <a:off x="1016000" y="1905000"/>
            <a:ext cx="1527175" cy="1524000"/>
          </a:xfrm>
        </p:spPr>
        <p:txBody>
          <a:bodyPr vert="horz" lIns="0" tIns="0" rIns="0" bIns="0" anchor="ctr" anchorCtr="0">
            <a:normAutofit/>
          </a:bodyPr>
          <a:lstStyle>
            <a:lvl1pPr marL="0" indent="0" algn="l">
              <a:lnSpc>
                <a:spcPct val="109000"/>
              </a:lnSpc>
              <a:spcBef>
                <a:spcPct val="0"/>
              </a:spcBef>
              <a:spcAft>
                <a:spcPct val="0"/>
              </a:spcAft>
              <a:buNone/>
              <a:defRPr sz="7200" b="1" spc="0">
                <a:solidFill>
                  <a:schemeClr val="tx1">
                    <a:lumMod val="85000"/>
                    <a:lumOff val="15000"/>
                  </a:schemeClr>
                </a:solidFill>
              </a:defRPr>
            </a:lvl1pPr>
          </a:lstStyle>
          <a:p>
            <a:pPr lvl="0"/>
            <a:r>
              <a:rPr lang="zh-CN" altLang="en-US"/>
              <a:t>01</a:t>
            </a:r>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showMasterSp="0" userDrawn="1">
  <p:cSld name="结束页-1">
    <p:spTree>
      <p:nvGrpSpPr>
        <p:cNvPr id="1" name=""/>
        <p:cNvGrpSpPr/>
        <p:nvPr/>
      </p:nvGrpSpPr>
      <p:grpSpPr>
        <a:xfrm>
          <a:off x="0" y="0"/>
          <a:ext cx="0" cy="0"/>
          <a:chOff x="0" y="0"/>
          <a:chExt cx="0" cy="0"/>
        </a:xfrm>
      </p:grpSpPr>
      <p:pic>
        <p:nvPicPr>
          <p:cNvPr id="6" name="图片 1"/>
          <p:cNvPicPr>
            <a:picLocks noChangeAspect="1"/>
          </p:cNvPicPr>
          <p:nvPr userDrawn="1">
            <p:custDataLst>
              <p:tags r:id="rId2"/>
            </p:custDataLst>
          </p:nvPr>
        </p:nvPicPr>
        <p:blipFill>
          <a:blip r:embed="rId3"/>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7" name="图片 2"/>
          <p:cNvPicPr>
            <a:picLocks noChangeAspect="1"/>
          </p:cNvPicPr>
          <p:nvPr userDrawn="1">
            <p:custDataLst>
              <p:tags r:id="rId4"/>
            </p:custDataLst>
          </p:nvPr>
        </p:nvPicPr>
        <p:blipFill>
          <a:blip r:embed="rId3"/>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8" name="图片 3"/>
          <p:cNvPicPr>
            <a:picLocks noChangeAspect="1"/>
          </p:cNvPicPr>
          <p:nvPr userDrawn="1">
            <p:custDataLst>
              <p:tags r:id="rId5"/>
            </p:custDataLst>
          </p:nvPr>
        </p:nvPicPr>
        <p:blipFill>
          <a:blip r:embed="rId3">
            <a:alphaModFix amt="78000"/>
          </a:blip>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9" name="图片 4" descr="图片包含 网, 物体, 绿色, 亮&#10;&#10;描述已自动生成"/>
          <p:cNvPicPr>
            <a:picLocks noChangeAspect="1"/>
          </p:cNvPicPr>
          <p:nvPr userDrawn="1">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5706405" y="925500"/>
            <a:ext cx="6001067" cy="5716619"/>
          </a:xfrm>
          <a:prstGeom prst="rect">
            <a:avLst/>
          </a:prstGeom>
        </p:spPr>
      </p:pic>
      <p:sp>
        <p:nvSpPr>
          <p:cNvPr id="10" name="Text Placeholder 9"/>
          <p:cNvSpPr>
            <a:spLocks noGrp="1"/>
          </p:cNvSpPr>
          <p:nvPr>
            <p:ph type="body" idx="287312130" hasCustomPrompt="1"/>
            <p:custDataLst>
              <p:tags r:id="rId8"/>
            </p:custDataLst>
          </p:nvPr>
        </p:nvSpPr>
        <p:spPr>
          <a:xfrm>
            <a:off x="0" y="0"/>
            <a:ext cx="10160000" cy="6858000"/>
          </a:xfrm>
          <a:custGeom>
            <a:avLst/>
            <a:gdLst>
              <a:gd name="connisteX0" fmla="*/ 0 w 10160000"/>
              <a:gd name="connsiteY0" fmla="*/ 0 h 6858000"/>
              <a:gd name="connisteX1" fmla="*/ 10160000 w 10160000"/>
              <a:gd name="connsiteY1" fmla="*/ 0 h 6858000"/>
              <a:gd name="connisteX2" fmla="*/ 10160000 w 10160000"/>
              <a:gd name="connsiteY2" fmla="*/ 6858000 h 6858000"/>
              <a:gd name="connisteX3" fmla="*/ 0 w 10160000"/>
              <a:gd name="connsiteY3" fmla="*/ 6858000 h 6858000"/>
              <a:gd name="connisteX4" fmla="*/ 0 w 101600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pathLst>
              <a:path w="10160000" h="6858000">
                <a:moveTo>
                  <a:pt x="0" y="0"/>
                </a:moveTo>
                <a:lnTo>
                  <a:pt x="10160000" y="0"/>
                </a:lnTo>
                <a:lnTo>
                  <a:pt x="10160000" y="6858000"/>
                </a:lnTo>
                <a:lnTo>
                  <a:pt x="0" y="6858000"/>
                </a:lnTo>
                <a:lnTo>
                  <a:pt x="0" y="0"/>
                </a:lnTo>
                <a:close/>
              </a:path>
            </a:pathLst>
          </a:custGeom>
          <a:gradFill>
            <a:gsLst>
              <a:gs pos="0">
                <a:schemeClr val="bg1">
                  <a:alpha val="90000"/>
                </a:schemeClr>
              </a:gs>
              <a:gs pos="100000">
                <a:schemeClr val="bg1">
                  <a:alpha val="0"/>
                </a:schemeClr>
              </a:gs>
            </a:gsLst>
            <a:lin ang="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1" name="Subtitle 10"/>
          <p:cNvSpPr>
            <a:spLocks noGrp="1"/>
          </p:cNvSpPr>
          <p:nvPr>
            <p:ph type="subTitle" idx="17826305" hasCustomPrompt="1"/>
            <p:custDataLst>
              <p:tags r:id="rId9"/>
            </p:custDataLst>
          </p:nvPr>
        </p:nvSpPr>
        <p:spPr>
          <a:xfrm>
            <a:off x="1016000" y="2667000"/>
            <a:ext cx="5449358" cy="457200"/>
          </a:xfrm>
          <a:noFill/>
        </p:spPr>
        <p:txBody>
          <a:bodyPr lIns="0" tIns="0" rIns="0" bIns="0" anchor="t">
            <a:normAutofit/>
          </a:bodyPr>
          <a:lstStyle>
            <a:lvl1pPr marL="0" indent="0" algn="l">
              <a:lnSpc>
                <a:spcPct val="125000"/>
              </a:lnSpc>
              <a:spcBef>
                <a:spcPct val="0"/>
              </a:spcBef>
              <a:spcAft>
                <a:spcPct val="0"/>
              </a:spcAft>
              <a:buNone/>
              <a:defRPr sz="2400" b="0" spc="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THE END</a:t>
            </a:r>
            <a:endParaRPr lang="zh-CN" altLang="en-US"/>
          </a:p>
        </p:txBody>
      </p:sp>
      <p:sp>
        <p:nvSpPr>
          <p:cNvPr id="49" name="标题 11"/>
          <p:cNvSpPr>
            <a:spLocks noGrp="1"/>
          </p:cNvSpPr>
          <p:nvPr>
            <p:ph type="ctrTitle" idx="17826049" hasCustomPrompt="1"/>
            <p:custDataLst>
              <p:tags r:id="rId10"/>
            </p:custDataLst>
          </p:nvPr>
        </p:nvSpPr>
        <p:spPr>
          <a:xfrm>
            <a:off x="1016000" y="3175000"/>
            <a:ext cx="5451122" cy="1016000"/>
          </a:xfrm>
        </p:spPr>
        <p:txBody>
          <a:bodyPr vert="horz" wrap="square" lIns="0" tIns="0" rIns="0" bIns="0" anchor="t">
            <a:normAutofit/>
          </a:bodyPr>
          <a:lstStyle>
            <a:lvl1pPr marL="0" indent="0" algn="l">
              <a:lnSpc>
                <a:spcPct val="100000"/>
              </a:lnSpc>
              <a:spcBef>
                <a:spcPct val="0"/>
              </a:spcBef>
              <a:spcAft>
                <a:spcPct val="0"/>
              </a:spcAft>
              <a:buNone/>
              <a:defRPr sz="6400" b="1" spc="0" baseline="0">
                <a:solidFill>
                  <a:schemeClr val="tx1">
                    <a:lumMod val="75000"/>
                    <a:lumOff val="25000"/>
                  </a:schemeClr>
                </a:solidFill>
              </a:defRPr>
            </a:lvl1pPr>
          </a:lstStyle>
          <a:p>
            <a:r>
              <a:rPr lang="zh-CN" altLang="en-US" dirty="0"/>
              <a:t>谢谢观看</a:t>
            </a:r>
            <a:endParaRPr lang="zh-CN" altLang="en-US"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目录页-1-5-4">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p:txBody>
          <a:bodyPr/>
          <a:p>
            <a:endParaRPr lang="zh-CN" altLang="en-US"/>
          </a:p>
        </p:txBody>
      </p:sp>
      <p:sp>
        <p:nvSpPr>
          <p:cNvPr id="10" name="灯片编号占位符 5"/>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3" name="Subtitle 12"/>
          <p:cNvSpPr>
            <a:spLocks noGrp="1"/>
          </p:cNvSpPr>
          <p:nvPr>
            <p:ph type="subTitle" idx="17826305" hasCustomPrompt="1"/>
            <p:custDataLst>
              <p:tags r:id="rId5"/>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endParaRPr lang="zh-CN" altLang="en-US"/>
          </a:p>
        </p:txBody>
      </p:sp>
      <p:sp>
        <p:nvSpPr>
          <p:cNvPr id="14" name="Title 13"/>
          <p:cNvSpPr>
            <a:spLocks noGrp="1"/>
          </p:cNvSpPr>
          <p:nvPr>
            <p:ph type="ctrTitle" idx="17826049" hasCustomPrompt="1"/>
            <p:custDataLst>
              <p:tags r:id="rId6"/>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endParaRPr lang="zh-CN" altLang="en-US"/>
          </a:p>
        </p:txBody>
      </p:sp>
      <p:sp>
        <p:nvSpPr>
          <p:cNvPr id="15" name="Text Placeholder 14"/>
          <p:cNvSpPr>
            <a:spLocks noGrp="1"/>
          </p:cNvSpPr>
          <p:nvPr>
            <p:ph type="body" idx="319883777" hasCustomPrompt="1"/>
            <p:custDataLst>
              <p:tags r:id="rId7"/>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6" name="装饰  5"/>
          <p:cNvSpPr>
            <a:spLocks noGrp="1"/>
          </p:cNvSpPr>
          <p:nvPr>
            <p:ph type="body" idx="319883522" hasCustomPrompt="1"/>
            <p:custDataLst>
              <p:tags r:id="rId8"/>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Text Placeholder 16"/>
          <p:cNvSpPr>
            <a:spLocks noGrp="1"/>
          </p:cNvSpPr>
          <p:nvPr>
            <p:ph type="body" idx="51446017" hasCustomPrompt="1"/>
            <p:custDataLst>
              <p:tags r:id="rId9"/>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Text Placeholder 17"/>
          <p:cNvSpPr>
            <a:spLocks noGrp="1"/>
          </p:cNvSpPr>
          <p:nvPr>
            <p:ph type="body" idx="319949313" hasCustomPrompt="1"/>
            <p:custDataLst>
              <p:tags r:id="rId10"/>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9" name="装饰  8"/>
          <p:cNvSpPr>
            <a:spLocks noGrp="1"/>
          </p:cNvSpPr>
          <p:nvPr>
            <p:ph type="body" idx="319949058" hasCustomPrompt="1"/>
            <p:custDataLst>
              <p:tags r:id="rId11"/>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Text Placeholder 19"/>
          <p:cNvSpPr>
            <a:spLocks noGrp="1"/>
          </p:cNvSpPr>
          <p:nvPr>
            <p:ph type="body" idx="51511553" hasCustomPrompt="1"/>
            <p:custDataLst>
              <p:tags r:id="rId12"/>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Text Placeholder 20"/>
          <p:cNvSpPr>
            <a:spLocks noGrp="1"/>
          </p:cNvSpPr>
          <p:nvPr>
            <p:ph type="body" idx="320014849" hasCustomPrompt="1"/>
            <p:custDataLst>
              <p:tags r:id="rId13"/>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22" name="装饰  1"/>
          <p:cNvSpPr>
            <a:spLocks noGrp="1"/>
          </p:cNvSpPr>
          <p:nvPr>
            <p:ph type="body" idx="320014594" hasCustomPrompt="1"/>
            <p:custDataLst>
              <p:tags r:id="rId14"/>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3" name="Text Placeholder 22"/>
          <p:cNvSpPr>
            <a:spLocks noGrp="1"/>
          </p:cNvSpPr>
          <p:nvPr>
            <p:ph type="body" idx="51577089" hasCustomPrompt="1"/>
            <p:custDataLst>
              <p:tags r:id="rId15"/>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4" name="Text Placeholder 23"/>
          <p:cNvSpPr>
            <a:spLocks noGrp="1"/>
          </p:cNvSpPr>
          <p:nvPr>
            <p:ph type="body" idx="320080385" hasCustomPrompt="1"/>
            <p:custDataLst>
              <p:tags r:id="rId16"/>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04</a:t>
            </a:r>
            <a:endParaRPr lang="zh-CN" altLang="en-US" smtClean="0"/>
          </a:p>
        </p:txBody>
      </p:sp>
      <p:sp>
        <p:nvSpPr>
          <p:cNvPr id="25" name="装饰  4"/>
          <p:cNvSpPr>
            <a:spLocks noGrp="1"/>
          </p:cNvSpPr>
          <p:nvPr>
            <p:ph type="body" idx="320080130" hasCustomPrompt="1"/>
            <p:custDataLst>
              <p:tags r:id="rId17"/>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6" name="Text Placeholder 25"/>
          <p:cNvSpPr>
            <a:spLocks noGrp="1"/>
          </p:cNvSpPr>
          <p:nvPr>
            <p:ph type="body" idx="51642625" hasCustomPrompt="1"/>
            <p:custDataLst>
              <p:tags r:id="rId18"/>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3" Type="http://schemas.openxmlformats.org/officeDocument/2006/relationships/theme" Target="../theme/theme2.xml"/><Relationship Id="rId62" Type="http://schemas.openxmlformats.org/officeDocument/2006/relationships/tags" Target="../tags/tag542.xml"/><Relationship Id="rId61" Type="http://schemas.openxmlformats.org/officeDocument/2006/relationships/tags" Target="../tags/tag541.xml"/><Relationship Id="rId60" Type="http://schemas.openxmlformats.org/officeDocument/2006/relationships/tags" Target="../tags/tag540.xml"/><Relationship Id="rId6" Type="http://schemas.openxmlformats.org/officeDocument/2006/relationships/slideLayout" Target="../slideLayouts/slideLayout16.xml"/><Relationship Id="rId59" Type="http://schemas.openxmlformats.org/officeDocument/2006/relationships/tags" Target="../tags/tag539.xml"/><Relationship Id="rId58" Type="http://schemas.openxmlformats.org/officeDocument/2006/relationships/tags" Target="../tags/tag538.xml"/><Relationship Id="rId57" Type="http://schemas.openxmlformats.org/officeDocument/2006/relationships/tags" Target="../tags/tag537.xml"/><Relationship Id="rId56" Type="http://schemas.openxmlformats.org/officeDocument/2006/relationships/tags" Target="../tags/tag536.xml"/><Relationship Id="rId55" Type="http://schemas.openxmlformats.org/officeDocument/2006/relationships/image" Target="../media/image2.png"/><Relationship Id="rId54" Type="http://schemas.openxmlformats.org/officeDocument/2006/relationships/tags" Target="../tags/tag535.xml"/><Relationship Id="rId53" Type="http://schemas.openxmlformats.org/officeDocument/2006/relationships/tags" Target="../tags/tag534.xml"/><Relationship Id="rId52" Type="http://schemas.openxmlformats.org/officeDocument/2006/relationships/tags" Target="../tags/tag533.xml"/><Relationship Id="rId51" Type="http://schemas.openxmlformats.org/officeDocument/2006/relationships/image" Target="../media/image1.png"/><Relationship Id="rId50" Type="http://schemas.openxmlformats.org/officeDocument/2006/relationships/tags" Target="../tags/tag532.xml"/><Relationship Id="rId5" Type="http://schemas.openxmlformats.org/officeDocument/2006/relationships/slideLayout" Target="../slideLayouts/slideLayout15.xml"/><Relationship Id="rId49" Type="http://schemas.openxmlformats.org/officeDocument/2006/relationships/slideLayout" Target="../slideLayouts/slideLayout59.xml"/><Relationship Id="rId48" Type="http://schemas.openxmlformats.org/officeDocument/2006/relationships/slideLayout" Target="../slideLayouts/slideLayout58.xml"/><Relationship Id="rId47" Type="http://schemas.openxmlformats.org/officeDocument/2006/relationships/slideLayout" Target="../slideLayouts/slideLayout57.xml"/><Relationship Id="rId46" Type="http://schemas.openxmlformats.org/officeDocument/2006/relationships/slideLayout" Target="../slideLayouts/slideLayout56.xml"/><Relationship Id="rId45" Type="http://schemas.openxmlformats.org/officeDocument/2006/relationships/slideLayout" Target="../slideLayouts/slideLayout55.xml"/><Relationship Id="rId44" Type="http://schemas.openxmlformats.org/officeDocument/2006/relationships/slideLayout" Target="../slideLayouts/slideLayout54.xml"/><Relationship Id="rId43" Type="http://schemas.openxmlformats.org/officeDocument/2006/relationships/slideLayout" Target="../slideLayouts/slideLayout53.xml"/><Relationship Id="rId42" Type="http://schemas.openxmlformats.org/officeDocument/2006/relationships/slideLayout" Target="../slideLayouts/slideLayout52.xml"/><Relationship Id="rId41" Type="http://schemas.openxmlformats.org/officeDocument/2006/relationships/slideLayout" Target="../slideLayouts/slideLayout51.xml"/><Relationship Id="rId40" Type="http://schemas.openxmlformats.org/officeDocument/2006/relationships/slideLayout" Target="../slideLayouts/slideLayout50.xml"/><Relationship Id="rId4" Type="http://schemas.openxmlformats.org/officeDocument/2006/relationships/slideLayout" Target="../slideLayouts/slideLayout14.xml"/><Relationship Id="rId39" Type="http://schemas.openxmlformats.org/officeDocument/2006/relationships/slideLayout" Target="../slideLayouts/slideLayout49.xml"/><Relationship Id="rId38" Type="http://schemas.openxmlformats.org/officeDocument/2006/relationships/slideLayout" Target="../slideLayouts/slideLayout48.xml"/><Relationship Id="rId37" Type="http://schemas.openxmlformats.org/officeDocument/2006/relationships/slideLayout" Target="../slideLayouts/slideLayout47.xml"/><Relationship Id="rId36" Type="http://schemas.openxmlformats.org/officeDocument/2006/relationships/slideLayout" Target="../slideLayouts/slideLayout46.xml"/><Relationship Id="rId35" Type="http://schemas.openxmlformats.org/officeDocument/2006/relationships/slideLayout" Target="../slideLayouts/slideLayout45.xml"/><Relationship Id="rId34" Type="http://schemas.openxmlformats.org/officeDocument/2006/relationships/slideLayout" Target="../slideLayouts/slideLayout44.xml"/><Relationship Id="rId33" Type="http://schemas.openxmlformats.org/officeDocument/2006/relationships/slideLayout" Target="../slideLayouts/slideLayout43.xml"/><Relationship Id="rId32" Type="http://schemas.openxmlformats.org/officeDocument/2006/relationships/slideLayout" Target="../slideLayouts/slideLayout42.xml"/><Relationship Id="rId31" Type="http://schemas.openxmlformats.org/officeDocument/2006/relationships/slideLayout" Target="../slideLayouts/slideLayout41.xml"/><Relationship Id="rId30" Type="http://schemas.openxmlformats.org/officeDocument/2006/relationships/slideLayout" Target="../slideLayouts/slideLayout40.xml"/><Relationship Id="rId3" Type="http://schemas.openxmlformats.org/officeDocument/2006/relationships/slideLayout" Target="../slideLayouts/slideLayout13.xml"/><Relationship Id="rId29" Type="http://schemas.openxmlformats.org/officeDocument/2006/relationships/slideLayout" Target="../slideLayouts/slideLayout39.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0" Type="http://schemas.openxmlformats.org/officeDocument/2006/relationships/slideLayout" Target="../slideLayouts/slideLayout30.xml"/><Relationship Id="rId2" Type="http://schemas.openxmlformats.org/officeDocument/2006/relationships/slideLayout" Target="../slideLayouts/slideLayout12.xml"/><Relationship Id="rId19" Type="http://schemas.openxmlformats.org/officeDocument/2006/relationships/slideLayout" Target="../slideLayouts/slideLayout29.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569.xml"/><Relationship Id="rId7" Type="http://schemas.openxmlformats.org/officeDocument/2006/relationships/tags" Target="../tags/tag568.xml"/><Relationship Id="rId6" Type="http://schemas.openxmlformats.org/officeDocument/2006/relationships/tags" Target="../tags/tag567.xml"/><Relationship Id="rId5" Type="http://schemas.openxmlformats.org/officeDocument/2006/relationships/image" Target="../media/image1.png"/><Relationship Id="rId4" Type="http://schemas.openxmlformats.org/officeDocument/2006/relationships/tags" Target="../tags/tag566.xml"/><Relationship Id="rId3" Type="http://schemas.openxmlformats.org/officeDocument/2006/relationships/slideLayout" Target="../slideLayouts/slideLayout62.xml"/><Relationship Id="rId2" Type="http://schemas.openxmlformats.org/officeDocument/2006/relationships/slideLayout" Target="../slideLayouts/slideLayout61.xml"/><Relationship Id="rId17" Type="http://schemas.openxmlformats.org/officeDocument/2006/relationships/theme" Target="../theme/theme3.xml"/><Relationship Id="rId16" Type="http://schemas.openxmlformats.org/officeDocument/2006/relationships/tags" Target="../tags/tag576.xml"/><Relationship Id="rId15" Type="http://schemas.openxmlformats.org/officeDocument/2006/relationships/tags" Target="../tags/tag575.xml"/><Relationship Id="rId14" Type="http://schemas.openxmlformats.org/officeDocument/2006/relationships/tags" Target="../tags/tag574.xml"/><Relationship Id="rId13" Type="http://schemas.openxmlformats.org/officeDocument/2006/relationships/tags" Target="../tags/tag573.xml"/><Relationship Id="rId12" Type="http://schemas.openxmlformats.org/officeDocument/2006/relationships/tags" Target="../tags/tag572.xml"/><Relationship Id="rId11" Type="http://schemas.openxmlformats.org/officeDocument/2006/relationships/tags" Target="../tags/tag571.xml"/><Relationship Id="rId10" Type="http://schemas.openxmlformats.org/officeDocument/2006/relationships/tags" Target="../tags/tag570.xml"/><Relationship Id="rId1" Type="http://schemas.openxmlformats.org/officeDocument/2006/relationships/slideLayout" Target="../slideLayouts/slideLayout60.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71.xml"/><Relationship Id="rId8" Type="http://schemas.openxmlformats.org/officeDocument/2006/relationships/slideLayout" Target="../slideLayouts/slideLayout70.xml"/><Relationship Id="rId7" Type="http://schemas.openxmlformats.org/officeDocument/2006/relationships/slideLayout" Target="../slideLayouts/slideLayout69.xml"/><Relationship Id="rId6" Type="http://schemas.openxmlformats.org/officeDocument/2006/relationships/slideLayout" Target="../slideLayouts/slideLayout68.xml"/><Relationship Id="rId5" Type="http://schemas.openxmlformats.org/officeDocument/2006/relationships/slideLayout" Target="../slideLayouts/slideLayout67.xml"/><Relationship Id="rId4" Type="http://schemas.openxmlformats.org/officeDocument/2006/relationships/slideLayout" Target="../slideLayouts/slideLayout66.xml"/><Relationship Id="rId3" Type="http://schemas.openxmlformats.org/officeDocument/2006/relationships/slideLayout" Target="../slideLayouts/slideLayout65.xml"/><Relationship Id="rId25" Type="http://schemas.openxmlformats.org/officeDocument/2006/relationships/theme" Target="../theme/theme4.xml"/><Relationship Id="rId24" Type="http://schemas.openxmlformats.org/officeDocument/2006/relationships/tags" Target="../tags/tag664.xml"/><Relationship Id="rId23" Type="http://schemas.openxmlformats.org/officeDocument/2006/relationships/tags" Target="../tags/tag663.xml"/><Relationship Id="rId22" Type="http://schemas.openxmlformats.org/officeDocument/2006/relationships/tags" Target="../tags/tag662.xml"/><Relationship Id="rId21" Type="http://schemas.openxmlformats.org/officeDocument/2006/relationships/tags" Target="../tags/tag661.xml"/><Relationship Id="rId20" Type="http://schemas.openxmlformats.org/officeDocument/2006/relationships/tags" Target="../tags/tag660.xml"/><Relationship Id="rId2" Type="http://schemas.openxmlformats.org/officeDocument/2006/relationships/slideLayout" Target="../slideLayouts/slideLayout64.xml"/><Relationship Id="rId19" Type="http://schemas.openxmlformats.org/officeDocument/2006/relationships/tags" Target="../tags/tag659.xml"/><Relationship Id="rId18" Type="http://schemas.openxmlformats.org/officeDocument/2006/relationships/image" Target="../media/image2.png"/><Relationship Id="rId17" Type="http://schemas.openxmlformats.org/officeDocument/2006/relationships/tags" Target="../tags/tag658.xml"/><Relationship Id="rId16" Type="http://schemas.openxmlformats.org/officeDocument/2006/relationships/tags" Target="../tags/tag657.xml"/><Relationship Id="rId15" Type="http://schemas.openxmlformats.org/officeDocument/2006/relationships/tags" Target="../tags/tag656.xml"/><Relationship Id="rId14" Type="http://schemas.openxmlformats.org/officeDocument/2006/relationships/image" Target="../media/image1.png"/><Relationship Id="rId13" Type="http://schemas.openxmlformats.org/officeDocument/2006/relationships/tags" Target="../tags/tag655.xml"/><Relationship Id="rId12" Type="http://schemas.openxmlformats.org/officeDocument/2006/relationships/slideLayout" Target="../slideLayouts/slideLayout74.xml"/><Relationship Id="rId11" Type="http://schemas.openxmlformats.org/officeDocument/2006/relationships/slideLayout" Target="../slideLayouts/slideLayout73.xml"/><Relationship Id="rId10" Type="http://schemas.openxmlformats.org/officeDocument/2006/relationships/slideLayout" Target="../slideLayouts/slideLayout72.xml"/><Relationship Id="rId1"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168" y="523113"/>
            <a:ext cx="10515600" cy="1325563"/>
          </a:xfrm>
          <a:prstGeom prst="rect">
            <a:avLst/>
          </a:prstGeom>
        </p:spPr>
        <p:txBody>
          <a:bodyPr vert="horz" lIns="91440" tIns="45720" rIns="91440" bIns="45720" rtlCol="0" anchor="ctr">
            <a:no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168" y="1983613"/>
            <a:ext cx="10515600" cy="4351338"/>
          </a:xfrm>
          <a:prstGeom prst="rect">
            <a:avLst/>
          </a:prstGeom>
        </p:spPr>
        <p:txBody>
          <a:bodyPr vert="horz" lIns="91440" tIns="45720" rIns="91440" bIns="45720" rtlCol="0">
            <a:no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a:p>
            <a:pPr lvl="5"/>
            <a:r>
              <a:rPr lang="zh-CN" altLang="en-US" dirty="0"/>
              <a:t>第六级</a:t>
            </a:r>
            <a:endParaRPr lang="en-US" altLang="zh-CN" dirty="0"/>
          </a:p>
          <a:p>
            <a:pPr marL="2971800" marR="0" lvl="6"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第七级</a:t>
            </a:r>
            <a:endParaRPr lang="en-US" altLang="zh-CN" dirty="0"/>
          </a:p>
          <a:p>
            <a:pPr marL="3429000" marR="0" lvl="7"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第八级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第九级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lang="en-US" altLang="zh-CN" dirty="0"/>
          </a:p>
          <a:p>
            <a:pPr lvl="5"/>
            <a:endParaRPr lang="zh-CN" alt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5pPr>
      <a:lvl6pPr marL="25146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lang="zh-CN" altLang="en-US" sz="2400" kern="1200" dirty="0">
          <a:solidFill>
            <a:schemeClr val="tx1"/>
          </a:solidFill>
          <a:latin typeface="微软雅黑" panose="020B0503020204020204" charset="-122"/>
          <a:ea typeface="微软雅黑" panose="020B0503020204020204" charset="-122"/>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8pPr>
      <a:lvl9pPr marL="3657600" indent="0" algn="l" defTabSz="914400" rtl="0" eaLnBrk="1" latinLnBrk="0" hangingPunct="1">
        <a:lnSpc>
          <a:spcPct val="90000"/>
        </a:lnSpc>
        <a:spcBef>
          <a:spcPts val="500"/>
        </a:spcBef>
        <a:buFont typeface="Arial" panose="020B0604020202020204" pitchFamily="34" charset="0"/>
        <a:buNone/>
        <a:defRPr lang="en-US" altLang="zh-CN" sz="2400" kern="1200" dirty="0" smtClean="0">
          <a:solidFill>
            <a:schemeClr val="tx1"/>
          </a:solidFill>
          <a:latin typeface="微软雅黑" panose="020B0503020204020204" charset="-122"/>
          <a:ea typeface="微软雅黑" panose="020B0503020204020204" charset="-122"/>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52" name="图片 51"/>
          <p:cNvPicPr>
            <a:picLocks noChangeAspect="1"/>
          </p:cNvPicPr>
          <p:nvPr>
            <p:custDataLst>
              <p:tags r:id="rId50"/>
            </p:custDataLst>
          </p:nvPr>
        </p:nvPicPr>
        <p:blipFill>
          <a:blip r:embed="rId51"/>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56" name="图片 55"/>
          <p:cNvPicPr>
            <a:picLocks noChangeAspect="1"/>
          </p:cNvPicPr>
          <p:nvPr>
            <p:custDataLst>
              <p:tags r:id="rId52"/>
            </p:custDataLst>
          </p:nvPr>
        </p:nvPicPr>
        <p:blipFill>
          <a:blip r:embed="rId51"/>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62" name="图片 61"/>
          <p:cNvPicPr>
            <a:picLocks noChangeAspect="1"/>
          </p:cNvPicPr>
          <p:nvPr>
            <p:custDataLst>
              <p:tags r:id="rId53"/>
            </p:custDataLst>
          </p:nvPr>
        </p:nvPicPr>
        <p:blipFill>
          <a:blip r:embed="rId51">
            <a:alphaModFix amt="78000"/>
          </a:blip>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7" name="图片 4" descr="图片包含 网, 物体, 绿色, 亮&#10;&#10;描述已自动生成"/>
          <p:cNvPicPr>
            <a:picLocks noChangeAspect="1"/>
          </p:cNvPicPr>
          <p:nvPr>
            <p:custDataLst>
              <p:tags r:id="rId54"/>
            </p:custDataLst>
          </p:nvPr>
        </p:nvPicPr>
        <p:blipFill>
          <a:blip r:embed="rId55" cstate="print">
            <a:extLst>
              <a:ext uri="{28A0092B-C50C-407E-A947-70E740481C1C}">
                <a14:useLocalDpi xmlns:a14="http://schemas.microsoft.com/office/drawing/2010/main" val="0"/>
              </a:ext>
            </a:extLst>
          </a:blip>
          <a:stretch>
            <a:fillRect/>
          </a:stretch>
        </p:blipFill>
        <p:spPr>
          <a:xfrm>
            <a:off x="5706405" y="925500"/>
            <a:ext cx="6001067" cy="5716619"/>
          </a:xfrm>
          <a:prstGeom prst="rect">
            <a:avLst/>
          </a:prstGeom>
        </p:spPr>
      </p:pic>
      <p:sp>
        <p:nvSpPr>
          <p:cNvPr id="10" name="矩形 9"/>
          <p:cNvSpPr/>
          <p:nvPr userDrawn="1"/>
        </p:nvSpPr>
        <p:spPr>
          <a:xfrm>
            <a:off x="0" y="0"/>
            <a:ext cx="12192000" cy="6858000"/>
          </a:xfrm>
          <a:prstGeom prst="rect">
            <a:avLst/>
          </a:prstGeom>
          <a:solidFill>
            <a:schemeClr val="bg2">
              <a:alpha val="90000"/>
            </a:schemeClr>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灯片编号占位符 5"/>
          <p:cNvSpPr>
            <a:spLocks noGrp="1"/>
          </p:cNvSpPr>
          <p:nvPr>
            <p:ph type="sldNum" sz="quarter" idx="4"/>
            <p:custDataLst>
              <p:tags r:id="rId56"/>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5" name="页脚占位符 4"/>
          <p:cNvSpPr>
            <a:spLocks noGrp="1"/>
          </p:cNvSpPr>
          <p:nvPr>
            <p:ph type="ftr" sz="quarter" idx="3"/>
            <p:custDataLst>
              <p:tags r:id="rId5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4" name="日期占位符 3"/>
          <p:cNvSpPr>
            <a:spLocks noGrp="1"/>
          </p:cNvSpPr>
          <p:nvPr>
            <p:ph type="dt" sz="half" idx="2"/>
            <p:custDataLst>
              <p:tags r:id="rId58"/>
            </p:custDataLst>
          </p:nvPr>
        </p:nvSpPr>
        <p:spPr>
          <a:xfrm>
            <a:off x="69596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3" name="文本占位符 2"/>
          <p:cNvSpPr>
            <a:spLocks noGrp="1"/>
          </p:cNvSpPr>
          <p:nvPr>
            <p:ph type="body" idx="1"/>
            <p:custDataLst>
              <p:tags r:id="rId59"/>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标题占位符 1"/>
          <p:cNvSpPr>
            <a:spLocks noGrp="1"/>
          </p:cNvSpPr>
          <p:nvPr>
            <p:ph type="title"/>
            <p:custDataLst>
              <p:tags r:id="rId60"/>
            </p:custDataLst>
          </p:nvPr>
        </p:nvSpPr>
        <p:spPr>
          <a:xfrm>
            <a:off x="695960" y="360000"/>
            <a:ext cx="10800000" cy="720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9" name="KSO_TEMPLATE" hidden="1"/>
          <p:cNvSpPr/>
          <p:nvPr userDrawn="1">
            <p:custDataLst>
              <p:tags r:id="rId6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62"/>
    </p:custDataLst>
  </p:cSld>
  <p:clrMap bg1="dk1" tx1="lt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Lst>
  <p:txStyles>
    <p:titleStyle>
      <a:lvl1pPr algn="l" defTabSz="914400" rtl="0" eaLnBrk="1" latinLnBrk="0" hangingPunct="1">
        <a:lnSpc>
          <a:spcPct val="90000"/>
        </a:lnSpc>
        <a:spcBef>
          <a:spcPct val="0"/>
        </a:spcBef>
        <a:buNone/>
        <a:defRPr sz="3200" b="1" i="0" u="none" kern="1200" spc="0">
          <a:solidFill>
            <a:schemeClr val="tx1"/>
          </a:solidFill>
          <a:effectLst>
            <a:outerShdw>
              <a:srgbClr val="FFFFFF"/>
            </a:outerShdw>
          </a:effectLst>
          <a:uFill>
            <a:solidFill>
              <a:schemeClr val="bg1"/>
            </a:solidFill>
          </a:uFill>
          <a:latin typeface="+mj-lt"/>
          <a:ea typeface="+mj-ea"/>
          <a:cs typeface="+mj-cs"/>
        </a:defRPr>
      </a:lvl1pPr>
    </p:titleStyle>
    <p:bodyStyle>
      <a:lvl1pPr marL="228600" indent="0" algn="l" defTabSz="914400" rtl="0" eaLnBrk="1" latinLnBrk="0" hangingPunct="1">
        <a:lnSpc>
          <a:spcPct val="130000"/>
        </a:lnSpc>
        <a:spcBef>
          <a:spcPts val="1000"/>
        </a:spcBef>
        <a:buFont typeface="Arial" panose="020B0604020202020204" pitchFamily="34" charset="0"/>
        <a:buChar char="•"/>
        <a:defRPr sz="2400" kern="1200" spc="0">
          <a:solidFill>
            <a:schemeClr val="tx1">
              <a:lumMod val="50000"/>
              <a:lumOff val="50000"/>
            </a:schemeClr>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lumMod val="50000"/>
              <a:lumOff val="50000"/>
            </a:schemeClr>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lumMod val="50000"/>
              <a:lumOff val="50000"/>
            </a:schemeClr>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lumMod val="50000"/>
              <a:lumOff val="50000"/>
            </a:schemeClr>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52" name="图片 51"/>
          <p:cNvPicPr>
            <a:picLocks noChangeAspect="1"/>
          </p:cNvPicPr>
          <p:nvPr>
            <p:custDataLst>
              <p:tags r:id="rId4"/>
            </p:custDataLst>
          </p:nvPr>
        </p:nvPicPr>
        <p:blipFill>
          <a:blip r:embed="rId5"/>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56" name="图片 55"/>
          <p:cNvPicPr>
            <a:picLocks noChangeAspect="1"/>
          </p:cNvPicPr>
          <p:nvPr>
            <p:custDataLst>
              <p:tags r:id="rId6"/>
            </p:custDataLst>
          </p:nvPr>
        </p:nvPicPr>
        <p:blipFill>
          <a:blip r:embed="rId5"/>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62" name="图片 61"/>
          <p:cNvPicPr>
            <a:picLocks noChangeAspect="1"/>
          </p:cNvPicPr>
          <p:nvPr>
            <p:custDataLst>
              <p:tags r:id="rId7"/>
            </p:custDataLst>
          </p:nvPr>
        </p:nvPicPr>
        <p:blipFill>
          <a:blip r:embed="rId5">
            <a:alphaModFix amt="78000"/>
          </a:blip>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7" name="图片 4" descr="图片包含 网, 物体, 绿色, 亮&#10;&#10;描述已自动生成"/>
          <p:cNvPicPr>
            <a:picLocks noChangeAspect="1"/>
          </p:cNvPicPr>
          <p:nvPr>
            <p:custDataLst>
              <p:tags r:id="rId8"/>
            </p:custDataLst>
          </p:nvPr>
        </p:nvPicPr>
        <p:blipFill>
          <a:blip r:embed="rId9"/>
          <a:stretch>
            <a:fillRect/>
          </a:stretch>
        </p:blipFill>
        <p:spPr>
          <a:xfrm>
            <a:off x="5706405" y="925500"/>
            <a:ext cx="6001067" cy="5716619"/>
          </a:xfrm>
          <a:prstGeom prst="rect">
            <a:avLst/>
          </a:prstGeom>
        </p:spPr>
      </p:pic>
      <p:sp>
        <p:nvSpPr>
          <p:cNvPr id="10" name="矩形 9"/>
          <p:cNvSpPr/>
          <p:nvPr userDrawn="1"/>
        </p:nvSpPr>
        <p:spPr>
          <a:xfrm>
            <a:off x="0" y="0"/>
            <a:ext cx="12192000" cy="6858000"/>
          </a:xfrm>
          <a:prstGeom prst="rect">
            <a:avLst/>
          </a:prstGeom>
          <a:solidFill>
            <a:schemeClr val="bg2">
              <a:alpha val="90000"/>
            </a:schemeClr>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灯片编号占位符 5"/>
          <p:cNvSpPr>
            <a:spLocks noGrp="1"/>
          </p:cNvSpPr>
          <p:nvPr>
            <p:ph type="sldNum" sz="quarter" idx="4"/>
            <p:custDataLst>
              <p:tags r:id="rId10"/>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5" name="页脚占位符 4"/>
          <p:cNvSpPr>
            <a:spLocks noGrp="1"/>
          </p:cNvSpPr>
          <p:nvPr>
            <p:ph type="ftr" sz="quarter" idx="3"/>
            <p:custDataLst>
              <p:tags r:id="rId11"/>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4" name="日期占位符 3"/>
          <p:cNvSpPr>
            <a:spLocks noGrp="1"/>
          </p:cNvSpPr>
          <p:nvPr>
            <p:ph type="dt" sz="half" idx="2"/>
            <p:custDataLst>
              <p:tags r:id="rId12"/>
            </p:custDataLst>
          </p:nvPr>
        </p:nvSpPr>
        <p:spPr>
          <a:xfrm>
            <a:off x="69596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3" name="文本占位符 2"/>
          <p:cNvSpPr>
            <a:spLocks noGrp="1"/>
          </p:cNvSpPr>
          <p:nvPr>
            <p:ph type="body" idx="1"/>
            <p:custDataLst>
              <p:tags r:id="rId13"/>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标题占位符 1"/>
          <p:cNvSpPr>
            <a:spLocks noGrp="1"/>
          </p:cNvSpPr>
          <p:nvPr>
            <p:ph type="title"/>
            <p:custDataLst>
              <p:tags r:id="rId14"/>
            </p:custDataLst>
          </p:nvPr>
        </p:nvSpPr>
        <p:spPr>
          <a:xfrm>
            <a:off x="695960" y="360000"/>
            <a:ext cx="10800000" cy="720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9" name="KSO_TEMPLATE" hidden="1"/>
          <p:cNvSpPr/>
          <p:nvPr userDrawn="1">
            <p:custDataLst>
              <p:tags r:id="rId1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16"/>
    </p:custDataLst>
  </p:cSld>
  <p:clrMap bg1="dk1" tx1="lt1" bg2="dk2" tx2="lt2" accent1="accent1" accent2="accent2" accent3="accent3" accent4="accent4" accent5="accent5" accent6="accent6" hlink="hlink" folHlink="folHlink"/>
  <p:sldLayoutIdLst>
    <p:sldLayoutId id="2147483710" r:id="rId1"/>
    <p:sldLayoutId id="2147483711" r:id="rId2"/>
    <p:sldLayoutId id="2147483712" r:id="rId3"/>
  </p:sldLayoutIdLst>
  <p:txStyles>
    <p:titleStyle>
      <a:lvl1pPr algn="l" defTabSz="914400" rtl="0" eaLnBrk="1" latinLnBrk="0" hangingPunct="1">
        <a:lnSpc>
          <a:spcPct val="90000"/>
        </a:lnSpc>
        <a:spcBef>
          <a:spcPct val="0"/>
        </a:spcBef>
        <a:buNone/>
        <a:defRPr sz="3200" b="1" i="0" u="none" kern="1200" spc="0">
          <a:solidFill>
            <a:schemeClr val="tx1"/>
          </a:solidFill>
          <a:effectLst>
            <a:outerShdw>
              <a:srgbClr val="FFFFFF"/>
            </a:outerShdw>
          </a:effectLst>
          <a:uFill>
            <a:solidFill>
              <a:schemeClr val="bg1"/>
            </a:solidFill>
          </a:uFill>
          <a:latin typeface="+mj-lt"/>
          <a:ea typeface="+mj-ea"/>
          <a:cs typeface="+mj-cs"/>
        </a:defRPr>
      </a:lvl1pPr>
    </p:titleStyle>
    <p:bodyStyle>
      <a:lvl1pPr marL="228600" indent="0" algn="l" defTabSz="914400" rtl="0" eaLnBrk="1" latinLnBrk="0" hangingPunct="1">
        <a:lnSpc>
          <a:spcPct val="130000"/>
        </a:lnSpc>
        <a:spcBef>
          <a:spcPts val="1000"/>
        </a:spcBef>
        <a:buFont typeface="Arial" panose="020B0604020202020204" pitchFamily="34" charset="0"/>
        <a:buChar char="•"/>
        <a:defRPr sz="2400" kern="1200" spc="0">
          <a:solidFill>
            <a:schemeClr val="tx1">
              <a:lumMod val="50000"/>
              <a:lumOff val="50000"/>
            </a:schemeClr>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lumMod val="50000"/>
              <a:lumOff val="50000"/>
            </a:schemeClr>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lumMod val="50000"/>
              <a:lumOff val="50000"/>
            </a:schemeClr>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lumMod val="50000"/>
              <a:lumOff val="50000"/>
            </a:schemeClr>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52" name="图片 51"/>
          <p:cNvPicPr>
            <a:picLocks noChangeAspect="1"/>
          </p:cNvPicPr>
          <p:nvPr>
            <p:custDataLst>
              <p:tags r:id="rId13"/>
            </p:custDataLst>
          </p:nvPr>
        </p:nvPicPr>
        <p:blipFill>
          <a:blip r:embed="rId14"/>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56" name="图片 55"/>
          <p:cNvPicPr>
            <a:picLocks noChangeAspect="1"/>
          </p:cNvPicPr>
          <p:nvPr>
            <p:custDataLst>
              <p:tags r:id="rId15"/>
            </p:custDataLst>
          </p:nvPr>
        </p:nvPicPr>
        <p:blipFill>
          <a:blip r:embed="rId14"/>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62" name="图片 61"/>
          <p:cNvPicPr>
            <a:picLocks noChangeAspect="1"/>
          </p:cNvPicPr>
          <p:nvPr>
            <p:custDataLst>
              <p:tags r:id="rId16"/>
            </p:custDataLst>
          </p:nvPr>
        </p:nvPicPr>
        <p:blipFill>
          <a:blip r:embed="rId14">
            <a:alphaModFix amt="78000"/>
          </a:blip>
          <a:srcRect l="11290" r="2547" b="278"/>
          <a:stretch>
            <a:fillRect/>
          </a:stretch>
        </p:blipFill>
        <p:spPr>
          <a:xfrm>
            <a:off x="0" y="4961165"/>
            <a:ext cx="12192000" cy="1896835"/>
          </a:xfrm>
          <a:custGeom>
            <a:avLst/>
            <a:gdLst>
              <a:gd name="connsiteX0" fmla="*/ 0 w 12192000"/>
              <a:gd name="connsiteY0" fmla="*/ 0 h 1896835"/>
              <a:gd name="connsiteX1" fmla="*/ 12192000 w 12192000"/>
              <a:gd name="connsiteY1" fmla="*/ 0 h 1896835"/>
              <a:gd name="connsiteX2" fmla="*/ 12192000 w 12192000"/>
              <a:gd name="connsiteY2" fmla="*/ 1896835 h 1896835"/>
              <a:gd name="connsiteX3" fmla="*/ 0 w 12192000"/>
              <a:gd name="connsiteY3" fmla="*/ 1896835 h 1896835"/>
            </a:gdLst>
            <a:ahLst/>
            <a:cxnLst>
              <a:cxn ang="0">
                <a:pos x="connsiteX0" y="connsiteY0"/>
              </a:cxn>
              <a:cxn ang="0">
                <a:pos x="connsiteX1" y="connsiteY1"/>
              </a:cxn>
              <a:cxn ang="0">
                <a:pos x="connsiteX2" y="connsiteY2"/>
              </a:cxn>
              <a:cxn ang="0">
                <a:pos x="connsiteX3" y="connsiteY3"/>
              </a:cxn>
            </a:cxnLst>
            <a:rect l="l" t="t" r="r" b="b"/>
            <a:pathLst>
              <a:path w="12192000" h="1896835">
                <a:moveTo>
                  <a:pt x="0" y="0"/>
                </a:moveTo>
                <a:lnTo>
                  <a:pt x="12192000" y="0"/>
                </a:lnTo>
                <a:lnTo>
                  <a:pt x="12192000" y="1896835"/>
                </a:lnTo>
                <a:lnTo>
                  <a:pt x="0" y="1896835"/>
                </a:lnTo>
                <a:close/>
              </a:path>
            </a:pathLst>
          </a:custGeom>
        </p:spPr>
      </p:pic>
      <p:pic>
        <p:nvPicPr>
          <p:cNvPr id="7" name="图片 4" descr="图片包含 网, 物体, 绿色, 亮&#10;&#10;描述已自动生成"/>
          <p:cNvPicPr>
            <a:picLocks noChangeAspect="1"/>
          </p:cNvPicPr>
          <p:nvPr>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5706405" y="925500"/>
            <a:ext cx="6001067" cy="5716619"/>
          </a:xfrm>
          <a:prstGeom prst="rect">
            <a:avLst/>
          </a:prstGeom>
        </p:spPr>
      </p:pic>
      <p:sp>
        <p:nvSpPr>
          <p:cNvPr id="10" name="矩形 9"/>
          <p:cNvSpPr/>
          <p:nvPr userDrawn="1"/>
        </p:nvSpPr>
        <p:spPr>
          <a:xfrm>
            <a:off x="0" y="0"/>
            <a:ext cx="12192000" cy="6858000"/>
          </a:xfrm>
          <a:prstGeom prst="rect">
            <a:avLst/>
          </a:prstGeom>
          <a:solidFill>
            <a:schemeClr val="bg2">
              <a:alpha val="90000"/>
            </a:schemeClr>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灯片编号占位符 5"/>
          <p:cNvSpPr>
            <a:spLocks noGrp="1"/>
          </p:cNvSpPr>
          <p:nvPr>
            <p:ph type="sldNum" sz="quarter" idx="4"/>
            <p:custDataLst>
              <p:tags r:id="rId19"/>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5" name="页脚占位符 4"/>
          <p:cNvSpPr>
            <a:spLocks noGrp="1"/>
          </p:cNvSpPr>
          <p:nvPr>
            <p:ph type="ftr" sz="quarter" idx="3"/>
            <p:custDataLst>
              <p:tags r:id="rId20"/>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4" name="日期占位符 3"/>
          <p:cNvSpPr>
            <a:spLocks noGrp="1"/>
          </p:cNvSpPr>
          <p:nvPr>
            <p:ph type="dt" sz="half" idx="2"/>
            <p:custDataLst>
              <p:tags r:id="rId21"/>
            </p:custDataLst>
          </p:nvPr>
        </p:nvSpPr>
        <p:spPr>
          <a:xfrm>
            <a:off x="69596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3" name="文本占位符 2"/>
          <p:cNvSpPr>
            <a:spLocks noGrp="1"/>
          </p:cNvSpPr>
          <p:nvPr>
            <p:ph type="body" idx="1"/>
            <p:custDataLst>
              <p:tags r:id="rId22"/>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标题占位符 1"/>
          <p:cNvSpPr>
            <a:spLocks noGrp="1"/>
          </p:cNvSpPr>
          <p:nvPr>
            <p:ph type="title"/>
            <p:custDataLst>
              <p:tags r:id="rId23"/>
            </p:custDataLst>
          </p:nvPr>
        </p:nvSpPr>
        <p:spPr>
          <a:xfrm>
            <a:off x="695960" y="360000"/>
            <a:ext cx="10800000" cy="720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9"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dk1" tx1="lt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rtl="0" eaLnBrk="1" latinLnBrk="0" hangingPunct="1">
        <a:lnSpc>
          <a:spcPct val="90000"/>
        </a:lnSpc>
        <a:spcBef>
          <a:spcPct val="0"/>
        </a:spcBef>
        <a:buNone/>
        <a:defRPr sz="3200" b="1" i="0" u="none" kern="1200" spc="0">
          <a:solidFill>
            <a:schemeClr val="tx1"/>
          </a:solidFill>
          <a:effectLst>
            <a:outerShdw>
              <a:srgbClr val="FFFFFF"/>
            </a:outerShdw>
          </a:effectLst>
          <a:uFill>
            <a:solidFill>
              <a:schemeClr val="bg1"/>
            </a:solidFill>
          </a:uFill>
          <a:latin typeface="+mj-lt"/>
          <a:ea typeface="+mj-ea"/>
          <a:cs typeface="+mj-cs"/>
        </a:defRPr>
      </a:lvl1pPr>
    </p:titleStyle>
    <p:bodyStyle>
      <a:lvl1pPr marL="228600" indent="0" algn="l" defTabSz="914400" rtl="0" eaLnBrk="1" latinLnBrk="0" hangingPunct="1">
        <a:lnSpc>
          <a:spcPct val="130000"/>
        </a:lnSpc>
        <a:spcBef>
          <a:spcPts val="1000"/>
        </a:spcBef>
        <a:buFont typeface="Arial" panose="020B0604020202020204" pitchFamily="34" charset="0"/>
        <a:buChar char="•"/>
        <a:defRPr sz="2400" kern="1200" spc="0">
          <a:solidFill>
            <a:schemeClr val="tx1">
              <a:lumMod val="50000"/>
              <a:lumOff val="50000"/>
            </a:schemeClr>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lumMod val="50000"/>
              <a:lumOff val="50000"/>
            </a:schemeClr>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lumMod val="50000"/>
              <a:lumOff val="50000"/>
            </a:schemeClr>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lumMod val="50000"/>
              <a:lumOff val="50000"/>
            </a:schemeClr>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44.xml"/><Relationship Id="rId4" Type="http://schemas.openxmlformats.org/officeDocument/2006/relationships/tags" Target="../tags/tag668.xml"/><Relationship Id="rId3" Type="http://schemas.openxmlformats.org/officeDocument/2006/relationships/tags" Target="../tags/tag667.xml"/><Relationship Id="rId2" Type="http://schemas.openxmlformats.org/officeDocument/2006/relationships/tags" Target="../tags/tag666.xml"/><Relationship Id="rId1" Type="http://schemas.openxmlformats.org/officeDocument/2006/relationships/tags" Target="../tags/tag665.xml"/></Relationships>
</file>

<file path=ppt/slides/_rels/slide2.xml.rels><?xml version="1.0" encoding="UTF-8" standalone="yes"?>
<Relationships xmlns="http://schemas.openxmlformats.org/package/2006/relationships"><Relationship Id="rId9" Type="http://schemas.openxmlformats.org/officeDocument/2006/relationships/tags" Target="../tags/tag677.xml"/><Relationship Id="rId8" Type="http://schemas.openxmlformats.org/officeDocument/2006/relationships/tags" Target="../tags/tag676.xml"/><Relationship Id="rId7" Type="http://schemas.openxmlformats.org/officeDocument/2006/relationships/tags" Target="../tags/tag675.xml"/><Relationship Id="rId6" Type="http://schemas.openxmlformats.org/officeDocument/2006/relationships/tags" Target="../tags/tag674.xml"/><Relationship Id="rId5" Type="http://schemas.openxmlformats.org/officeDocument/2006/relationships/tags" Target="../tags/tag673.xml"/><Relationship Id="rId4" Type="http://schemas.openxmlformats.org/officeDocument/2006/relationships/tags" Target="../tags/tag672.xml"/><Relationship Id="rId3" Type="http://schemas.openxmlformats.org/officeDocument/2006/relationships/tags" Target="../tags/tag671.xml"/><Relationship Id="rId2" Type="http://schemas.openxmlformats.org/officeDocument/2006/relationships/tags" Target="../tags/tag670.xml"/><Relationship Id="rId16" Type="http://schemas.openxmlformats.org/officeDocument/2006/relationships/slideLayout" Target="../slideLayouts/slideLayout74.xml"/><Relationship Id="rId15" Type="http://schemas.openxmlformats.org/officeDocument/2006/relationships/tags" Target="../tags/tag683.xml"/><Relationship Id="rId14" Type="http://schemas.openxmlformats.org/officeDocument/2006/relationships/tags" Target="../tags/tag682.xml"/><Relationship Id="rId13" Type="http://schemas.openxmlformats.org/officeDocument/2006/relationships/tags" Target="../tags/tag681.xml"/><Relationship Id="rId12" Type="http://schemas.openxmlformats.org/officeDocument/2006/relationships/tags" Target="../tags/tag680.xml"/><Relationship Id="rId11" Type="http://schemas.openxmlformats.org/officeDocument/2006/relationships/tags" Target="../tags/tag679.xml"/><Relationship Id="rId10" Type="http://schemas.openxmlformats.org/officeDocument/2006/relationships/tags" Target="../tags/tag678.xml"/><Relationship Id="rId1" Type="http://schemas.openxmlformats.org/officeDocument/2006/relationships/tags" Target="../tags/tag669.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45.xml"/><Relationship Id="rId4" Type="http://schemas.openxmlformats.org/officeDocument/2006/relationships/tags" Target="../tags/tag687.xml"/><Relationship Id="rId3" Type="http://schemas.openxmlformats.org/officeDocument/2006/relationships/tags" Target="../tags/tag686.xml"/><Relationship Id="rId2" Type="http://schemas.openxmlformats.org/officeDocument/2006/relationships/tags" Target="../tags/tag685.xml"/><Relationship Id="rId1" Type="http://schemas.openxmlformats.org/officeDocument/2006/relationships/tags" Target="../tags/tag684.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61.xml"/><Relationship Id="rId8" Type="http://schemas.openxmlformats.org/officeDocument/2006/relationships/tags" Target="../tags/tag694.xml"/><Relationship Id="rId7" Type="http://schemas.openxmlformats.org/officeDocument/2006/relationships/tags" Target="../tags/tag693.xml"/><Relationship Id="rId6" Type="http://schemas.openxmlformats.org/officeDocument/2006/relationships/tags" Target="../tags/tag692.xml"/><Relationship Id="rId5" Type="http://schemas.openxmlformats.org/officeDocument/2006/relationships/tags" Target="../tags/tag691.xml"/><Relationship Id="rId4" Type="http://schemas.openxmlformats.org/officeDocument/2006/relationships/tags" Target="../tags/tag690.xml"/><Relationship Id="rId3" Type="http://schemas.openxmlformats.org/officeDocument/2006/relationships/image" Target="../media/image3.jpeg"/><Relationship Id="rId2" Type="http://schemas.openxmlformats.org/officeDocument/2006/relationships/tags" Target="../tags/tag689.xml"/><Relationship Id="rId1" Type="http://schemas.openxmlformats.org/officeDocument/2006/relationships/tags" Target="../tags/tag688.xml"/></Relationships>
</file>

<file path=ppt/slides/_rels/slide5.xml.rels><?xml version="1.0" encoding="UTF-8" standalone="yes"?>
<Relationships xmlns="http://schemas.openxmlformats.org/package/2006/relationships"><Relationship Id="rId9" Type="http://schemas.openxmlformats.org/officeDocument/2006/relationships/tags" Target="../tags/tag703.xml"/><Relationship Id="rId8" Type="http://schemas.openxmlformats.org/officeDocument/2006/relationships/tags" Target="../tags/tag702.xml"/><Relationship Id="rId7" Type="http://schemas.openxmlformats.org/officeDocument/2006/relationships/tags" Target="../tags/tag701.xml"/><Relationship Id="rId6" Type="http://schemas.openxmlformats.org/officeDocument/2006/relationships/tags" Target="../tags/tag700.xml"/><Relationship Id="rId5" Type="http://schemas.openxmlformats.org/officeDocument/2006/relationships/tags" Target="../tags/tag699.xml"/><Relationship Id="rId4" Type="http://schemas.openxmlformats.org/officeDocument/2006/relationships/tags" Target="../tags/tag698.xml"/><Relationship Id="rId3" Type="http://schemas.openxmlformats.org/officeDocument/2006/relationships/tags" Target="../tags/tag697.xml"/><Relationship Id="rId2" Type="http://schemas.openxmlformats.org/officeDocument/2006/relationships/tags" Target="../tags/tag696.xml"/><Relationship Id="rId12" Type="http://schemas.openxmlformats.org/officeDocument/2006/relationships/slideLayout" Target="../slideLayouts/slideLayout61.xml"/><Relationship Id="rId11" Type="http://schemas.openxmlformats.org/officeDocument/2006/relationships/tags" Target="../tags/tag704.xml"/><Relationship Id="rId10" Type="http://schemas.openxmlformats.org/officeDocument/2006/relationships/image" Target="../media/image4.png"/><Relationship Id="rId1" Type="http://schemas.openxmlformats.org/officeDocument/2006/relationships/tags" Target="../tags/tag695.xml"/></Relationships>
</file>

<file path=ppt/slides/_rels/slide6.xml.rels><?xml version="1.0" encoding="UTF-8" standalone="yes"?>
<Relationships xmlns="http://schemas.openxmlformats.org/package/2006/relationships"><Relationship Id="rId9" Type="http://schemas.openxmlformats.org/officeDocument/2006/relationships/image" Target="../media/image6.svg"/><Relationship Id="rId8" Type="http://schemas.openxmlformats.org/officeDocument/2006/relationships/image" Target="../media/image5.png"/><Relationship Id="rId7" Type="http://schemas.openxmlformats.org/officeDocument/2006/relationships/tags" Target="../tags/tag711.xml"/><Relationship Id="rId6" Type="http://schemas.openxmlformats.org/officeDocument/2006/relationships/tags" Target="../tags/tag710.xml"/><Relationship Id="rId5" Type="http://schemas.openxmlformats.org/officeDocument/2006/relationships/tags" Target="../tags/tag709.xml"/><Relationship Id="rId4" Type="http://schemas.openxmlformats.org/officeDocument/2006/relationships/tags" Target="../tags/tag708.xml"/><Relationship Id="rId3" Type="http://schemas.openxmlformats.org/officeDocument/2006/relationships/tags" Target="../tags/tag707.xml"/><Relationship Id="rId2" Type="http://schemas.openxmlformats.org/officeDocument/2006/relationships/tags" Target="../tags/tag706.xml"/><Relationship Id="rId14" Type="http://schemas.openxmlformats.org/officeDocument/2006/relationships/slideLayout" Target="../slideLayouts/slideLayout31.xml"/><Relationship Id="rId13" Type="http://schemas.openxmlformats.org/officeDocument/2006/relationships/image" Target="../media/image8.svg"/><Relationship Id="rId12" Type="http://schemas.openxmlformats.org/officeDocument/2006/relationships/image" Target="../media/image7.png"/><Relationship Id="rId11" Type="http://schemas.openxmlformats.org/officeDocument/2006/relationships/tags" Target="../tags/tag713.xml"/><Relationship Id="rId10" Type="http://schemas.openxmlformats.org/officeDocument/2006/relationships/tags" Target="../tags/tag712.xml"/><Relationship Id="rId1" Type="http://schemas.openxmlformats.org/officeDocument/2006/relationships/tags" Target="../tags/tag705.xml"/></Relationships>
</file>

<file path=ppt/slides/_rels/slide7.xml.rels><?xml version="1.0" encoding="UTF-8" standalone="yes"?>
<Relationships xmlns="http://schemas.openxmlformats.org/package/2006/relationships"><Relationship Id="rId9" Type="http://schemas.openxmlformats.org/officeDocument/2006/relationships/tags" Target="../tags/tag721.xml"/><Relationship Id="rId8" Type="http://schemas.openxmlformats.org/officeDocument/2006/relationships/tags" Target="../tags/tag720.xml"/><Relationship Id="rId7" Type="http://schemas.openxmlformats.org/officeDocument/2006/relationships/tags" Target="../tags/tag719.xml"/><Relationship Id="rId6" Type="http://schemas.openxmlformats.org/officeDocument/2006/relationships/tags" Target="../tags/tag718.xml"/><Relationship Id="rId5" Type="http://schemas.openxmlformats.org/officeDocument/2006/relationships/tags" Target="../tags/tag717.xml"/><Relationship Id="rId4" Type="http://schemas.openxmlformats.org/officeDocument/2006/relationships/image" Target="../media/image9.png"/><Relationship Id="rId3" Type="http://schemas.openxmlformats.org/officeDocument/2006/relationships/tags" Target="../tags/tag716.xml"/><Relationship Id="rId23" Type="http://schemas.openxmlformats.org/officeDocument/2006/relationships/slideLayout" Target="../slideLayouts/slideLayout40.xml"/><Relationship Id="rId22" Type="http://schemas.openxmlformats.org/officeDocument/2006/relationships/tags" Target="../tags/tag733.xml"/><Relationship Id="rId21" Type="http://schemas.openxmlformats.org/officeDocument/2006/relationships/tags" Target="../tags/tag732.xml"/><Relationship Id="rId20" Type="http://schemas.openxmlformats.org/officeDocument/2006/relationships/tags" Target="../tags/tag731.xml"/><Relationship Id="rId2" Type="http://schemas.openxmlformats.org/officeDocument/2006/relationships/tags" Target="../tags/tag715.xml"/><Relationship Id="rId19" Type="http://schemas.openxmlformats.org/officeDocument/2006/relationships/tags" Target="../tags/tag730.xml"/><Relationship Id="rId18" Type="http://schemas.openxmlformats.org/officeDocument/2006/relationships/image" Target="../media/image10.png"/><Relationship Id="rId17" Type="http://schemas.openxmlformats.org/officeDocument/2006/relationships/tags" Target="../tags/tag729.xml"/><Relationship Id="rId16" Type="http://schemas.openxmlformats.org/officeDocument/2006/relationships/tags" Target="../tags/tag728.xml"/><Relationship Id="rId15" Type="http://schemas.openxmlformats.org/officeDocument/2006/relationships/tags" Target="../tags/tag727.xml"/><Relationship Id="rId14" Type="http://schemas.openxmlformats.org/officeDocument/2006/relationships/tags" Target="../tags/tag726.xml"/><Relationship Id="rId13" Type="http://schemas.openxmlformats.org/officeDocument/2006/relationships/tags" Target="../tags/tag725.xml"/><Relationship Id="rId12" Type="http://schemas.openxmlformats.org/officeDocument/2006/relationships/tags" Target="../tags/tag724.xml"/><Relationship Id="rId11" Type="http://schemas.openxmlformats.org/officeDocument/2006/relationships/tags" Target="../tags/tag723.xml"/><Relationship Id="rId10" Type="http://schemas.openxmlformats.org/officeDocument/2006/relationships/tags" Target="../tags/tag722.xml"/><Relationship Id="rId1" Type="http://schemas.openxmlformats.org/officeDocument/2006/relationships/tags" Target="../tags/tag714.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45.xml"/><Relationship Id="rId4" Type="http://schemas.openxmlformats.org/officeDocument/2006/relationships/tags" Target="../tags/tag737.xml"/><Relationship Id="rId3" Type="http://schemas.openxmlformats.org/officeDocument/2006/relationships/tags" Target="../tags/tag736.xml"/><Relationship Id="rId2" Type="http://schemas.openxmlformats.org/officeDocument/2006/relationships/tags" Target="../tags/tag735.xml"/><Relationship Id="rId1" Type="http://schemas.openxmlformats.org/officeDocument/2006/relationships/tags" Target="../tags/tag734.xml"/></Relationships>
</file>

<file path=ppt/slides/_rels/slide9.xml.rels><?xml version="1.0" encoding="UTF-8" standalone="yes"?>
<Relationships xmlns="http://schemas.openxmlformats.org/package/2006/relationships"><Relationship Id="rId9" Type="http://schemas.openxmlformats.org/officeDocument/2006/relationships/image" Target="../media/image12.svg"/><Relationship Id="rId8" Type="http://schemas.openxmlformats.org/officeDocument/2006/relationships/image" Target="../media/image11.png"/><Relationship Id="rId7" Type="http://schemas.openxmlformats.org/officeDocument/2006/relationships/tags" Target="../tags/tag744.xml"/><Relationship Id="rId6" Type="http://schemas.openxmlformats.org/officeDocument/2006/relationships/tags" Target="../tags/tag743.xml"/><Relationship Id="rId5" Type="http://schemas.openxmlformats.org/officeDocument/2006/relationships/tags" Target="../tags/tag742.xml"/><Relationship Id="rId4" Type="http://schemas.openxmlformats.org/officeDocument/2006/relationships/tags" Target="../tags/tag741.xml"/><Relationship Id="rId3" Type="http://schemas.openxmlformats.org/officeDocument/2006/relationships/tags" Target="../tags/tag740.xml"/><Relationship Id="rId2" Type="http://schemas.openxmlformats.org/officeDocument/2006/relationships/tags" Target="../tags/tag739.xml"/><Relationship Id="rId14" Type="http://schemas.openxmlformats.org/officeDocument/2006/relationships/slideLayout" Target="../slideLayouts/slideLayout30.xml"/><Relationship Id="rId13" Type="http://schemas.openxmlformats.org/officeDocument/2006/relationships/tags" Target="../tags/tag746.xml"/><Relationship Id="rId12" Type="http://schemas.openxmlformats.org/officeDocument/2006/relationships/image" Target="../media/image14.svg"/><Relationship Id="rId11" Type="http://schemas.openxmlformats.org/officeDocument/2006/relationships/image" Target="../media/image13.png"/><Relationship Id="rId10" Type="http://schemas.openxmlformats.org/officeDocument/2006/relationships/tags" Target="../tags/tag745.xml"/><Relationship Id="rId1" Type="http://schemas.openxmlformats.org/officeDocument/2006/relationships/tags" Target="../tags/tag738.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41.xml"/><Relationship Id="rId4" Type="http://schemas.openxmlformats.org/officeDocument/2006/relationships/tags" Target="../tags/tag749.xml"/><Relationship Id="rId3" Type="http://schemas.openxmlformats.org/officeDocument/2006/relationships/image" Target="../media/image15.png"/><Relationship Id="rId2" Type="http://schemas.openxmlformats.org/officeDocument/2006/relationships/tags" Target="../tags/tag748.xml"/><Relationship Id="rId1" Type="http://schemas.openxmlformats.org/officeDocument/2006/relationships/tags" Target="../tags/tag747.xml"/></Relationships>
</file>

<file path=ppt/slides/_rels/slide11.xml.rels><?xml version="1.0" encoding="UTF-8" standalone="yes"?>
<Relationships xmlns="http://schemas.openxmlformats.org/package/2006/relationships"><Relationship Id="rId9" Type="http://schemas.openxmlformats.org/officeDocument/2006/relationships/tags" Target="../tags/tag758.xml"/><Relationship Id="rId8" Type="http://schemas.openxmlformats.org/officeDocument/2006/relationships/tags" Target="../tags/tag757.xml"/><Relationship Id="rId7" Type="http://schemas.openxmlformats.org/officeDocument/2006/relationships/tags" Target="../tags/tag756.xml"/><Relationship Id="rId6" Type="http://schemas.openxmlformats.org/officeDocument/2006/relationships/tags" Target="../tags/tag755.xml"/><Relationship Id="rId5" Type="http://schemas.openxmlformats.org/officeDocument/2006/relationships/tags" Target="../tags/tag754.xml"/><Relationship Id="rId4" Type="http://schemas.openxmlformats.org/officeDocument/2006/relationships/tags" Target="../tags/tag753.xml"/><Relationship Id="rId3" Type="http://schemas.openxmlformats.org/officeDocument/2006/relationships/tags" Target="../tags/tag752.xml"/><Relationship Id="rId28" Type="http://schemas.openxmlformats.org/officeDocument/2006/relationships/slideLayout" Target="../slideLayouts/slideLayout29.xml"/><Relationship Id="rId27" Type="http://schemas.openxmlformats.org/officeDocument/2006/relationships/image" Target="../media/image21.svg"/><Relationship Id="rId26" Type="http://schemas.openxmlformats.org/officeDocument/2006/relationships/image" Target="../media/image20.png"/><Relationship Id="rId25" Type="http://schemas.openxmlformats.org/officeDocument/2006/relationships/tags" Target="../tags/tag770.xml"/><Relationship Id="rId24" Type="http://schemas.openxmlformats.org/officeDocument/2006/relationships/image" Target="../media/image19.svg"/><Relationship Id="rId23" Type="http://schemas.openxmlformats.org/officeDocument/2006/relationships/image" Target="../media/image18.png"/><Relationship Id="rId22" Type="http://schemas.openxmlformats.org/officeDocument/2006/relationships/tags" Target="../tags/tag769.xml"/><Relationship Id="rId21" Type="http://schemas.openxmlformats.org/officeDocument/2006/relationships/image" Target="../media/image17.svg"/><Relationship Id="rId20" Type="http://schemas.openxmlformats.org/officeDocument/2006/relationships/image" Target="../media/image16.png"/><Relationship Id="rId2" Type="http://schemas.openxmlformats.org/officeDocument/2006/relationships/tags" Target="../tags/tag751.xml"/><Relationship Id="rId19" Type="http://schemas.openxmlformats.org/officeDocument/2006/relationships/tags" Target="../tags/tag768.xml"/><Relationship Id="rId18" Type="http://schemas.openxmlformats.org/officeDocument/2006/relationships/tags" Target="../tags/tag767.xml"/><Relationship Id="rId17" Type="http://schemas.openxmlformats.org/officeDocument/2006/relationships/tags" Target="../tags/tag766.xml"/><Relationship Id="rId16" Type="http://schemas.openxmlformats.org/officeDocument/2006/relationships/tags" Target="../tags/tag765.xml"/><Relationship Id="rId15" Type="http://schemas.openxmlformats.org/officeDocument/2006/relationships/tags" Target="../tags/tag764.xml"/><Relationship Id="rId14" Type="http://schemas.openxmlformats.org/officeDocument/2006/relationships/tags" Target="../tags/tag763.xml"/><Relationship Id="rId13" Type="http://schemas.openxmlformats.org/officeDocument/2006/relationships/tags" Target="../tags/tag762.xml"/><Relationship Id="rId12" Type="http://schemas.openxmlformats.org/officeDocument/2006/relationships/tags" Target="../tags/tag761.xml"/><Relationship Id="rId11" Type="http://schemas.openxmlformats.org/officeDocument/2006/relationships/tags" Target="../tags/tag760.xml"/><Relationship Id="rId10" Type="http://schemas.openxmlformats.org/officeDocument/2006/relationships/tags" Target="../tags/tag759.xml"/><Relationship Id="rId1" Type="http://schemas.openxmlformats.org/officeDocument/2006/relationships/tags" Target="../tags/tag750.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45.xml"/><Relationship Id="rId4" Type="http://schemas.openxmlformats.org/officeDocument/2006/relationships/tags" Target="../tags/tag774.xml"/><Relationship Id="rId3" Type="http://schemas.openxmlformats.org/officeDocument/2006/relationships/tags" Target="../tags/tag773.xml"/><Relationship Id="rId2" Type="http://schemas.openxmlformats.org/officeDocument/2006/relationships/tags" Target="../tags/tag772.xml"/><Relationship Id="rId1" Type="http://schemas.openxmlformats.org/officeDocument/2006/relationships/tags" Target="../tags/tag771.xml"/></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28.xml"/><Relationship Id="rId8" Type="http://schemas.openxmlformats.org/officeDocument/2006/relationships/tags" Target="../tags/tag781.xml"/><Relationship Id="rId7" Type="http://schemas.openxmlformats.org/officeDocument/2006/relationships/tags" Target="../tags/tag780.xml"/><Relationship Id="rId6" Type="http://schemas.openxmlformats.org/officeDocument/2006/relationships/tags" Target="../tags/tag779.xml"/><Relationship Id="rId5" Type="http://schemas.openxmlformats.org/officeDocument/2006/relationships/tags" Target="../tags/tag778.xml"/><Relationship Id="rId4" Type="http://schemas.openxmlformats.org/officeDocument/2006/relationships/tags" Target="../tags/tag777.xml"/><Relationship Id="rId3" Type="http://schemas.openxmlformats.org/officeDocument/2006/relationships/image" Target="../media/image22.png"/><Relationship Id="rId2" Type="http://schemas.openxmlformats.org/officeDocument/2006/relationships/tags" Target="../tags/tag776.xml"/><Relationship Id="rId1" Type="http://schemas.openxmlformats.org/officeDocument/2006/relationships/tags" Target="../tags/tag775.xml"/></Relationships>
</file>

<file path=ppt/slides/_rels/slide14.xml.rels><?xml version="1.0" encoding="UTF-8" standalone="yes"?>
<Relationships xmlns="http://schemas.openxmlformats.org/package/2006/relationships"><Relationship Id="rId9" Type="http://schemas.openxmlformats.org/officeDocument/2006/relationships/tags" Target="../tags/tag790.xml"/><Relationship Id="rId8" Type="http://schemas.openxmlformats.org/officeDocument/2006/relationships/tags" Target="../tags/tag789.xml"/><Relationship Id="rId7" Type="http://schemas.openxmlformats.org/officeDocument/2006/relationships/tags" Target="../tags/tag788.xml"/><Relationship Id="rId6" Type="http://schemas.openxmlformats.org/officeDocument/2006/relationships/tags" Target="../tags/tag787.xml"/><Relationship Id="rId5" Type="http://schemas.openxmlformats.org/officeDocument/2006/relationships/tags" Target="../tags/tag786.xml"/><Relationship Id="rId4" Type="http://schemas.openxmlformats.org/officeDocument/2006/relationships/tags" Target="../tags/tag785.xml"/><Relationship Id="rId3" Type="http://schemas.openxmlformats.org/officeDocument/2006/relationships/tags" Target="../tags/tag784.xml"/><Relationship Id="rId2" Type="http://schemas.openxmlformats.org/officeDocument/2006/relationships/tags" Target="../tags/tag783.xml"/><Relationship Id="rId16" Type="http://schemas.openxmlformats.org/officeDocument/2006/relationships/notesSlide" Target="../notesSlides/notesSlide1.xml"/><Relationship Id="rId15" Type="http://schemas.openxmlformats.org/officeDocument/2006/relationships/slideLayout" Target="../slideLayouts/slideLayout40.xml"/><Relationship Id="rId14" Type="http://schemas.openxmlformats.org/officeDocument/2006/relationships/tags" Target="../tags/tag795.xml"/><Relationship Id="rId13" Type="http://schemas.openxmlformats.org/officeDocument/2006/relationships/tags" Target="../tags/tag794.xml"/><Relationship Id="rId12" Type="http://schemas.openxmlformats.org/officeDocument/2006/relationships/tags" Target="../tags/tag793.xml"/><Relationship Id="rId11" Type="http://schemas.openxmlformats.org/officeDocument/2006/relationships/tags" Target="../tags/tag792.xml"/><Relationship Id="rId10" Type="http://schemas.openxmlformats.org/officeDocument/2006/relationships/tags" Target="../tags/tag791.xml"/><Relationship Id="rId1" Type="http://schemas.openxmlformats.org/officeDocument/2006/relationships/tags" Target="../tags/tag782.xml"/></Relationships>
</file>

<file path=ppt/slides/_rels/slide15.xml.rels><?xml version="1.0" encoding="UTF-8" standalone="yes"?>
<Relationships xmlns="http://schemas.openxmlformats.org/package/2006/relationships"><Relationship Id="rId9" Type="http://schemas.openxmlformats.org/officeDocument/2006/relationships/tags" Target="../tags/tag804.xml"/><Relationship Id="rId8" Type="http://schemas.openxmlformats.org/officeDocument/2006/relationships/tags" Target="../tags/tag803.xml"/><Relationship Id="rId7" Type="http://schemas.openxmlformats.org/officeDocument/2006/relationships/tags" Target="../tags/tag802.xml"/><Relationship Id="rId6" Type="http://schemas.openxmlformats.org/officeDocument/2006/relationships/tags" Target="../tags/tag801.xml"/><Relationship Id="rId5" Type="http://schemas.openxmlformats.org/officeDocument/2006/relationships/tags" Target="../tags/tag800.xml"/><Relationship Id="rId4" Type="http://schemas.openxmlformats.org/officeDocument/2006/relationships/tags" Target="../tags/tag799.xml"/><Relationship Id="rId3" Type="http://schemas.openxmlformats.org/officeDocument/2006/relationships/tags" Target="../tags/tag798.xml"/><Relationship Id="rId2" Type="http://schemas.openxmlformats.org/officeDocument/2006/relationships/tags" Target="../tags/tag797.xml"/><Relationship Id="rId11" Type="http://schemas.openxmlformats.org/officeDocument/2006/relationships/slideLayout" Target="../slideLayouts/slideLayout42.xml"/><Relationship Id="rId10" Type="http://schemas.openxmlformats.org/officeDocument/2006/relationships/tags" Target="../tags/tag805.xml"/><Relationship Id="rId1" Type="http://schemas.openxmlformats.org/officeDocument/2006/relationships/tags" Target="../tags/tag796.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27.xml"/><Relationship Id="rId6" Type="http://schemas.openxmlformats.org/officeDocument/2006/relationships/tags" Target="../tags/tag810.xml"/><Relationship Id="rId5" Type="http://schemas.openxmlformats.org/officeDocument/2006/relationships/tags" Target="../tags/tag809.xml"/><Relationship Id="rId4" Type="http://schemas.openxmlformats.org/officeDocument/2006/relationships/tags" Target="../tags/tag808.xml"/><Relationship Id="rId3" Type="http://schemas.openxmlformats.org/officeDocument/2006/relationships/image" Target="../media/image23.png"/><Relationship Id="rId2" Type="http://schemas.openxmlformats.org/officeDocument/2006/relationships/tags" Target="../tags/tag807.xml"/><Relationship Id="rId1" Type="http://schemas.openxmlformats.org/officeDocument/2006/relationships/tags" Target="../tags/tag806.xml"/></Relationships>
</file>

<file path=ppt/slides/_rels/slide17.xml.rels><?xml version="1.0" encoding="UTF-8" standalone="yes"?>
<Relationships xmlns="http://schemas.openxmlformats.org/package/2006/relationships"><Relationship Id="rId9" Type="http://schemas.openxmlformats.org/officeDocument/2006/relationships/tags" Target="../tags/tag817.xml"/><Relationship Id="rId8" Type="http://schemas.openxmlformats.org/officeDocument/2006/relationships/tags" Target="../tags/tag816.xml"/><Relationship Id="rId7" Type="http://schemas.openxmlformats.org/officeDocument/2006/relationships/image" Target="../media/image25.png"/><Relationship Id="rId6" Type="http://schemas.openxmlformats.org/officeDocument/2006/relationships/image" Target="../media/image24.png"/><Relationship Id="rId5" Type="http://schemas.openxmlformats.org/officeDocument/2006/relationships/tags" Target="../tags/tag815.xml"/><Relationship Id="rId4" Type="http://schemas.openxmlformats.org/officeDocument/2006/relationships/tags" Target="../tags/tag814.xml"/><Relationship Id="rId3" Type="http://schemas.openxmlformats.org/officeDocument/2006/relationships/tags" Target="../tags/tag813.xml"/><Relationship Id="rId2" Type="http://schemas.openxmlformats.org/officeDocument/2006/relationships/tags" Target="../tags/tag812.xml"/><Relationship Id="rId12" Type="http://schemas.openxmlformats.org/officeDocument/2006/relationships/slideLayout" Target="../slideLayouts/slideLayout20.xml"/><Relationship Id="rId11" Type="http://schemas.openxmlformats.org/officeDocument/2006/relationships/tags" Target="../tags/tag819.xml"/><Relationship Id="rId10" Type="http://schemas.openxmlformats.org/officeDocument/2006/relationships/tags" Target="../tags/tag818.xml"/><Relationship Id="rId1" Type="http://schemas.openxmlformats.org/officeDocument/2006/relationships/tags" Target="../tags/tag811.xml"/></Relationships>
</file>

<file path=ppt/slides/_rels/slide18.xml.rels><?xml version="1.0" encoding="UTF-8" standalone="yes"?>
<Relationships xmlns="http://schemas.openxmlformats.org/package/2006/relationships"><Relationship Id="rId9" Type="http://schemas.openxmlformats.org/officeDocument/2006/relationships/tags" Target="../tags/tag828.xml"/><Relationship Id="rId8" Type="http://schemas.openxmlformats.org/officeDocument/2006/relationships/tags" Target="../tags/tag827.xml"/><Relationship Id="rId7" Type="http://schemas.openxmlformats.org/officeDocument/2006/relationships/tags" Target="../tags/tag826.xml"/><Relationship Id="rId6" Type="http://schemas.openxmlformats.org/officeDocument/2006/relationships/tags" Target="../tags/tag825.xml"/><Relationship Id="rId5" Type="http://schemas.openxmlformats.org/officeDocument/2006/relationships/tags" Target="../tags/tag824.xml"/><Relationship Id="rId4" Type="http://schemas.openxmlformats.org/officeDocument/2006/relationships/tags" Target="../tags/tag823.xml"/><Relationship Id="rId32" Type="http://schemas.openxmlformats.org/officeDocument/2006/relationships/slideLayout" Target="../slideLayouts/slideLayout20.xml"/><Relationship Id="rId31" Type="http://schemas.openxmlformats.org/officeDocument/2006/relationships/tags" Target="../tags/tag842.xml"/><Relationship Id="rId30" Type="http://schemas.openxmlformats.org/officeDocument/2006/relationships/tags" Target="../tags/tag841.xml"/><Relationship Id="rId3" Type="http://schemas.openxmlformats.org/officeDocument/2006/relationships/tags" Target="../tags/tag822.xml"/><Relationship Id="rId29" Type="http://schemas.openxmlformats.org/officeDocument/2006/relationships/tags" Target="../tags/tag840.xml"/><Relationship Id="rId28" Type="http://schemas.openxmlformats.org/officeDocument/2006/relationships/image" Target="../media/image33.svg"/><Relationship Id="rId27" Type="http://schemas.openxmlformats.org/officeDocument/2006/relationships/image" Target="../media/image32.png"/><Relationship Id="rId26" Type="http://schemas.openxmlformats.org/officeDocument/2006/relationships/tags" Target="../tags/tag839.xml"/><Relationship Id="rId25" Type="http://schemas.openxmlformats.org/officeDocument/2006/relationships/image" Target="../media/image31.svg"/><Relationship Id="rId24" Type="http://schemas.openxmlformats.org/officeDocument/2006/relationships/image" Target="../media/image30.png"/><Relationship Id="rId23" Type="http://schemas.openxmlformats.org/officeDocument/2006/relationships/tags" Target="../tags/tag838.xml"/><Relationship Id="rId22" Type="http://schemas.openxmlformats.org/officeDocument/2006/relationships/image" Target="../media/image29.svg"/><Relationship Id="rId21" Type="http://schemas.openxmlformats.org/officeDocument/2006/relationships/image" Target="../media/image28.png"/><Relationship Id="rId20" Type="http://schemas.openxmlformats.org/officeDocument/2006/relationships/tags" Target="../tags/tag837.xml"/><Relationship Id="rId2" Type="http://schemas.openxmlformats.org/officeDocument/2006/relationships/tags" Target="../tags/tag821.xml"/><Relationship Id="rId19" Type="http://schemas.openxmlformats.org/officeDocument/2006/relationships/tags" Target="../tags/tag836.xml"/><Relationship Id="rId18" Type="http://schemas.openxmlformats.org/officeDocument/2006/relationships/image" Target="../media/image27.svg"/><Relationship Id="rId17" Type="http://schemas.openxmlformats.org/officeDocument/2006/relationships/image" Target="../media/image26.png"/><Relationship Id="rId16" Type="http://schemas.openxmlformats.org/officeDocument/2006/relationships/tags" Target="../tags/tag835.xml"/><Relationship Id="rId15" Type="http://schemas.openxmlformats.org/officeDocument/2006/relationships/tags" Target="../tags/tag834.xml"/><Relationship Id="rId14" Type="http://schemas.openxmlformats.org/officeDocument/2006/relationships/tags" Target="../tags/tag833.xml"/><Relationship Id="rId13" Type="http://schemas.openxmlformats.org/officeDocument/2006/relationships/tags" Target="../tags/tag832.xml"/><Relationship Id="rId12" Type="http://schemas.openxmlformats.org/officeDocument/2006/relationships/tags" Target="../tags/tag831.xml"/><Relationship Id="rId11" Type="http://schemas.openxmlformats.org/officeDocument/2006/relationships/tags" Target="../tags/tag830.xml"/><Relationship Id="rId10" Type="http://schemas.openxmlformats.org/officeDocument/2006/relationships/tags" Target="../tags/tag829.xml"/><Relationship Id="rId1" Type="http://schemas.openxmlformats.org/officeDocument/2006/relationships/tags" Target="../tags/tag820.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40.xml"/><Relationship Id="rId8" Type="http://schemas.openxmlformats.org/officeDocument/2006/relationships/tags" Target="../tags/tag849.xml"/><Relationship Id="rId7" Type="http://schemas.openxmlformats.org/officeDocument/2006/relationships/image" Target="../media/image34.png"/><Relationship Id="rId6" Type="http://schemas.openxmlformats.org/officeDocument/2006/relationships/tags" Target="../tags/tag848.xml"/><Relationship Id="rId5" Type="http://schemas.openxmlformats.org/officeDocument/2006/relationships/tags" Target="../tags/tag847.xml"/><Relationship Id="rId4" Type="http://schemas.openxmlformats.org/officeDocument/2006/relationships/tags" Target="../tags/tag846.xml"/><Relationship Id="rId3" Type="http://schemas.openxmlformats.org/officeDocument/2006/relationships/tags" Target="../tags/tag845.xml"/><Relationship Id="rId2" Type="http://schemas.openxmlformats.org/officeDocument/2006/relationships/tags" Target="../tags/tag844.xml"/><Relationship Id="rId1" Type="http://schemas.openxmlformats.org/officeDocument/2006/relationships/tags" Target="../tags/tag843.xml"/></Relationships>
</file>

<file path=ppt/slides/_rels/slide20.xml.rels><?xml version="1.0" encoding="UTF-8" standalone="yes"?>
<Relationships xmlns="http://schemas.openxmlformats.org/package/2006/relationships"><Relationship Id="rId9" Type="http://schemas.openxmlformats.org/officeDocument/2006/relationships/tags" Target="../tags/tag858.xml"/><Relationship Id="rId8" Type="http://schemas.openxmlformats.org/officeDocument/2006/relationships/tags" Target="../tags/tag857.xml"/><Relationship Id="rId7" Type="http://schemas.openxmlformats.org/officeDocument/2006/relationships/tags" Target="../tags/tag856.xml"/><Relationship Id="rId6" Type="http://schemas.openxmlformats.org/officeDocument/2006/relationships/tags" Target="../tags/tag855.xml"/><Relationship Id="rId5" Type="http://schemas.openxmlformats.org/officeDocument/2006/relationships/tags" Target="../tags/tag854.xml"/><Relationship Id="rId4" Type="http://schemas.openxmlformats.org/officeDocument/2006/relationships/tags" Target="../tags/tag853.xml"/><Relationship Id="rId3" Type="http://schemas.openxmlformats.org/officeDocument/2006/relationships/tags" Target="../tags/tag852.xml"/><Relationship Id="rId20" Type="http://schemas.openxmlformats.org/officeDocument/2006/relationships/notesSlide" Target="../notesSlides/notesSlide2.xml"/><Relationship Id="rId2" Type="http://schemas.openxmlformats.org/officeDocument/2006/relationships/tags" Target="../tags/tag851.xml"/><Relationship Id="rId19" Type="http://schemas.openxmlformats.org/officeDocument/2006/relationships/slideLayout" Target="../slideLayouts/slideLayout40.xml"/><Relationship Id="rId18" Type="http://schemas.openxmlformats.org/officeDocument/2006/relationships/tags" Target="../tags/tag866.xml"/><Relationship Id="rId17" Type="http://schemas.openxmlformats.org/officeDocument/2006/relationships/image" Target="../media/image35.png"/><Relationship Id="rId16" Type="http://schemas.openxmlformats.org/officeDocument/2006/relationships/tags" Target="../tags/tag865.xml"/><Relationship Id="rId15" Type="http://schemas.openxmlformats.org/officeDocument/2006/relationships/tags" Target="../tags/tag864.xml"/><Relationship Id="rId14" Type="http://schemas.openxmlformats.org/officeDocument/2006/relationships/tags" Target="../tags/tag863.xml"/><Relationship Id="rId13" Type="http://schemas.openxmlformats.org/officeDocument/2006/relationships/tags" Target="../tags/tag862.xml"/><Relationship Id="rId12" Type="http://schemas.openxmlformats.org/officeDocument/2006/relationships/tags" Target="../tags/tag861.xml"/><Relationship Id="rId11" Type="http://schemas.openxmlformats.org/officeDocument/2006/relationships/tags" Target="../tags/tag860.xml"/><Relationship Id="rId10" Type="http://schemas.openxmlformats.org/officeDocument/2006/relationships/tags" Target="../tags/tag859.xml"/><Relationship Id="rId1" Type="http://schemas.openxmlformats.org/officeDocument/2006/relationships/tags" Target="../tags/tag850.xml"/></Relationships>
</file>

<file path=ppt/slides/_rels/slide21.xml.rels><?xml version="1.0" encoding="UTF-8" standalone="yes"?>
<Relationships xmlns="http://schemas.openxmlformats.org/package/2006/relationships"><Relationship Id="rId9" Type="http://schemas.openxmlformats.org/officeDocument/2006/relationships/tags" Target="../tags/tag874.xml"/><Relationship Id="rId8" Type="http://schemas.openxmlformats.org/officeDocument/2006/relationships/tags" Target="../tags/tag873.xml"/><Relationship Id="rId7" Type="http://schemas.openxmlformats.org/officeDocument/2006/relationships/tags" Target="../tags/tag872.xml"/><Relationship Id="rId6" Type="http://schemas.openxmlformats.org/officeDocument/2006/relationships/tags" Target="../tags/tag871.xml"/><Relationship Id="rId5" Type="http://schemas.openxmlformats.org/officeDocument/2006/relationships/image" Target="../media/image36.png"/><Relationship Id="rId4" Type="http://schemas.openxmlformats.org/officeDocument/2006/relationships/tags" Target="../tags/tag870.xml"/><Relationship Id="rId3" Type="http://schemas.openxmlformats.org/officeDocument/2006/relationships/tags" Target="../tags/tag869.xml"/><Relationship Id="rId24" Type="http://schemas.openxmlformats.org/officeDocument/2006/relationships/slideLayout" Target="../slideLayouts/slideLayout40.xml"/><Relationship Id="rId23" Type="http://schemas.openxmlformats.org/officeDocument/2006/relationships/tags" Target="../tags/tag882.xml"/><Relationship Id="rId22" Type="http://schemas.openxmlformats.org/officeDocument/2006/relationships/tags" Target="../tags/tag881.xml"/><Relationship Id="rId21" Type="http://schemas.openxmlformats.org/officeDocument/2006/relationships/tags" Target="../tags/tag880.xml"/><Relationship Id="rId20" Type="http://schemas.openxmlformats.org/officeDocument/2006/relationships/tags" Target="../tags/tag879.xml"/><Relationship Id="rId2" Type="http://schemas.openxmlformats.org/officeDocument/2006/relationships/tags" Target="../tags/tag868.xml"/><Relationship Id="rId19" Type="http://schemas.openxmlformats.org/officeDocument/2006/relationships/image" Target="../media/image42.svg"/><Relationship Id="rId18" Type="http://schemas.openxmlformats.org/officeDocument/2006/relationships/image" Target="../media/image41.png"/><Relationship Id="rId17" Type="http://schemas.openxmlformats.org/officeDocument/2006/relationships/tags" Target="../tags/tag878.xml"/><Relationship Id="rId16" Type="http://schemas.openxmlformats.org/officeDocument/2006/relationships/tags" Target="../tags/tag877.xml"/><Relationship Id="rId15" Type="http://schemas.openxmlformats.org/officeDocument/2006/relationships/image" Target="../media/image40.svg"/><Relationship Id="rId14" Type="http://schemas.openxmlformats.org/officeDocument/2006/relationships/image" Target="../media/image39.png"/><Relationship Id="rId13" Type="http://schemas.openxmlformats.org/officeDocument/2006/relationships/tags" Target="../tags/tag876.xml"/><Relationship Id="rId12" Type="http://schemas.openxmlformats.org/officeDocument/2006/relationships/tags" Target="../tags/tag875.xml"/><Relationship Id="rId11" Type="http://schemas.openxmlformats.org/officeDocument/2006/relationships/image" Target="../media/image38.svg"/><Relationship Id="rId10" Type="http://schemas.openxmlformats.org/officeDocument/2006/relationships/image" Target="../media/image37.png"/><Relationship Id="rId1" Type="http://schemas.openxmlformats.org/officeDocument/2006/relationships/tags" Target="../tags/tag867.xml"/></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40.xml"/><Relationship Id="rId8" Type="http://schemas.openxmlformats.org/officeDocument/2006/relationships/tags" Target="../tags/tag889.xml"/><Relationship Id="rId7" Type="http://schemas.openxmlformats.org/officeDocument/2006/relationships/image" Target="../media/image43.png"/><Relationship Id="rId6" Type="http://schemas.openxmlformats.org/officeDocument/2006/relationships/tags" Target="../tags/tag888.xml"/><Relationship Id="rId5" Type="http://schemas.openxmlformats.org/officeDocument/2006/relationships/tags" Target="../tags/tag887.xml"/><Relationship Id="rId4" Type="http://schemas.openxmlformats.org/officeDocument/2006/relationships/tags" Target="../tags/tag886.xml"/><Relationship Id="rId3" Type="http://schemas.openxmlformats.org/officeDocument/2006/relationships/tags" Target="../tags/tag885.xml"/><Relationship Id="rId2" Type="http://schemas.openxmlformats.org/officeDocument/2006/relationships/tags" Target="../tags/tag884.xml"/><Relationship Id="rId1" Type="http://schemas.openxmlformats.org/officeDocument/2006/relationships/tags" Target="../tags/tag883.xml"/></Relationships>
</file>

<file path=ppt/slides/_rels/slide23.xml.rels><?xml version="1.0" encoding="UTF-8" standalone="yes"?>
<Relationships xmlns="http://schemas.openxmlformats.org/package/2006/relationships"><Relationship Id="rId9" Type="http://schemas.openxmlformats.org/officeDocument/2006/relationships/tags" Target="../tags/tag897.xml"/><Relationship Id="rId8" Type="http://schemas.openxmlformats.org/officeDocument/2006/relationships/tags" Target="../tags/tag896.xml"/><Relationship Id="rId7" Type="http://schemas.openxmlformats.org/officeDocument/2006/relationships/tags" Target="../tags/tag895.xml"/><Relationship Id="rId6" Type="http://schemas.openxmlformats.org/officeDocument/2006/relationships/image" Target="../media/image44.png"/><Relationship Id="rId5" Type="http://schemas.openxmlformats.org/officeDocument/2006/relationships/tags" Target="../tags/tag894.xml"/><Relationship Id="rId4" Type="http://schemas.openxmlformats.org/officeDocument/2006/relationships/tags" Target="../tags/tag893.xml"/><Relationship Id="rId3" Type="http://schemas.openxmlformats.org/officeDocument/2006/relationships/tags" Target="../tags/tag892.xml"/><Relationship Id="rId22" Type="http://schemas.openxmlformats.org/officeDocument/2006/relationships/notesSlide" Target="../notesSlides/notesSlide3.xml"/><Relationship Id="rId21" Type="http://schemas.openxmlformats.org/officeDocument/2006/relationships/slideLayout" Target="../slideLayouts/slideLayout40.xml"/><Relationship Id="rId20" Type="http://schemas.openxmlformats.org/officeDocument/2006/relationships/tags" Target="../tags/tag904.xml"/><Relationship Id="rId2" Type="http://schemas.openxmlformats.org/officeDocument/2006/relationships/tags" Target="../tags/tag891.xml"/><Relationship Id="rId19" Type="http://schemas.openxmlformats.org/officeDocument/2006/relationships/image" Target="../media/image48.svg"/><Relationship Id="rId18" Type="http://schemas.openxmlformats.org/officeDocument/2006/relationships/image" Target="../media/image47.png"/><Relationship Id="rId17" Type="http://schemas.openxmlformats.org/officeDocument/2006/relationships/tags" Target="../tags/tag903.xml"/><Relationship Id="rId16" Type="http://schemas.openxmlformats.org/officeDocument/2006/relationships/tags" Target="../tags/tag902.xml"/><Relationship Id="rId15" Type="http://schemas.openxmlformats.org/officeDocument/2006/relationships/tags" Target="../tags/tag901.xml"/><Relationship Id="rId14" Type="http://schemas.openxmlformats.org/officeDocument/2006/relationships/tags" Target="../tags/tag900.xml"/><Relationship Id="rId13" Type="http://schemas.openxmlformats.org/officeDocument/2006/relationships/image" Target="../media/image46.svg"/><Relationship Id="rId12" Type="http://schemas.openxmlformats.org/officeDocument/2006/relationships/image" Target="../media/image45.png"/><Relationship Id="rId11" Type="http://schemas.openxmlformats.org/officeDocument/2006/relationships/tags" Target="../tags/tag899.xml"/><Relationship Id="rId10" Type="http://schemas.openxmlformats.org/officeDocument/2006/relationships/tags" Target="../tags/tag898.xml"/><Relationship Id="rId1" Type="http://schemas.openxmlformats.org/officeDocument/2006/relationships/tags" Target="../tags/tag890.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45.xml"/><Relationship Id="rId4" Type="http://schemas.openxmlformats.org/officeDocument/2006/relationships/tags" Target="../tags/tag908.xml"/><Relationship Id="rId3" Type="http://schemas.openxmlformats.org/officeDocument/2006/relationships/tags" Target="../tags/tag907.xml"/><Relationship Id="rId2" Type="http://schemas.openxmlformats.org/officeDocument/2006/relationships/tags" Target="../tags/tag906.xml"/><Relationship Id="rId1" Type="http://schemas.openxmlformats.org/officeDocument/2006/relationships/tags" Target="../tags/tag905.xml"/></Relationships>
</file>

<file path=ppt/slides/_rels/slide25.xml.rels><?xml version="1.0" encoding="UTF-8" standalone="yes"?>
<Relationships xmlns="http://schemas.openxmlformats.org/package/2006/relationships"><Relationship Id="rId9" Type="http://schemas.openxmlformats.org/officeDocument/2006/relationships/tags" Target="../tags/tag917.xml"/><Relationship Id="rId8" Type="http://schemas.openxmlformats.org/officeDocument/2006/relationships/tags" Target="../tags/tag916.xml"/><Relationship Id="rId7" Type="http://schemas.openxmlformats.org/officeDocument/2006/relationships/tags" Target="../tags/tag915.xml"/><Relationship Id="rId6" Type="http://schemas.openxmlformats.org/officeDocument/2006/relationships/tags" Target="../tags/tag914.xml"/><Relationship Id="rId5" Type="http://schemas.openxmlformats.org/officeDocument/2006/relationships/tags" Target="../tags/tag913.xml"/><Relationship Id="rId4" Type="http://schemas.openxmlformats.org/officeDocument/2006/relationships/tags" Target="../tags/tag912.xml"/><Relationship Id="rId34" Type="http://schemas.openxmlformats.org/officeDocument/2006/relationships/slideLayout" Target="../slideLayouts/slideLayout40.xml"/><Relationship Id="rId33" Type="http://schemas.openxmlformats.org/officeDocument/2006/relationships/tags" Target="../tags/tag935.xml"/><Relationship Id="rId32" Type="http://schemas.openxmlformats.org/officeDocument/2006/relationships/tags" Target="../tags/tag934.xml"/><Relationship Id="rId31" Type="http://schemas.openxmlformats.org/officeDocument/2006/relationships/tags" Target="../tags/tag933.xml"/><Relationship Id="rId30" Type="http://schemas.openxmlformats.org/officeDocument/2006/relationships/tags" Target="../tags/tag932.xml"/><Relationship Id="rId3" Type="http://schemas.openxmlformats.org/officeDocument/2006/relationships/tags" Target="../tags/tag911.xml"/><Relationship Id="rId29" Type="http://schemas.openxmlformats.org/officeDocument/2006/relationships/tags" Target="../tags/tag931.xml"/><Relationship Id="rId28" Type="http://schemas.openxmlformats.org/officeDocument/2006/relationships/tags" Target="../tags/tag930.xml"/><Relationship Id="rId27" Type="http://schemas.openxmlformats.org/officeDocument/2006/relationships/tags" Target="../tags/tag929.xml"/><Relationship Id="rId26" Type="http://schemas.openxmlformats.org/officeDocument/2006/relationships/tags" Target="../tags/tag928.xml"/><Relationship Id="rId25" Type="http://schemas.openxmlformats.org/officeDocument/2006/relationships/tags" Target="../tags/tag927.xml"/><Relationship Id="rId24" Type="http://schemas.openxmlformats.org/officeDocument/2006/relationships/tags" Target="../tags/tag926.xml"/><Relationship Id="rId23" Type="http://schemas.openxmlformats.org/officeDocument/2006/relationships/tags" Target="../tags/tag925.xml"/><Relationship Id="rId22" Type="http://schemas.openxmlformats.org/officeDocument/2006/relationships/tags" Target="../tags/tag924.xml"/><Relationship Id="rId21" Type="http://schemas.openxmlformats.org/officeDocument/2006/relationships/tags" Target="../tags/tag923.xml"/><Relationship Id="rId20" Type="http://schemas.openxmlformats.org/officeDocument/2006/relationships/tags" Target="../tags/tag922.xml"/><Relationship Id="rId2" Type="http://schemas.openxmlformats.org/officeDocument/2006/relationships/tags" Target="../tags/tag910.xml"/><Relationship Id="rId19" Type="http://schemas.openxmlformats.org/officeDocument/2006/relationships/image" Target="../media/image54.svg"/><Relationship Id="rId18" Type="http://schemas.openxmlformats.org/officeDocument/2006/relationships/image" Target="../media/image53.png"/><Relationship Id="rId17" Type="http://schemas.openxmlformats.org/officeDocument/2006/relationships/tags" Target="../tags/tag921.xml"/><Relationship Id="rId16" Type="http://schemas.openxmlformats.org/officeDocument/2006/relationships/image" Target="../media/image52.svg"/><Relationship Id="rId15" Type="http://schemas.openxmlformats.org/officeDocument/2006/relationships/image" Target="../media/image51.png"/><Relationship Id="rId14" Type="http://schemas.openxmlformats.org/officeDocument/2006/relationships/tags" Target="../tags/tag920.xml"/><Relationship Id="rId13" Type="http://schemas.openxmlformats.org/officeDocument/2006/relationships/image" Target="../media/image50.svg"/><Relationship Id="rId12" Type="http://schemas.openxmlformats.org/officeDocument/2006/relationships/image" Target="../media/image49.png"/><Relationship Id="rId11" Type="http://schemas.openxmlformats.org/officeDocument/2006/relationships/tags" Target="../tags/tag919.xml"/><Relationship Id="rId10" Type="http://schemas.openxmlformats.org/officeDocument/2006/relationships/tags" Target="../tags/tag918.xml"/><Relationship Id="rId1" Type="http://schemas.openxmlformats.org/officeDocument/2006/relationships/tags" Target="../tags/tag909.xml"/></Relationships>
</file>

<file path=ppt/slides/_rels/slide26.xml.rels><?xml version="1.0" encoding="UTF-8" standalone="yes"?>
<Relationships xmlns="http://schemas.openxmlformats.org/package/2006/relationships"><Relationship Id="rId9" Type="http://schemas.openxmlformats.org/officeDocument/2006/relationships/tags" Target="../tags/tag944.xml"/><Relationship Id="rId8" Type="http://schemas.openxmlformats.org/officeDocument/2006/relationships/tags" Target="../tags/tag943.xml"/><Relationship Id="rId7" Type="http://schemas.openxmlformats.org/officeDocument/2006/relationships/tags" Target="../tags/tag942.xml"/><Relationship Id="rId6" Type="http://schemas.openxmlformats.org/officeDocument/2006/relationships/tags" Target="../tags/tag941.xml"/><Relationship Id="rId5" Type="http://schemas.openxmlformats.org/officeDocument/2006/relationships/tags" Target="../tags/tag940.xml"/><Relationship Id="rId4" Type="http://schemas.openxmlformats.org/officeDocument/2006/relationships/tags" Target="../tags/tag939.xml"/><Relationship Id="rId3" Type="http://schemas.openxmlformats.org/officeDocument/2006/relationships/tags" Target="../tags/tag938.xml"/><Relationship Id="rId27" Type="http://schemas.openxmlformats.org/officeDocument/2006/relationships/slideLayout" Target="../slideLayouts/slideLayout42.xml"/><Relationship Id="rId26" Type="http://schemas.openxmlformats.org/officeDocument/2006/relationships/tags" Target="../tags/tag959.xml"/><Relationship Id="rId25" Type="http://schemas.openxmlformats.org/officeDocument/2006/relationships/tags" Target="../tags/tag958.xml"/><Relationship Id="rId24" Type="http://schemas.openxmlformats.org/officeDocument/2006/relationships/tags" Target="../tags/tag957.xml"/><Relationship Id="rId23" Type="http://schemas.openxmlformats.org/officeDocument/2006/relationships/tags" Target="../tags/tag956.xml"/><Relationship Id="rId22" Type="http://schemas.openxmlformats.org/officeDocument/2006/relationships/tags" Target="../tags/tag955.xml"/><Relationship Id="rId21" Type="http://schemas.openxmlformats.org/officeDocument/2006/relationships/tags" Target="../tags/tag954.xml"/><Relationship Id="rId20" Type="http://schemas.openxmlformats.org/officeDocument/2006/relationships/tags" Target="../tags/tag953.xml"/><Relationship Id="rId2" Type="http://schemas.openxmlformats.org/officeDocument/2006/relationships/tags" Target="../tags/tag937.xml"/><Relationship Id="rId19" Type="http://schemas.openxmlformats.org/officeDocument/2006/relationships/tags" Target="../tags/tag952.xml"/><Relationship Id="rId18" Type="http://schemas.openxmlformats.org/officeDocument/2006/relationships/tags" Target="../tags/tag951.xml"/><Relationship Id="rId17" Type="http://schemas.openxmlformats.org/officeDocument/2006/relationships/tags" Target="../tags/tag950.xml"/><Relationship Id="rId16" Type="http://schemas.openxmlformats.org/officeDocument/2006/relationships/tags" Target="../tags/tag949.xml"/><Relationship Id="rId15" Type="http://schemas.openxmlformats.org/officeDocument/2006/relationships/tags" Target="../tags/tag948.xml"/><Relationship Id="rId14" Type="http://schemas.openxmlformats.org/officeDocument/2006/relationships/tags" Target="../tags/tag947.xml"/><Relationship Id="rId13" Type="http://schemas.openxmlformats.org/officeDocument/2006/relationships/tags" Target="../tags/tag946.xml"/><Relationship Id="rId12" Type="http://schemas.openxmlformats.org/officeDocument/2006/relationships/image" Target="../media/image56.png"/><Relationship Id="rId11" Type="http://schemas.openxmlformats.org/officeDocument/2006/relationships/tags" Target="../tags/tag945.xml"/><Relationship Id="rId10" Type="http://schemas.openxmlformats.org/officeDocument/2006/relationships/image" Target="../media/image55.png"/><Relationship Id="rId1" Type="http://schemas.openxmlformats.org/officeDocument/2006/relationships/tags" Target="../tags/tag936.xml"/></Relationships>
</file>

<file path=ppt/slides/_rels/slide27.xml.rels><?xml version="1.0" encoding="UTF-8" standalone="yes"?>
<Relationships xmlns="http://schemas.openxmlformats.org/package/2006/relationships"><Relationship Id="rId9" Type="http://schemas.openxmlformats.org/officeDocument/2006/relationships/tags" Target="../tags/tag968.xml"/><Relationship Id="rId8" Type="http://schemas.openxmlformats.org/officeDocument/2006/relationships/tags" Target="../tags/tag967.xml"/><Relationship Id="rId7" Type="http://schemas.openxmlformats.org/officeDocument/2006/relationships/tags" Target="../tags/tag966.xml"/><Relationship Id="rId6" Type="http://schemas.openxmlformats.org/officeDocument/2006/relationships/tags" Target="../tags/tag965.xml"/><Relationship Id="rId5" Type="http://schemas.openxmlformats.org/officeDocument/2006/relationships/tags" Target="../tags/tag964.xml"/><Relationship Id="rId4" Type="http://schemas.openxmlformats.org/officeDocument/2006/relationships/tags" Target="../tags/tag963.xml"/><Relationship Id="rId35" Type="http://schemas.openxmlformats.org/officeDocument/2006/relationships/slideLayout" Target="../slideLayouts/slideLayout42.xml"/><Relationship Id="rId34" Type="http://schemas.openxmlformats.org/officeDocument/2006/relationships/tags" Target="../tags/tag985.xml"/><Relationship Id="rId33" Type="http://schemas.openxmlformats.org/officeDocument/2006/relationships/image" Target="../media/image64.svg"/><Relationship Id="rId32" Type="http://schemas.openxmlformats.org/officeDocument/2006/relationships/image" Target="../media/image63.png"/><Relationship Id="rId31" Type="http://schemas.openxmlformats.org/officeDocument/2006/relationships/tags" Target="../tags/tag984.xml"/><Relationship Id="rId30" Type="http://schemas.openxmlformats.org/officeDocument/2006/relationships/image" Target="../media/image62.svg"/><Relationship Id="rId3" Type="http://schemas.openxmlformats.org/officeDocument/2006/relationships/tags" Target="../tags/tag962.xml"/><Relationship Id="rId29" Type="http://schemas.openxmlformats.org/officeDocument/2006/relationships/image" Target="../media/image61.png"/><Relationship Id="rId28" Type="http://schemas.openxmlformats.org/officeDocument/2006/relationships/tags" Target="../tags/tag983.xml"/><Relationship Id="rId27" Type="http://schemas.openxmlformats.org/officeDocument/2006/relationships/image" Target="../media/image60.svg"/><Relationship Id="rId26" Type="http://schemas.openxmlformats.org/officeDocument/2006/relationships/image" Target="../media/image59.png"/><Relationship Id="rId25" Type="http://schemas.openxmlformats.org/officeDocument/2006/relationships/tags" Target="../tags/tag982.xml"/><Relationship Id="rId24" Type="http://schemas.openxmlformats.org/officeDocument/2006/relationships/image" Target="../media/image58.svg"/><Relationship Id="rId23" Type="http://schemas.openxmlformats.org/officeDocument/2006/relationships/image" Target="../media/image57.png"/><Relationship Id="rId22" Type="http://schemas.openxmlformats.org/officeDocument/2006/relationships/tags" Target="../tags/tag981.xml"/><Relationship Id="rId21" Type="http://schemas.openxmlformats.org/officeDocument/2006/relationships/tags" Target="../tags/tag980.xml"/><Relationship Id="rId20" Type="http://schemas.openxmlformats.org/officeDocument/2006/relationships/tags" Target="../tags/tag979.xml"/><Relationship Id="rId2" Type="http://schemas.openxmlformats.org/officeDocument/2006/relationships/tags" Target="../tags/tag961.xml"/><Relationship Id="rId19" Type="http://schemas.openxmlformats.org/officeDocument/2006/relationships/tags" Target="../tags/tag978.xml"/><Relationship Id="rId18" Type="http://schemas.openxmlformats.org/officeDocument/2006/relationships/tags" Target="../tags/tag977.xml"/><Relationship Id="rId17" Type="http://schemas.openxmlformats.org/officeDocument/2006/relationships/tags" Target="../tags/tag976.xml"/><Relationship Id="rId16" Type="http://schemas.openxmlformats.org/officeDocument/2006/relationships/tags" Target="../tags/tag975.xml"/><Relationship Id="rId15" Type="http://schemas.openxmlformats.org/officeDocument/2006/relationships/tags" Target="../tags/tag974.xml"/><Relationship Id="rId14" Type="http://schemas.openxmlformats.org/officeDocument/2006/relationships/tags" Target="../tags/tag973.xml"/><Relationship Id="rId13" Type="http://schemas.openxmlformats.org/officeDocument/2006/relationships/tags" Target="../tags/tag972.xml"/><Relationship Id="rId12" Type="http://schemas.openxmlformats.org/officeDocument/2006/relationships/tags" Target="../tags/tag971.xml"/><Relationship Id="rId11" Type="http://schemas.openxmlformats.org/officeDocument/2006/relationships/tags" Target="../tags/tag970.xml"/><Relationship Id="rId10" Type="http://schemas.openxmlformats.org/officeDocument/2006/relationships/tags" Target="../tags/tag969.xml"/><Relationship Id="rId1" Type="http://schemas.openxmlformats.org/officeDocument/2006/relationships/tags" Target="../tags/tag960.xml"/></Relationships>
</file>

<file path=ppt/slides/_rels/slide28.xml.rels><?xml version="1.0" encoding="UTF-8" standalone="yes"?>
<Relationships xmlns="http://schemas.openxmlformats.org/package/2006/relationships"><Relationship Id="rId9" Type="http://schemas.openxmlformats.org/officeDocument/2006/relationships/tags" Target="../tags/tag994.xml"/><Relationship Id="rId8" Type="http://schemas.openxmlformats.org/officeDocument/2006/relationships/tags" Target="../tags/tag993.xml"/><Relationship Id="rId7" Type="http://schemas.openxmlformats.org/officeDocument/2006/relationships/tags" Target="../tags/tag992.xml"/><Relationship Id="rId6" Type="http://schemas.openxmlformats.org/officeDocument/2006/relationships/tags" Target="../tags/tag991.xml"/><Relationship Id="rId5" Type="http://schemas.openxmlformats.org/officeDocument/2006/relationships/tags" Target="../tags/tag990.xml"/><Relationship Id="rId4" Type="http://schemas.openxmlformats.org/officeDocument/2006/relationships/tags" Target="../tags/tag989.xml"/><Relationship Id="rId3" Type="http://schemas.openxmlformats.org/officeDocument/2006/relationships/tags" Target="../tags/tag988.xml"/><Relationship Id="rId21" Type="http://schemas.openxmlformats.org/officeDocument/2006/relationships/slideLayout" Target="../slideLayouts/slideLayout40.xml"/><Relationship Id="rId20" Type="http://schemas.openxmlformats.org/officeDocument/2006/relationships/tags" Target="../tags/tag1005.xml"/><Relationship Id="rId2" Type="http://schemas.openxmlformats.org/officeDocument/2006/relationships/tags" Target="../tags/tag987.xml"/><Relationship Id="rId19" Type="http://schemas.openxmlformats.org/officeDocument/2006/relationships/tags" Target="../tags/tag1004.xml"/><Relationship Id="rId18" Type="http://schemas.openxmlformats.org/officeDocument/2006/relationships/tags" Target="../tags/tag1003.xml"/><Relationship Id="rId17" Type="http://schemas.openxmlformats.org/officeDocument/2006/relationships/tags" Target="../tags/tag1002.xml"/><Relationship Id="rId16" Type="http://schemas.openxmlformats.org/officeDocument/2006/relationships/tags" Target="../tags/tag1001.xml"/><Relationship Id="rId15" Type="http://schemas.openxmlformats.org/officeDocument/2006/relationships/tags" Target="../tags/tag1000.xml"/><Relationship Id="rId14" Type="http://schemas.openxmlformats.org/officeDocument/2006/relationships/tags" Target="../tags/tag999.xml"/><Relationship Id="rId13" Type="http://schemas.openxmlformats.org/officeDocument/2006/relationships/tags" Target="../tags/tag998.xml"/><Relationship Id="rId12" Type="http://schemas.openxmlformats.org/officeDocument/2006/relationships/tags" Target="../tags/tag997.xml"/><Relationship Id="rId11" Type="http://schemas.openxmlformats.org/officeDocument/2006/relationships/tags" Target="../tags/tag996.xml"/><Relationship Id="rId10" Type="http://schemas.openxmlformats.org/officeDocument/2006/relationships/tags" Target="../tags/tag995.xml"/><Relationship Id="rId1" Type="http://schemas.openxmlformats.org/officeDocument/2006/relationships/tags" Target="../tags/tag986.xm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46.xml"/><Relationship Id="rId4" Type="http://schemas.openxmlformats.org/officeDocument/2006/relationships/tags" Target="../tags/tag1009.xml"/><Relationship Id="rId3" Type="http://schemas.openxmlformats.org/officeDocument/2006/relationships/tags" Target="../tags/tag1008.xml"/><Relationship Id="rId2" Type="http://schemas.openxmlformats.org/officeDocument/2006/relationships/tags" Target="../tags/tag1007.xml"/><Relationship Id="rId1" Type="http://schemas.openxmlformats.org/officeDocument/2006/relationships/tags" Target="../tags/tag100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占位符 5"/>
          <p:cNvSpPr>
            <a:spLocks noGrp="1"/>
          </p:cNvSpPr>
          <p:nvPr>
            <p:ph type="body" idx="16388"/>
            <p:custDataLst>
              <p:tags r:id="rId1"/>
            </p:custDataLst>
          </p:nvPr>
        </p:nvSpPr>
        <p:spPr/>
        <p:txBody>
          <a:bodyPr/>
          <a:p>
            <a:endParaRPr lang="zh-CN" altLang="en-US"/>
          </a:p>
        </p:txBody>
      </p:sp>
      <p:sp>
        <p:nvSpPr>
          <p:cNvPr id="4" name="标题 1"/>
          <p:cNvSpPr>
            <a:spLocks noGrp="1"/>
          </p:cNvSpPr>
          <p:nvPr>
            <p:ph type="ctrTitle" idx="16385"/>
            <p:custDataLst>
              <p:tags r:id="rId2"/>
            </p:custDataLst>
          </p:nvPr>
        </p:nvSpPr>
        <p:spPr>
          <a:xfrm>
            <a:off x="1016000" y="3021965"/>
            <a:ext cx="7759700" cy="2540000"/>
          </a:xfrm>
        </p:spPr>
        <p:txBody>
          <a:bodyPr>
            <a:normAutofit/>
          </a:bodyPr>
          <a:p>
            <a:pPr algn="l"/>
            <a:r>
              <a:rPr lang="zh-CN" altLang="en-US"/>
              <a:t>尼亚萨波知识问答系统</a:t>
            </a:r>
            <a:br>
              <a:rPr lang="zh-CN" altLang="en-US"/>
            </a:br>
            <a:r>
              <a:rPr lang="en-US" altLang="zh-CN" sz="3555" b="0"/>
              <a:t>——</a:t>
            </a:r>
            <a:r>
              <a:rPr lang="zh-CN" altLang="en-US" sz="3555" b="0"/>
              <a:t>破解中非经贸合作的信息困局</a:t>
            </a:r>
            <a:endParaRPr lang="zh-CN" altLang="en-US" sz="3555" b="0"/>
          </a:p>
        </p:txBody>
      </p:sp>
      <p:sp>
        <p:nvSpPr>
          <p:cNvPr id="5" name="署名占位符 10"/>
          <p:cNvSpPr>
            <a:spLocks noGrp="1"/>
          </p:cNvSpPr>
          <p:nvPr>
            <p:ph type="body" sz="quarter" idx="16387"/>
            <p:custDataLst>
              <p:tags r:id="rId3"/>
            </p:custDataLst>
          </p:nvPr>
        </p:nvSpPr>
        <p:spPr>
          <a:xfrm>
            <a:off x="1016000" y="4749800"/>
            <a:ext cx="3110230" cy="533400"/>
          </a:xfrm>
        </p:spPr>
        <p:txBody>
          <a:bodyPr>
            <a:normAutofit fontScale="90000"/>
          </a:bodyPr>
          <a:p>
            <a:r>
              <a:rPr lang="zh-CN" altLang="en-US"/>
              <a:t>参赛组：宋佳芮</a:t>
            </a:r>
            <a:r>
              <a:rPr lang="en-US" altLang="zh-CN"/>
              <a:t> </a:t>
            </a:r>
            <a:r>
              <a:rPr lang="zh-CN" altLang="en-US"/>
              <a:t>索浩翔</a:t>
            </a:r>
            <a:r>
              <a:rPr lang="en-US" altLang="zh-CN"/>
              <a:t> </a:t>
            </a:r>
            <a:r>
              <a:rPr lang="zh-CN" altLang="en-US"/>
              <a:t>何洁</a:t>
            </a:r>
            <a:endParaRPr lang="zh-CN" alt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Placeholder 3"/>
          <p:cNvSpPr>
            <a:spLocks noGrp="1"/>
          </p:cNvSpPr>
          <p:nvPr>
            <p:ph type="body" idx="319883777"/>
            <p:custDataLst>
              <p:tags r:id="rId1"/>
            </p:custDataLst>
          </p:nvPr>
        </p:nvSpPr>
        <p:spPr>
          <a:xfrm>
            <a:off x="3524250" y="2336800"/>
            <a:ext cx="596900" cy="508000"/>
          </a:xfrm>
        </p:spPr>
        <p:txBody>
          <a:bodyPr>
            <a:normAutofit fontScale="70000"/>
          </a:bodyPr>
          <a:p>
            <a:r>
              <a:rPr lang="zh-CN" altLang="en-US"/>
              <a:t>01</a:t>
            </a:r>
            <a:endParaRPr lang="zh-CN" altLang="en-US"/>
          </a:p>
        </p:txBody>
      </p:sp>
      <p:sp>
        <p:nvSpPr>
          <p:cNvPr id="5" name="装饰  5"/>
          <p:cNvSpPr>
            <a:spLocks noGrp="1"/>
          </p:cNvSpPr>
          <p:nvPr>
            <p:ph type="body" idx="319883522" hasCustomPrompt="1"/>
            <p:custDataLst>
              <p:tags r:id="rId2"/>
            </p:custDataLst>
          </p:nvPr>
        </p:nvSpPr>
        <p:spPr>
          <a:xfrm>
            <a:off x="4305300" y="2260600"/>
            <a:ext cx="25400" cy="762000"/>
          </a:xfrm>
        </p:spPr>
        <p:txBody>
          <a:bodyPr>
            <a:noAutofit/>
          </a:bodyPr>
          <a:p>
            <a:pPr>
              <a:buNone/>
            </a:pPr>
            <a:endParaRPr lang="zh-CN" altLang="en-US"/>
          </a:p>
        </p:txBody>
      </p:sp>
      <p:sp>
        <p:nvSpPr>
          <p:cNvPr id="6" name="Text Placeholder 5"/>
          <p:cNvSpPr>
            <a:spLocks noGrp="1"/>
          </p:cNvSpPr>
          <p:nvPr>
            <p:ph type="body" idx="51446017"/>
            <p:custDataLst>
              <p:tags r:id="rId3"/>
            </p:custDataLst>
          </p:nvPr>
        </p:nvSpPr>
        <p:spPr>
          <a:xfrm>
            <a:off x="4533900" y="2184400"/>
            <a:ext cx="2324100" cy="914400"/>
          </a:xfrm>
        </p:spPr>
        <p:txBody>
          <a:bodyPr>
            <a:normAutofit/>
          </a:bodyPr>
          <a:p>
            <a:r>
              <a:rPr lang="zh-CN" altLang="en-US"/>
              <a:t>项目背景与动机</a:t>
            </a:r>
            <a:endParaRPr lang="zh-CN" altLang="en-US"/>
          </a:p>
        </p:txBody>
      </p:sp>
      <p:sp>
        <p:nvSpPr>
          <p:cNvPr id="7" name="Text Placeholder 6"/>
          <p:cNvSpPr>
            <a:spLocks noGrp="1"/>
          </p:cNvSpPr>
          <p:nvPr>
            <p:ph type="body" idx="319949313"/>
            <p:custDataLst>
              <p:tags r:id="rId4"/>
            </p:custDataLst>
          </p:nvPr>
        </p:nvSpPr>
        <p:spPr>
          <a:xfrm>
            <a:off x="7448550" y="2336800"/>
            <a:ext cx="596900" cy="508000"/>
          </a:xfrm>
        </p:spPr>
        <p:txBody>
          <a:bodyPr>
            <a:normAutofit fontScale="70000"/>
          </a:bodyPr>
          <a:p>
            <a:r>
              <a:rPr lang="zh-CN" altLang="en-US"/>
              <a:t>02</a:t>
            </a:r>
            <a:endParaRPr lang="zh-CN" altLang="en-US"/>
          </a:p>
        </p:txBody>
      </p:sp>
      <p:sp>
        <p:nvSpPr>
          <p:cNvPr id="8" name="装饰  8"/>
          <p:cNvSpPr>
            <a:spLocks noGrp="1"/>
          </p:cNvSpPr>
          <p:nvPr>
            <p:ph type="body" idx="319949058" hasCustomPrompt="1"/>
            <p:custDataLst>
              <p:tags r:id="rId5"/>
            </p:custDataLst>
          </p:nvPr>
        </p:nvSpPr>
        <p:spPr>
          <a:xfrm>
            <a:off x="8229600" y="2260600"/>
            <a:ext cx="25400" cy="762000"/>
          </a:xfrm>
        </p:spPr>
        <p:txBody>
          <a:bodyPr>
            <a:noAutofit/>
          </a:bodyPr>
          <a:p>
            <a:pPr>
              <a:buNone/>
            </a:pPr>
            <a:endParaRPr lang="zh-CN" altLang="en-US"/>
          </a:p>
        </p:txBody>
      </p:sp>
      <p:sp>
        <p:nvSpPr>
          <p:cNvPr id="9" name="Text Placeholder 8"/>
          <p:cNvSpPr>
            <a:spLocks noGrp="1"/>
          </p:cNvSpPr>
          <p:nvPr>
            <p:ph type="body" idx="51511553"/>
            <p:custDataLst>
              <p:tags r:id="rId6"/>
            </p:custDataLst>
          </p:nvPr>
        </p:nvSpPr>
        <p:spPr>
          <a:xfrm>
            <a:off x="8458200" y="2184400"/>
            <a:ext cx="2324100" cy="914400"/>
          </a:xfrm>
        </p:spPr>
        <p:txBody>
          <a:bodyPr/>
          <a:p>
            <a:r>
              <a:rPr lang="zh-CN" altLang="en-US"/>
              <a:t>系统介绍与架构</a:t>
            </a:r>
            <a:endParaRPr lang="zh-CN" altLang="en-US"/>
          </a:p>
        </p:txBody>
      </p:sp>
      <p:sp>
        <p:nvSpPr>
          <p:cNvPr id="10" name="Text Placeholder 9"/>
          <p:cNvSpPr>
            <a:spLocks noGrp="1"/>
          </p:cNvSpPr>
          <p:nvPr>
            <p:ph type="body" idx="320014849"/>
            <p:custDataLst>
              <p:tags r:id="rId7"/>
            </p:custDataLst>
          </p:nvPr>
        </p:nvSpPr>
        <p:spPr>
          <a:xfrm>
            <a:off x="3524250" y="4013200"/>
            <a:ext cx="596900" cy="508000"/>
          </a:xfrm>
        </p:spPr>
        <p:txBody>
          <a:bodyPr>
            <a:normAutofit fontScale="70000"/>
          </a:bodyPr>
          <a:p>
            <a:r>
              <a:rPr lang="zh-CN" altLang="en-US"/>
              <a:t>03</a:t>
            </a:r>
            <a:endParaRPr lang="zh-CN" altLang="en-US"/>
          </a:p>
        </p:txBody>
      </p:sp>
      <p:sp>
        <p:nvSpPr>
          <p:cNvPr id="11" name="装饰  1"/>
          <p:cNvSpPr>
            <a:spLocks noGrp="1"/>
          </p:cNvSpPr>
          <p:nvPr>
            <p:ph type="body" idx="320014594" hasCustomPrompt="1"/>
            <p:custDataLst>
              <p:tags r:id="rId8"/>
            </p:custDataLst>
          </p:nvPr>
        </p:nvSpPr>
        <p:spPr>
          <a:xfrm>
            <a:off x="4305300" y="3937000"/>
            <a:ext cx="25400" cy="762000"/>
          </a:xfrm>
        </p:spPr>
        <p:txBody>
          <a:bodyPr>
            <a:noAutofit/>
          </a:bodyPr>
          <a:p>
            <a:pPr>
              <a:buNone/>
            </a:pPr>
            <a:endParaRPr lang="zh-CN" altLang="en-US"/>
          </a:p>
        </p:txBody>
      </p:sp>
      <p:sp>
        <p:nvSpPr>
          <p:cNvPr id="12" name="Text Placeholder 11"/>
          <p:cNvSpPr>
            <a:spLocks noGrp="1"/>
          </p:cNvSpPr>
          <p:nvPr>
            <p:ph type="body" idx="51577089"/>
            <p:custDataLst>
              <p:tags r:id="rId9"/>
            </p:custDataLst>
          </p:nvPr>
        </p:nvSpPr>
        <p:spPr>
          <a:xfrm>
            <a:off x="4533900" y="3860800"/>
            <a:ext cx="2812415" cy="914400"/>
          </a:xfrm>
        </p:spPr>
        <p:txBody>
          <a:bodyPr/>
          <a:p>
            <a:r>
              <a:rPr lang="zh-CN" altLang="en-US"/>
              <a:t>实现方法与技术应用</a:t>
            </a:r>
            <a:endParaRPr lang="zh-CN" altLang="en-US"/>
          </a:p>
        </p:txBody>
      </p:sp>
      <p:sp>
        <p:nvSpPr>
          <p:cNvPr id="13" name="Text Placeholder 12"/>
          <p:cNvSpPr>
            <a:spLocks noGrp="1"/>
          </p:cNvSpPr>
          <p:nvPr>
            <p:ph type="body" idx="320080385"/>
            <p:custDataLst>
              <p:tags r:id="rId10"/>
            </p:custDataLst>
          </p:nvPr>
        </p:nvSpPr>
        <p:spPr>
          <a:xfrm>
            <a:off x="7448550" y="4013200"/>
            <a:ext cx="596900" cy="508000"/>
          </a:xfrm>
        </p:spPr>
        <p:txBody>
          <a:bodyPr>
            <a:normAutofit fontScale="70000"/>
          </a:bodyPr>
          <a:p>
            <a:r>
              <a:rPr lang="zh-CN" altLang="en-US"/>
              <a:t>04</a:t>
            </a:r>
            <a:endParaRPr lang="zh-CN" altLang="en-US"/>
          </a:p>
        </p:txBody>
      </p:sp>
      <p:sp>
        <p:nvSpPr>
          <p:cNvPr id="14" name="装饰  4"/>
          <p:cNvSpPr>
            <a:spLocks noGrp="1"/>
          </p:cNvSpPr>
          <p:nvPr>
            <p:ph type="body" idx="320080130" hasCustomPrompt="1"/>
            <p:custDataLst>
              <p:tags r:id="rId11"/>
            </p:custDataLst>
          </p:nvPr>
        </p:nvSpPr>
        <p:spPr>
          <a:xfrm>
            <a:off x="8229600" y="3937000"/>
            <a:ext cx="25400" cy="762000"/>
          </a:xfrm>
        </p:spPr>
        <p:txBody>
          <a:bodyPr>
            <a:noAutofit/>
          </a:bodyPr>
          <a:p>
            <a:pPr>
              <a:buNone/>
            </a:pPr>
            <a:endParaRPr lang="zh-CN" altLang="en-US"/>
          </a:p>
        </p:txBody>
      </p:sp>
      <p:sp>
        <p:nvSpPr>
          <p:cNvPr id="15" name="Text Placeholder 14"/>
          <p:cNvSpPr>
            <a:spLocks noGrp="1"/>
          </p:cNvSpPr>
          <p:nvPr>
            <p:ph type="body" idx="51642625"/>
            <p:custDataLst>
              <p:tags r:id="rId12"/>
            </p:custDataLst>
          </p:nvPr>
        </p:nvSpPr>
        <p:spPr>
          <a:xfrm>
            <a:off x="8458200" y="3860800"/>
            <a:ext cx="2888615" cy="914400"/>
          </a:xfrm>
        </p:spPr>
        <p:txBody>
          <a:bodyPr/>
          <a:p>
            <a:r>
              <a:rPr lang="zh-CN" altLang="en-US"/>
              <a:t>市场初步应用与意义</a:t>
            </a:r>
            <a:endParaRPr lang="zh-CN" altLang="en-US"/>
          </a:p>
        </p:txBody>
      </p:sp>
      <p:sp>
        <p:nvSpPr>
          <p:cNvPr id="21" name="标题 1"/>
          <p:cNvSpPr>
            <a:spLocks noGrp="1"/>
          </p:cNvSpPr>
          <p:nvPr>
            <p:ph type="title" idx="16385"/>
            <p:custDataLst>
              <p:tags r:id="rId13"/>
            </p:custDataLst>
          </p:nvPr>
        </p:nvSpPr>
        <p:spPr>
          <a:xfrm>
            <a:off x="612775" y="3272155"/>
            <a:ext cx="2867025" cy="762000"/>
          </a:xfrm>
        </p:spPr>
        <p:txBody>
          <a:bodyPr>
            <a:normAutofit fontScale="90000"/>
          </a:bodyPr>
          <a:p>
            <a:r>
              <a:rPr lang="zh-CN" altLang="en-US" sz="5335"/>
              <a:t>目录</a:t>
            </a:r>
            <a:endParaRPr lang="zh-CN" altLang="en-US" sz="5335"/>
          </a:p>
        </p:txBody>
      </p:sp>
      <p:sp>
        <p:nvSpPr>
          <p:cNvPr id="22" name="标题 1"/>
          <p:cNvSpPr>
            <a:spLocks noGrp="1"/>
          </p:cNvSpPr>
          <p:nvPr>
            <p:custDataLst>
              <p:tags r:id="rId14"/>
            </p:custDataLst>
          </p:nvPr>
        </p:nvSpPr>
        <p:spPr>
          <a:xfrm>
            <a:off x="1019175" y="2734945"/>
            <a:ext cx="2350135" cy="488950"/>
          </a:xfrm>
          <a:prstGeom prst="rect">
            <a:avLst/>
          </a:prstGeom>
        </p:spPr>
        <p:txBody>
          <a:bodyPr vert="horz" lIns="0" tIns="0" rIns="0" bIns="0" rtlCol="0" anchor="t" anchorCtr="0">
            <a:normAutofit/>
          </a:bodyPr>
          <a:lstStyle>
            <a:lvl1pPr marL="0" indent="0" algn="l" defTabSz="914400" rtl="0" eaLnBrk="1" latinLnBrk="0" hangingPunct="1">
              <a:lnSpc>
                <a:spcPct val="100000"/>
              </a:lnSpc>
              <a:spcBef>
                <a:spcPct val="0"/>
              </a:spcBef>
              <a:spcAft>
                <a:spcPct val="0"/>
              </a:spcAft>
              <a:buNone/>
              <a:defRPr sz="4800" b="0" i="0" u="none" kern="1200" spc="0">
                <a:solidFill>
                  <a:schemeClr val="tx1">
                    <a:lumMod val="85000"/>
                    <a:lumOff val="15000"/>
                  </a:schemeClr>
                </a:solidFill>
                <a:effectLst>
                  <a:outerShdw>
                    <a:srgbClr val="FFFFFF"/>
                  </a:outerShdw>
                </a:effectLst>
                <a:uFill>
                  <a:solidFill>
                    <a:schemeClr val="bg1"/>
                  </a:solidFill>
                </a:uFill>
                <a:latin typeface="+mj-lt"/>
                <a:ea typeface="+mj-ea"/>
                <a:cs typeface="+mj-cs"/>
              </a:defRPr>
            </a:lvl1pPr>
          </a:lstStyle>
          <a:p>
            <a:r>
              <a:rPr lang="en-US" altLang="zh-CN" sz="3200"/>
              <a:t>CONTENTS</a:t>
            </a:r>
            <a:endParaRPr lang="en-US" altLang="zh-CN" sz="3200"/>
          </a:p>
        </p:txBody>
      </p:sp>
    </p:spTree>
    <p:custDataLst>
      <p:tags r:id="rId1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占位符 4"/>
          <p:cNvSpPr>
            <a:spLocks noGrp="1"/>
          </p:cNvSpPr>
          <p:nvPr>
            <p:ph type="body" idx="16387"/>
            <p:custDataLst>
              <p:tags r:id="rId1"/>
            </p:custDataLst>
          </p:nvPr>
        </p:nvSpPr>
        <p:spPr/>
        <p:txBody>
          <a:bodyPr/>
          <a:p>
            <a:endParaRPr lang="zh-CN" altLang="en-US"/>
          </a:p>
        </p:txBody>
      </p:sp>
      <p:sp>
        <p:nvSpPr>
          <p:cNvPr id="3" name="标题 1"/>
          <p:cNvSpPr>
            <a:spLocks noGrp="1"/>
          </p:cNvSpPr>
          <p:nvPr>
            <p:ph type="title" idx="16385"/>
            <p:custDataLst>
              <p:tags r:id="rId2"/>
            </p:custDataLst>
          </p:nvPr>
        </p:nvSpPr>
        <p:spPr/>
        <p:txBody>
          <a:bodyPr>
            <a:normAutofit/>
          </a:bodyPr>
          <a:p>
            <a:r>
              <a:rPr lang="zh-CN" altLang="en-US">
                <a:sym typeface="+mn-ea"/>
              </a:rPr>
              <a:t>项目背景与动机</a:t>
            </a:r>
            <a:endParaRPr lang="zh-CN" altLang="en-US"/>
          </a:p>
        </p:txBody>
      </p:sp>
      <p:sp>
        <p:nvSpPr>
          <p:cNvPr id="4" name="文本占位符 6"/>
          <p:cNvSpPr>
            <a:spLocks noGrp="1"/>
          </p:cNvSpPr>
          <p:nvPr>
            <p:ph type="body" idx="16386"/>
            <p:custDataLst>
              <p:tags r:id="rId3"/>
            </p:custDataLst>
          </p:nvPr>
        </p:nvSpPr>
        <p:spPr/>
        <p:txBody>
          <a:bodyPr/>
          <a:p>
            <a:r>
              <a:rPr lang="en-US" altLang="en-US">
                <a:solidFill>
                  <a:schemeClr val="accent1"/>
                </a:solidFill>
                <a:effectLst>
                  <a:outerShdw blurRad="38100" dist="25400" dir="5400000" algn="ctr" rotWithShape="0">
                    <a:srgbClr val="6E747A">
                      <a:alpha val="43000"/>
                    </a:srgbClr>
                  </a:outerShdw>
                </a:effectLst>
              </a:rPr>
              <a:t>01</a:t>
            </a:r>
            <a:endParaRPr lang="en-US" altLang="en-US">
              <a:solidFill>
                <a:schemeClr val="accent1"/>
              </a:solidFill>
              <a:effectLst>
                <a:outerShdw blurRad="38100" dist="25400" dir="5400000" algn="ctr" rotWithShape="0">
                  <a:srgbClr val="6E747A">
                    <a:alpha val="43000"/>
                  </a:srgbClr>
                </a:outerShdw>
              </a:effectLst>
            </a:endParaRPr>
          </a:p>
        </p:txBody>
      </p:sp>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a:t>中非经贸合作现状</a:t>
            </a:r>
            <a:endParaRPr lang="zh-CN" altLang="en-US"/>
          </a:p>
        </p:txBody>
      </p:sp>
      <p:pic>
        <p:nvPicPr>
          <p:cNvPr id="3" name="图片 2" descr="E:/比赛/OpenRank杯/PPT/6674c03ed1a5b3c83695511b1f4527c9.jpeg6674c03ed1a5b3c83695511b1f4527c9"/>
          <p:cNvPicPr>
            <a:picLocks noChangeAspect="1"/>
          </p:cNvPicPr>
          <p:nvPr>
            <p:custDataLst>
              <p:tags r:id="rId2"/>
            </p:custDataLst>
          </p:nvPr>
        </p:nvPicPr>
        <p:blipFill rotWithShape="1">
          <a:blip r:embed="rId3"/>
          <a:srcRect l="12382" r="12882"/>
          <a:stretch>
            <a:fillRect/>
          </a:stretch>
        </p:blipFill>
        <p:spPr>
          <a:xfrm>
            <a:off x="609600" y="1673860"/>
            <a:ext cx="4574540" cy="4574540"/>
          </a:xfrm>
          <a:custGeom>
            <a:avLst/>
            <a:gdLst>
              <a:gd name="connsiteX0" fmla="*/ 2289799 w 4579598"/>
              <a:gd name="connsiteY0" fmla="*/ 0 h 4579598"/>
              <a:gd name="connsiteX1" fmla="*/ 4579598 w 4579598"/>
              <a:gd name="connsiteY1" fmla="*/ 2289799 h 4579598"/>
              <a:gd name="connsiteX2" fmla="*/ 2289799 w 4579598"/>
              <a:gd name="connsiteY2" fmla="*/ 4579598 h 4579598"/>
              <a:gd name="connsiteX3" fmla="*/ 0 w 4579598"/>
              <a:gd name="connsiteY3" fmla="*/ 2289799 h 4579598"/>
              <a:gd name="connsiteX4" fmla="*/ 2289799 w 4579598"/>
              <a:gd name="connsiteY4" fmla="*/ 0 h 4579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9598" h="4579598">
                <a:moveTo>
                  <a:pt x="2289799" y="0"/>
                </a:moveTo>
                <a:cubicBezTo>
                  <a:pt x="3554420" y="0"/>
                  <a:pt x="4579598" y="1025178"/>
                  <a:pt x="4579598" y="2289799"/>
                </a:cubicBezTo>
                <a:cubicBezTo>
                  <a:pt x="4579598" y="3554420"/>
                  <a:pt x="3554420" y="4579598"/>
                  <a:pt x="2289799" y="4579598"/>
                </a:cubicBezTo>
                <a:cubicBezTo>
                  <a:pt x="1025178" y="4579598"/>
                  <a:pt x="0" y="3554420"/>
                  <a:pt x="0" y="2289799"/>
                </a:cubicBezTo>
                <a:cubicBezTo>
                  <a:pt x="0" y="1025178"/>
                  <a:pt x="1025178" y="0"/>
                  <a:pt x="2289799" y="0"/>
                </a:cubicBezTo>
                <a:close/>
              </a:path>
            </a:pathLst>
          </a:custGeom>
          <a:solidFill>
            <a:schemeClr val="accent1"/>
          </a:solidFill>
          <a:ln w="9525" cap="flat" cmpd="sng" algn="ctr">
            <a:solidFill>
              <a:schemeClr val="accent1">
                <a:alpha val="20000"/>
              </a:schemeClr>
            </a:solidFill>
            <a:prstDash val="solid"/>
            <a:round/>
            <a:headEnd type="none" w="med" len="med"/>
            <a:tailEnd type="none" w="med" len="med"/>
          </a:ln>
        </p:spPr>
      </p:pic>
      <p:sp>
        <p:nvSpPr>
          <p:cNvPr id="11" name="边界"/>
          <p:cNvSpPr/>
          <p:nvPr>
            <p:custDataLst>
              <p:tags r:id="rId4"/>
            </p:custDataLst>
          </p:nvPr>
        </p:nvSpPr>
        <p:spPr>
          <a:xfrm>
            <a:off x="6134101" y="1671292"/>
            <a:ext cx="5183505" cy="4573905"/>
          </a:xfrm>
          <a:prstGeom prst="rect">
            <a:avLst/>
          </a:prstGeom>
          <a:solidFill>
            <a:srgbClr val="FFFFFF">
              <a:alpha val="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2" name="正文"/>
          <p:cNvSpPr txBox="1"/>
          <p:nvPr>
            <p:custDataLst>
              <p:tags r:id="rId5"/>
            </p:custDataLst>
          </p:nvPr>
        </p:nvSpPr>
        <p:spPr>
          <a:xfrm>
            <a:off x="6368415" y="2721610"/>
            <a:ext cx="4949190" cy="965835"/>
          </a:xfrm>
          <a:prstGeom prst="rect">
            <a:avLst/>
          </a:prstGeom>
          <a:noFill/>
        </p:spPr>
        <p:txBody>
          <a:bodyPr wrap="square" lIns="0" tIns="0" rIns="0" bIns="0" rtlCol="0" anchor="t" anchorCtr="0">
            <a:noAutofit/>
          </a:bodyPr>
          <a:p>
            <a:pPr lvl="0" algn="l">
              <a:lnSpc>
                <a:spcPct val="150000"/>
              </a:lnSpc>
              <a:buClrTx/>
              <a:buSzTx/>
              <a:buFontTx/>
            </a:pPr>
            <a:r>
              <a:rPr lang="zh-CN" altLang="en-US" sz="2000" kern="0" dirty="0">
                <a:ln>
                  <a:noFill/>
                  <a:prstDash val="sysDot"/>
                </a:ln>
                <a:solidFill>
                  <a:schemeClr val="tx1">
                    <a:lumMod val="85000"/>
                    <a:lumOff val="15000"/>
                  </a:schemeClr>
                </a:solidFill>
                <a:uFillTx/>
                <a:latin typeface="+mn-ea"/>
                <a:cs typeface="微软雅黑" panose="020B0503020204020204" charset="-122"/>
                <a:sym typeface="+mn-ea"/>
              </a:rPr>
              <a:t>随着</a:t>
            </a:r>
            <a:r>
              <a:rPr lang="en-US" altLang="zh-CN" sz="2000" kern="0" dirty="0">
                <a:ln>
                  <a:noFill/>
                  <a:prstDash val="sysDot"/>
                </a:ln>
                <a:solidFill>
                  <a:schemeClr val="tx1">
                    <a:lumMod val="85000"/>
                    <a:lumOff val="15000"/>
                  </a:schemeClr>
                </a:solidFill>
                <a:uFillTx/>
                <a:latin typeface="+mn-ea"/>
                <a:cs typeface="微软雅黑" panose="020B0503020204020204" charset="-122"/>
                <a:sym typeface="+mn-ea"/>
              </a:rPr>
              <a:t>“</a:t>
            </a:r>
            <a:r>
              <a:rPr lang="zh-CN" altLang="en-US" sz="2000" kern="0" dirty="0">
                <a:ln>
                  <a:noFill/>
                  <a:prstDash val="sysDot"/>
                </a:ln>
                <a:solidFill>
                  <a:schemeClr val="tx1">
                    <a:lumMod val="85000"/>
                    <a:lumOff val="15000"/>
                  </a:schemeClr>
                </a:solidFill>
                <a:uFillTx/>
                <a:latin typeface="+mn-ea"/>
                <a:cs typeface="微软雅黑" panose="020B0503020204020204" charset="-122"/>
                <a:sym typeface="+mn-ea"/>
              </a:rPr>
              <a:t>一带一路</a:t>
            </a:r>
            <a:r>
              <a:rPr lang="en-US" altLang="zh-CN" sz="2000" kern="0" dirty="0">
                <a:ln>
                  <a:noFill/>
                  <a:prstDash val="sysDot"/>
                </a:ln>
                <a:solidFill>
                  <a:schemeClr val="tx1">
                    <a:lumMod val="85000"/>
                    <a:lumOff val="15000"/>
                  </a:schemeClr>
                </a:solidFill>
                <a:uFillTx/>
                <a:latin typeface="+mn-ea"/>
                <a:cs typeface="微软雅黑" panose="020B0503020204020204" charset="-122"/>
                <a:sym typeface="+mn-ea"/>
              </a:rPr>
              <a:t>”</a:t>
            </a:r>
            <a:r>
              <a:rPr lang="zh-CN" altLang="en-US" sz="2000" kern="0" dirty="0">
                <a:ln>
                  <a:noFill/>
                  <a:prstDash val="sysDot"/>
                </a:ln>
                <a:solidFill>
                  <a:schemeClr val="tx1">
                    <a:lumMod val="85000"/>
                    <a:lumOff val="15000"/>
                  </a:schemeClr>
                </a:solidFill>
                <a:uFillTx/>
                <a:latin typeface="+mn-ea"/>
                <a:cs typeface="微软雅黑" panose="020B0503020204020204" charset="-122"/>
                <a:sym typeface="+mn-ea"/>
              </a:rPr>
              <a:t>倡议的深入推进，中非经贸合作进入快速发展期。数据显示，中国已连续</a:t>
            </a:r>
            <a:r>
              <a:rPr lang="en-US" altLang="zh-CN" sz="2000" kern="0" dirty="0">
                <a:ln>
                  <a:noFill/>
                  <a:prstDash val="sysDot"/>
                </a:ln>
                <a:solidFill>
                  <a:schemeClr val="tx1">
                    <a:lumMod val="85000"/>
                    <a:lumOff val="15000"/>
                  </a:schemeClr>
                </a:solidFill>
                <a:uFillTx/>
                <a:latin typeface="+mn-ea"/>
                <a:cs typeface="微软雅黑" panose="020B0503020204020204" charset="-122"/>
                <a:sym typeface="+mn-ea"/>
              </a:rPr>
              <a:t>16</a:t>
            </a:r>
            <a:r>
              <a:rPr lang="zh-CN" altLang="en-US" sz="2000" kern="0" dirty="0">
                <a:ln>
                  <a:noFill/>
                  <a:prstDash val="sysDot"/>
                </a:ln>
                <a:solidFill>
                  <a:schemeClr val="tx1">
                    <a:lumMod val="85000"/>
                    <a:lumOff val="15000"/>
                  </a:schemeClr>
                </a:solidFill>
                <a:uFillTx/>
                <a:latin typeface="+mn-ea"/>
                <a:cs typeface="微软雅黑" panose="020B0503020204020204" charset="-122"/>
                <a:sym typeface="+mn-ea"/>
              </a:rPr>
              <a:t>年成为非洲最大贸易伙伴，</a:t>
            </a:r>
            <a:r>
              <a:rPr lang="en-US" altLang="zh-CN" sz="2000" kern="0" dirty="0">
                <a:ln>
                  <a:noFill/>
                  <a:prstDash val="sysDot"/>
                </a:ln>
                <a:solidFill>
                  <a:schemeClr val="tx1">
                    <a:lumMod val="85000"/>
                    <a:lumOff val="15000"/>
                  </a:schemeClr>
                </a:solidFill>
                <a:uFillTx/>
                <a:latin typeface="+mn-ea"/>
                <a:cs typeface="微软雅黑" panose="020B0503020204020204" charset="-122"/>
                <a:sym typeface="+mn-ea"/>
              </a:rPr>
              <a:t>2024</a:t>
            </a:r>
            <a:r>
              <a:rPr lang="zh-CN" altLang="en-US" sz="2000" kern="0" dirty="0">
                <a:ln>
                  <a:noFill/>
                  <a:prstDash val="sysDot"/>
                </a:ln>
                <a:solidFill>
                  <a:schemeClr val="tx1">
                    <a:lumMod val="85000"/>
                    <a:lumOff val="15000"/>
                  </a:schemeClr>
                </a:solidFill>
                <a:uFillTx/>
                <a:latin typeface="+mn-ea"/>
                <a:cs typeface="微软雅黑" panose="020B0503020204020204" charset="-122"/>
                <a:sym typeface="+mn-ea"/>
              </a:rPr>
              <a:t>年中非贸易额接近</a:t>
            </a:r>
            <a:r>
              <a:rPr lang="en-US" altLang="zh-CN" sz="2000" kern="0" dirty="0">
                <a:ln>
                  <a:noFill/>
                  <a:prstDash val="sysDot"/>
                </a:ln>
                <a:solidFill>
                  <a:schemeClr val="tx1">
                    <a:lumMod val="85000"/>
                    <a:lumOff val="15000"/>
                  </a:schemeClr>
                </a:solidFill>
                <a:uFillTx/>
                <a:latin typeface="+mn-ea"/>
                <a:cs typeface="微软雅黑" panose="020B0503020204020204" charset="-122"/>
                <a:sym typeface="+mn-ea"/>
              </a:rPr>
              <a:t>3000</a:t>
            </a:r>
            <a:r>
              <a:rPr lang="zh-CN" altLang="en-US" sz="2000" kern="0" dirty="0">
                <a:ln>
                  <a:noFill/>
                  <a:prstDash val="sysDot"/>
                </a:ln>
                <a:solidFill>
                  <a:schemeClr val="tx1">
                    <a:lumMod val="85000"/>
                    <a:lumOff val="15000"/>
                  </a:schemeClr>
                </a:solidFill>
                <a:uFillTx/>
                <a:latin typeface="+mn-ea"/>
                <a:cs typeface="微软雅黑" panose="020B0503020204020204" charset="-122"/>
                <a:sym typeface="+mn-ea"/>
              </a:rPr>
              <a:t>亿美元。然而，在合作规模持续扩大的同时，中国企业对非投资却面临着日益突出的信息困局。</a:t>
            </a:r>
            <a:endParaRPr lang="zh-CN" altLang="en-US" sz="2000" kern="0" dirty="0">
              <a:ln>
                <a:noFill/>
                <a:prstDash val="sysDot"/>
              </a:ln>
              <a:solidFill>
                <a:schemeClr val="tx1">
                  <a:lumMod val="85000"/>
                  <a:lumOff val="15000"/>
                </a:schemeClr>
              </a:solidFill>
              <a:uFillTx/>
              <a:latin typeface="+mn-ea"/>
              <a:cs typeface="微软雅黑" panose="020B0503020204020204" charset="-122"/>
              <a:sym typeface="+mn-ea"/>
            </a:endParaRPr>
          </a:p>
        </p:txBody>
      </p:sp>
      <p:sp>
        <p:nvSpPr>
          <p:cNvPr id="13" name="标题"/>
          <p:cNvSpPr txBox="1"/>
          <p:nvPr>
            <p:custDataLst>
              <p:tags r:id="rId6"/>
            </p:custDataLst>
          </p:nvPr>
        </p:nvSpPr>
        <p:spPr>
          <a:xfrm>
            <a:off x="6367780" y="1891665"/>
            <a:ext cx="4178300" cy="850265"/>
          </a:xfrm>
          <a:prstGeom prst="rect">
            <a:avLst/>
          </a:prstGeom>
          <a:noFill/>
        </p:spPr>
        <p:txBody>
          <a:bodyPr wrap="square" lIns="0" tIns="0" rIns="0" bIns="0" rtlCol="0" anchor="t" anchorCtr="0">
            <a:noAutofit/>
          </a:bodyPr>
          <a:p>
            <a:pPr indent="0" algn="l" fontAlgn="auto">
              <a:lnSpc>
                <a:spcPct val="120000"/>
              </a:lnSpc>
            </a:pPr>
            <a:r>
              <a:rPr lang="zh-CN" altLang="en-US" sz="2200" b="1" dirty="0">
                <a:solidFill>
                  <a:schemeClr val="accent1"/>
                </a:solidFill>
                <a:uFillTx/>
                <a:latin typeface="微软雅黑" panose="020B0503020204020204" charset="-122"/>
                <a:cs typeface="微软雅黑" panose="020B0503020204020204" charset="-122"/>
                <a:sym typeface="+mn-ea"/>
              </a:rPr>
              <a:t>中非经贸合作持续扩大</a:t>
            </a:r>
            <a:endParaRPr lang="en-US" altLang="zh-CN" sz="2200" b="1" dirty="0">
              <a:solidFill>
                <a:schemeClr val="accent1"/>
              </a:solidFill>
              <a:uFillTx/>
              <a:latin typeface="微软雅黑" panose="020B0503020204020204" charset="-122"/>
              <a:cs typeface="微软雅黑" panose="020B0503020204020204" charset="-122"/>
              <a:sym typeface="+mn-ea"/>
            </a:endParaRPr>
          </a:p>
        </p:txBody>
      </p:sp>
      <p:sp>
        <p:nvSpPr>
          <p:cNvPr id="15" name="椭圆 14"/>
          <p:cNvSpPr>
            <a:spLocks noChangeAspect="1"/>
          </p:cNvSpPr>
          <p:nvPr>
            <p:custDataLst>
              <p:tags r:id="rId7"/>
            </p:custDataLst>
          </p:nvPr>
        </p:nvSpPr>
        <p:spPr>
          <a:xfrm>
            <a:off x="6136323" y="2048800"/>
            <a:ext cx="108000" cy="108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Tree>
    <p:custDataLst>
      <p:tags r:id="rId8"/>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 name="圆角矩形 4"/>
          <p:cNvSpPr/>
          <p:nvPr>
            <p:custDataLst>
              <p:tags r:id="rId1"/>
            </p:custDataLst>
          </p:nvPr>
        </p:nvSpPr>
        <p:spPr>
          <a:xfrm>
            <a:off x="6142990" y="2779395"/>
            <a:ext cx="5283835" cy="3526155"/>
          </a:xfrm>
          <a:prstGeom prst="roundRect">
            <a:avLst>
              <a:gd name="adj" fmla="val 3104"/>
            </a:avLst>
          </a:prstGeom>
          <a:ln w="3175">
            <a:noFill/>
          </a:ln>
          <a:effectLst>
            <a:outerShdw blurRad="444500" dist="38100" dir="2700000" algn="tl" rotWithShape="0">
              <a:prstClr val="black">
                <a:alpha val="1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bg1"/>
              </a:solidFill>
            </a:endParaRPr>
          </a:p>
        </p:txBody>
      </p:sp>
      <p:sp useBgFill="1">
        <p:nvSpPr>
          <p:cNvPr id="4" name="圆角矩形 20"/>
          <p:cNvSpPr/>
          <p:nvPr>
            <p:custDataLst>
              <p:tags r:id="rId2"/>
            </p:custDataLst>
          </p:nvPr>
        </p:nvSpPr>
        <p:spPr>
          <a:xfrm>
            <a:off x="609600" y="2779395"/>
            <a:ext cx="5304790" cy="3526155"/>
          </a:xfrm>
          <a:prstGeom prst="roundRect">
            <a:avLst>
              <a:gd name="adj" fmla="val 3104"/>
            </a:avLst>
          </a:prstGeom>
          <a:ln w="3175">
            <a:noFill/>
          </a:ln>
          <a:effectLst>
            <a:outerShdw blurRad="444500" dist="38100" dir="2700000" algn="tl" rotWithShape="0">
              <a:prstClr val="black">
                <a:alpha val="1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bg1"/>
              </a:solidFill>
            </a:endParaRPr>
          </a:p>
        </p:txBody>
      </p:sp>
      <p:sp>
        <p:nvSpPr>
          <p:cNvPr id="17" name="标题 16"/>
          <p:cNvSpPr>
            <a:spLocks noGrp="1"/>
          </p:cNvSpPr>
          <p:nvPr>
            <p:ph type="title"/>
            <p:custDataLst>
              <p:tags r:id="rId3"/>
            </p:custDataLst>
          </p:nvPr>
        </p:nvSpPr>
        <p:spPr/>
        <p:txBody>
          <a:bodyPr/>
          <a:lstStyle/>
          <a:p>
            <a:r>
              <a:rPr lang="zh-CN" altLang="en-US">
                <a:sym typeface="+mn-ea"/>
              </a:rPr>
              <a:t>对非投资痛点</a:t>
            </a:r>
            <a:endParaRPr lang="zh-CN" altLang="en-US"/>
          </a:p>
        </p:txBody>
      </p:sp>
      <p:sp>
        <p:nvSpPr>
          <p:cNvPr id="10" name="圆角矩形 4"/>
          <p:cNvSpPr/>
          <p:nvPr>
            <p:custDataLst>
              <p:tags r:id="rId4"/>
            </p:custDataLst>
          </p:nvPr>
        </p:nvSpPr>
        <p:spPr>
          <a:xfrm>
            <a:off x="6142990" y="2779395"/>
            <a:ext cx="5283835" cy="3526155"/>
          </a:xfrm>
          <a:prstGeom prst="roundRect">
            <a:avLst>
              <a:gd name="adj" fmla="val 3104"/>
            </a:avLst>
          </a:prstGeom>
          <a:solidFill>
            <a:srgbClr val="FFFFFF">
              <a:alpha val="15000"/>
            </a:srgbClr>
          </a:solidFill>
          <a:ln w="3175">
            <a:solidFill>
              <a:schemeClr val="accent1">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bg1"/>
              </a:solidFill>
            </a:endParaRPr>
          </a:p>
        </p:txBody>
      </p:sp>
      <p:sp>
        <p:nvSpPr>
          <p:cNvPr id="11" name="圆角矩形 20"/>
          <p:cNvSpPr/>
          <p:nvPr>
            <p:custDataLst>
              <p:tags r:id="rId5"/>
            </p:custDataLst>
          </p:nvPr>
        </p:nvSpPr>
        <p:spPr>
          <a:xfrm>
            <a:off x="609600" y="2779395"/>
            <a:ext cx="5304790" cy="3526155"/>
          </a:xfrm>
          <a:prstGeom prst="roundRect">
            <a:avLst>
              <a:gd name="adj" fmla="val 3104"/>
            </a:avLst>
          </a:prstGeom>
          <a:solidFill>
            <a:srgbClr val="FFFFFF">
              <a:alpha val="15000"/>
            </a:srgbClr>
          </a:solidFill>
          <a:ln w="3175">
            <a:solidFill>
              <a:schemeClr val="accent1">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bg1"/>
              </a:solidFill>
            </a:endParaRPr>
          </a:p>
        </p:txBody>
      </p:sp>
      <p:sp>
        <p:nvSpPr>
          <p:cNvPr id="2" name="直角三角形 1"/>
          <p:cNvSpPr/>
          <p:nvPr>
            <p:custDataLst>
              <p:tags r:id="rId6"/>
            </p:custDataLst>
          </p:nvPr>
        </p:nvSpPr>
        <p:spPr>
          <a:xfrm flipH="1">
            <a:off x="1288415" y="1393191"/>
            <a:ext cx="107950" cy="92392"/>
          </a:xfrm>
          <a:prstGeom prst="rtTriangle">
            <a:avLst/>
          </a:prstGeom>
          <a:solidFill>
            <a:schemeClr val="accent1">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直角三角形 12"/>
          <p:cNvSpPr/>
          <p:nvPr>
            <p:custDataLst>
              <p:tags r:id="rId7"/>
            </p:custDataLst>
          </p:nvPr>
        </p:nvSpPr>
        <p:spPr>
          <a:xfrm flipH="1">
            <a:off x="609599" y="2073910"/>
            <a:ext cx="109111" cy="127635"/>
          </a:xfrm>
          <a:prstGeom prst="rtTriangle">
            <a:avLst/>
          </a:prstGeom>
          <a:solidFill>
            <a:schemeClr val="accent1">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圆角矩形 14"/>
          <p:cNvSpPr/>
          <p:nvPr>
            <p:custDataLst>
              <p:tags r:id="rId8"/>
            </p:custDataLst>
          </p:nvPr>
        </p:nvSpPr>
        <p:spPr>
          <a:xfrm>
            <a:off x="718820" y="1485265"/>
            <a:ext cx="10708005" cy="1109345"/>
          </a:xfrm>
          <a:prstGeom prst="roundRect">
            <a:avLst>
              <a:gd name="adj" fmla="val 11685"/>
            </a:avLst>
          </a:prstGeom>
          <a:gradFill>
            <a:gsLst>
              <a:gs pos="0">
                <a:schemeClr val="accent1">
                  <a:alpha val="5000"/>
                  <a:lumMod val="45000"/>
                  <a:lumOff val="55000"/>
                </a:schemeClr>
              </a:gs>
              <a:gs pos="100000">
                <a:schemeClr val="accent1">
                  <a:alpha val="20000"/>
                  <a:lumMod val="50000"/>
                  <a:lumOff val="50000"/>
                </a:schemeClr>
              </a:gs>
            </a:gsLst>
            <a:lin ang="10800000" scaled="0"/>
          </a:gradFill>
          <a:ln w="3175">
            <a:solidFill>
              <a:schemeClr val="accent1">
                <a:alpha val="50000"/>
              </a:schemeClr>
            </a:soli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lIns="360045" rIns="360000" bIns="107950" rtlCol="0" anchor="ctr">
            <a:normAutofit/>
          </a:bodyPr>
          <a:p>
            <a:pPr indent="0" algn="l" fontAlgn="auto">
              <a:lnSpc>
                <a:spcPct val="150000"/>
              </a:lnSpc>
            </a:pPr>
            <a:r>
              <a:rPr lang="zh-CN" altLang="en-US" kern="0" dirty="0">
                <a:ln>
                  <a:noFill/>
                  <a:prstDash val="sysDot"/>
                </a:ln>
                <a:solidFill>
                  <a:schemeClr val="tx1">
                    <a:lumMod val="85000"/>
                    <a:lumOff val="15000"/>
                  </a:schemeClr>
                </a:solidFill>
                <a:uFillTx/>
                <a:cs typeface="+mn-lt"/>
                <a:sym typeface="+mn-ea"/>
              </a:rPr>
              <a:t>非洲</a:t>
            </a:r>
            <a:r>
              <a:rPr lang="en-US" altLang="zh-CN" kern="0" dirty="0">
                <a:ln>
                  <a:noFill/>
                  <a:prstDash val="sysDot"/>
                </a:ln>
                <a:solidFill>
                  <a:schemeClr val="tx1">
                    <a:lumMod val="85000"/>
                    <a:lumOff val="15000"/>
                  </a:schemeClr>
                </a:solidFill>
                <a:uFillTx/>
                <a:cs typeface="+mn-lt"/>
                <a:sym typeface="+mn-ea"/>
              </a:rPr>
              <a:t>54</a:t>
            </a:r>
            <a:r>
              <a:rPr lang="zh-CN" altLang="en-US" kern="0" dirty="0">
                <a:ln>
                  <a:noFill/>
                  <a:prstDash val="sysDot"/>
                </a:ln>
                <a:solidFill>
                  <a:schemeClr val="tx1">
                    <a:lumMod val="85000"/>
                    <a:lumOff val="15000"/>
                  </a:schemeClr>
                </a:solidFill>
                <a:uFillTx/>
                <a:cs typeface="+mn-lt"/>
                <a:sym typeface="+mn-ea"/>
              </a:rPr>
              <a:t>个国家国情各异，语言体系复杂，政策法规分散。难以获得系统、准确、及时的市场情报。信息碎片化、更新滞后成为企业的普遍痛点，阻碍企业在非投资进行。</a:t>
            </a:r>
            <a:endParaRPr lang="zh-CN" altLang="en-US" kern="0" dirty="0">
              <a:ln>
                <a:noFill/>
                <a:prstDash val="sysDot"/>
              </a:ln>
              <a:solidFill>
                <a:schemeClr val="tx1">
                  <a:lumMod val="85000"/>
                  <a:lumOff val="15000"/>
                </a:schemeClr>
              </a:solidFill>
              <a:uFillTx/>
              <a:cs typeface="+mn-lt"/>
              <a:sym typeface="+mn-ea"/>
            </a:endParaRPr>
          </a:p>
        </p:txBody>
      </p:sp>
      <p:sp>
        <p:nvSpPr>
          <p:cNvPr id="15" name="斜纹 14"/>
          <p:cNvSpPr/>
          <p:nvPr>
            <p:custDataLst>
              <p:tags r:id="rId9"/>
            </p:custDataLst>
          </p:nvPr>
        </p:nvSpPr>
        <p:spPr>
          <a:xfrm>
            <a:off x="609600" y="1393190"/>
            <a:ext cx="786765" cy="808355"/>
          </a:xfrm>
          <a:prstGeom prst="diagStripe">
            <a:avLst>
              <a:gd name="adj" fmla="val 51773"/>
            </a:avLst>
          </a:prstGeom>
          <a:gradFill>
            <a:gsLst>
              <a:gs pos="0">
                <a:schemeClr val="accent1">
                  <a:lumMod val="60000"/>
                  <a:lumOff val="40000"/>
                </a:schemeClr>
              </a:gs>
              <a:gs pos="100000">
                <a:schemeClr val="accent1">
                  <a:alpha val="100000"/>
                </a:schemeClr>
              </a:gs>
            </a:gsLst>
            <a:lin ang="18900000" scaled="0"/>
          </a:gradFill>
          <a:ln>
            <a:noFill/>
          </a:ln>
          <a:effectLst>
            <a:outerShdw blurRad="76200" dist="38100" dir="2700000" algn="tl" rotWithShape="0">
              <a:schemeClr val="accent1">
                <a:lumMod val="50000"/>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pic>
        <p:nvPicPr>
          <p:cNvPr id="5" name="图片 4"/>
          <p:cNvPicPr>
            <a:picLocks noChangeAspect="1"/>
          </p:cNvPicPr>
          <p:nvPr/>
        </p:nvPicPr>
        <p:blipFill>
          <a:blip r:embed="rId10"/>
          <a:srcRect t="-2521" r="50765"/>
          <a:stretch>
            <a:fillRect/>
          </a:stretch>
        </p:blipFill>
        <p:spPr>
          <a:xfrm>
            <a:off x="695960" y="2779395"/>
            <a:ext cx="5137150" cy="3397250"/>
          </a:xfrm>
          <a:prstGeom prst="rect">
            <a:avLst/>
          </a:prstGeom>
        </p:spPr>
      </p:pic>
      <p:pic>
        <p:nvPicPr>
          <p:cNvPr id="6" name="图片 5"/>
          <p:cNvPicPr>
            <a:picLocks noChangeAspect="1"/>
          </p:cNvPicPr>
          <p:nvPr/>
        </p:nvPicPr>
        <p:blipFill>
          <a:blip r:embed="rId10"/>
          <a:srcRect l="50163" t="773"/>
          <a:stretch>
            <a:fillRect/>
          </a:stretch>
        </p:blipFill>
        <p:spPr>
          <a:xfrm>
            <a:off x="6224905" y="2864485"/>
            <a:ext cx="5009515" cy="3355975"/>
          </a:xfrm>
          <a:prstGeom prst="rect">
            <a:avLst/>
          </a:prstGeom>
        </p:spPr>
      </p:pic>
    </p:spTree>
    <p:custDataLst>
      <p:tags r:id="rId1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nvPr>
        </p:nvSpPr>
        <p:spPr/>
        <p:txBody>
          <a:bodyPr/>
          <a:p>
            <a:r>
              <a:rPr lang="zh-CN" altLang="en-US" sz="3200" b="1">
                <a:sym typeface="+mn-ea"/>
              </a:rPr>
              <a:t>通用工具非洲知识短板</a:t>
            </a:r>
            <a:endParaRPr lang="zh-CN" altLang="en-US" sz="3200" b="1">
              <a:sym typeface="+mn-ea"/>
            </a:endParaRPr>
          </a:p>
        </p:txBody>
      </p:sp>
      <p:sp>
        <p:nvSpPr>
          <p:cNvPr id="11" name="任意多边形: 形状 5"/>
          <p:cNvSpPr>
            <a:spLocks noChangeAspect="1"/>
          </p:cNvSpPr>
          <p:nvPr>
            <p:custDataLst>
              <p:tags r:id="rId1"/>
            </p:custDataLst>
          </p:nvPr>
        </p:nvSpPr>
        <p:spPr>
          <a:xfrm>
            <a:off x="1480821" y="2438821"/>
            <a:ext cx="9069952" cy="3299776"/>
          </a:xfrm>
          <a:custGeom>
            <a:avLst/>
            <a:gdLst>
              <a:gd name="connsiteX0" fmla="*/ 0 w 12205318"/>
              <a:gd name="connsiteY0" fmla="*/ 0 h 4440466"/>
              <a:gd name="connsiteX1" fmla="*/ 2537856 w 12205318"/>
              <a:gd name="connsiteY1" fmla="*/ 0 h 4440466"/>
              <a:gd name="connsiteX2" fmla="*/ 2547059 w 12205318"/>
              <a:gd name="connsiteY2" fmla="*/ 60299 h 4440466"/>
              <a:gd name="connsiteX3" fmla="*/ 3305334 w 12205318"/>
              <a:gd name="connsiteY3" fmla="*/ 678311 h 4440466"/>
              <a:gd name="connsiteX4" fmla="*/ 4063609 w 12205318"/>
              <a:gd name="connsiteY4" fmla="*/ 60299 h 4440466"/>
              <a:gd name="connsiteX5" fmla="*/ 4072812 w 12205318"/>
              <a:gd name="connsiteY5" fmla="*/ 0 h 4440466"/>
              <a:gd name="connsiteX6" fmla="*/ 7982863 w 12205318"/>
              <a:gd name="connsiteY6" fmla="*/ 0 h 4440466"/>
              <a:gd name="connsiteX7" fmla="*/ 7992066 w 12205318"/>
              <a:gd name="connsiteY7" fmla="*/ 60299 h 4440466"/>
              <a:gd name="connsiteX8" fmla="*/ 8750341 w 12205318"/>
              <a:gd name="connsiteY8" fmla="*/ 678311 h 4440466"/>
              <a:gd name="connsiteX9" fmla="*/ 9508616 w 12205318"/>
              <a:gd name="connsiteY9" fmla="*/ 60299 h 4440466"/>
              <a:gd name="connsiteX10" fmla="*/ 9517819 w 12205318"/>
              <a:gd name="connsiteY10" fmla="*/ 0 h 4440466"/>
              <a:gd name="connsiteX11" fmla="*/ 12205318 w 12205318"/>
              <a:gd name="connsiteY11" fmla="*/ 0 h 4440466"/>
              <a:gd name="connsiteX12" fmla="*/ 12205318 w 12205318"/>
              <a:gd name="connsiteY12" fmla="*/ 4440466 h 4440466"/>
              <a:gd name="connsiteX13" fmla="*/ 0 w 12205318"/>
              <a:gd name="connsiteY13" fmla="*/ 4440466 h 4440466"/>
              <a:gd name="connsiteX14" fmla="*/ 0 w 12205318"/>
              <a:gd name="connsiteY14" fmla="*/ 0 h 4440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318" h="4440466">
                <a:moveTo>
                  <a:pt x="0" y="0"/>
                </a:moveTo>
                <a:lnTo>
                  <a:pt x="2537856" y="0"/>
                </a:lnTo>
                <a:lnTo>
                  <a:pt x="2547059" y="60299"/>
                </a:lnTo>
                <a:cubicBezTo>
                  <a:pt x="2619232" y="412998"/>
                  <a:pt x="2931300" y="678311"/>
                  <a:pt x="3305334" y="678311"/>
                </a:cubicBezTo>
                <a:cubicBezTo>
                  <a:pt x="3679369" y="678311"/>
                  <a:pt x="3991437" y="412998"/>
                  <a:pt x="4063609" y="60299"/>
                </a:cubicBezTo>
                <a:lnTo>
                  <a:pt x="4072812" y="0"/>
                </a:lnTo>
                <a:lnTo>
                  <a:pt x="7982863" y="0"/>
                </a:lnTo>
                <a:lnTo>
                  <a:pt x="7992066" y="60299"/>
                </a:lnTo>
                <a:cubicBezTo>
                  <a:pt x="8064239" y="412998"/>
                  <a:pt x="8376307" y="678311"/>
                  <a:pt x="8750341" y="678311"/>
                </a:cubicBezTo>
                <a:cubicBezTo>
                  <a:pt x="9124375" y="678311"/>
                  <a:pt x="9436443" y="412998"/>
                  <a:pt x="9508616" y="60299"/>
                </a:cubicBezTo>
                <a:lnTo>
                  <a:pt x="9517819" y="0"/>
                </a:lnTo>
                <a:lnTo>
                  <a:pt x="12205318" y="0"/>
                </a:lnTo>
                <a:lnTo>
                  <a:pt x="12205318" y="4440466"/>
                </a:lnTo>
                <a:lnTo>
                  <a:pt x="0" y="4440466"/>
                </a:lnTo>
                <a:lnTo>
                  <a:pt x="0" y="0"/>
                </a:lnTo>
                <a:close/>
              </a:path>
            </a:pathLst>
          </a:custGeom>
          <a:gradFill>
            <a:gsLst>
              <a:gs pos="0">
                <a:schemeClr val="accent1"/>
              </a:gs>
              <a:gs pos="100000">
                <a:schemeClr val="accent1">
                  <a:alpha val="80000"/>
                </a:schemeClr>
              </a:gs>
            </a:gsLst>
            <a:lin ang="14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2" name="矩形 11"/>
          <p:cNvSpPr/>
          <p:nvPr>
            <p:custDataLst>
              <p:tags r:id="rId2"/>
            </p:custDataLst>
          </p:nvPr>
        </p:nvSpPr>
        <p:spPr>
          <a:xfrm>
            <a:off x="2278766" y="3513759"/>
            <a:ext cx="3316150" cy="1931683"/>
          </a:xfrm>
          <a:prstGeom prst="rect">
            <a:avLst/>
          </a:prstGeom>
        </p:spPr>
        <p:txBody>
          <a:bodyPr wrap="square" lIns="0" tIns="0" rIns="0" bIns="0" anchor="t" anchorCtr="0">
            <a:noAutofit/>
          </a:bodyPr>
          <a:p>
            <a:pPr algn="just">
              <a:lnSpc>
                <a:spcPct val="150000"/>
              </a:lnSpc>
              <a:spcBef>
                <a:spcPct val="0"/>
              </a:spcBef>
              <a:spcAft>
                <a:spcPct val="0"/>
              </a:spcAft>
            </a:pPr>
            <a:r>
              <a:rPr lang="zh-CN" altLang="en-US">
                <a:sym typeface="+mn-ea"/>
              </a:rPr>
              <a:t>通用模型因缺乏本地语料，回答中非经贸问题易出错，信息过时，影响合作发展。</a:t>
            </a:r>
            <a:endParaRPr lang="zh-CN" altLang="en-US" dirty="0">
              <a:solidFill>
                <a:srgbClr val="FFFFFF"/>
              </a:solidFill>
              <a:latin typeface="+mn-ea"/>
              <a:cs typeface="+mn-ea"/>
            </a:endParaRPr>
          </a:p>
        </p:txBody>
      </p:sp>
      <p:sp>
        <p:nvSpPr>
          <p:cNvPr id="13" name="矩形 12"/>
          <p:cNvSpPr/>
          <p:nvPr>
            <p:custDataLst>
              <p:tags r:id="rId3"/>
            </p:custDataLst>
          </p:nvPr>
        </p:nvSpPr>
        <p:spPr>
          <a:xfrm>
            <a:off x="6325119" y="3513759"/>
            <a:ext cx="3316149" cy="1931683"/>
          </a:xfrm>
          <a:prstGeom prst="rect">
            <a:avLst/>
          </a:prstGeom>
        </p:spPr>
        <p:txBody>
          <a:bodyPr wrap="square" lIns="0" tIns="0" rIns="0" bIns="0" anchor="t" anchorCtr="0">
            <a:noAutofit/>
          </a:bodyPr>
          <a:p>
            <a:pPr algn="just">
              <a:lnSpc>
                <a:spcPct val="150000"/>
              </a:lnSpc>
              <a:spcBef>
                <a:spcPct val="0"/>
              </a:spcBef>
              <a:spcAft>
                <a:spcPct val="0"/>
              </a:spcAft>
            </a:pPr>
            <a:r>
              <a:rPr lang="zh-CN" altLang="en-US" dirty="0">
                <a:solidFill>
                  <a:srgbClr val="FFFFFF"/>
                </a:solidFill>
                <a:latin typeface="+mn-ea"/>
                <a:cs typeface="+mn-ea"/>
                <a:sym typeface="+mn-ea"/>
              </a:rPr>
              <a:t>非洲知识盲区成为制约中非合作向纵深发展的</a:t>
            </a:r>
            <a:r>
              <a:rPr lang="zh-CN" altLang="en-US" dirty="0">
                <a:solidFill>
                  <a:srgbClr val="FFFFFF"/>
                </a:solidFill>
                <a:latin typeface="+mn-ea"/>
                <a:cs typeface="+mn-ea"/>
                <a:sym typeface="+mn-ea"/>
              </a:rPr>
              <a:t>关键障碍。</a:t>
            </a:r>
            <a:endParaRPr lang="zh-CN" altLang="en-US" dirty="0">
              <a:solidFill>
                <a:srgbClr val="FFFFFF"/>
              </a:solidFill>
              <a:latin typeface="+mn-ea"/>
              <a:cs typeface="+mn-ea"/>
              <a:sym typeface="+mn-ea"/>
            </a:endParaRPr>
          </a:p>
        </p:txBody>
      </p:sp>
      <p:sp>
        <p:nvSpPr>
          <p:cNvPr id="14" name="矩形 13"/>
          <p:cNvSpPr/>
          <p:nvPr>
            <p:custDataLst>
              <p:tags r:id="rId4"/>
            </p:custDataLst>
          </p:nvPr>
        </p:nvSpPr>
        <p:spPr>
          <a:xfrm>
            <a:off x="2278766" y="2997053"/>
            <a:ext cx="3315886" cy="431768"/>
          </a:xfrm>
          <a:prstGeom prst="rect">
            <a:avLst/>
          </a:prstGeom>
        </p:spPr>
        <p:txBody>
          <a:bodyPr wrap="square" lIns="0" tIns="0" rIns="0" bIns="0" anchor="b" anchorCtr="0">
            <a:noAutofit/>
          </a:bodyPr>
          <a:p>
            <a:pPr algn="ctr">
              <a:spcBef>
                <a:spcPct val="0"/>
              </a:spcBef>
              <a:spcAft>
                <a:spcPct val="0"/>
              </a:spcAft>
            </a:pPr>
            <a:r>
              <a:rPr lang="zh-CN" altLang="en-US" sz="2000" b="1">
                <a:solidFill>
                  <a:srgbClr val="FFFFFF"/>
                </a:solidFill>
                <a:latin typeface="+mn-ea"/>
                <a:cs typeface="+mn-ea"/>
              </a:rPr>
              <a:t>非洲知识短板</a:t>
            </a:r>
            <a:endParaRPr lang="zh-CN" altLang="en-US" sz="2000" b="1">
              <a:solidFill>
                <a:srgbClr val="FFFFFF"/>
              </a:solidFill>
              <a:latin typeface="+mn-ea"/>
              <a:cs typeface="+mn-ea"/>
            </a:endParaRPr>
          </a:p>
        </p:txBody>
      </p:sp>
      <p:sp>
        <p:nvSpPr>
          <p:cNvPr id="15" name="矩形 14"/>
          <p:cNvSpPr/>
          <p:nvPr>
            <p:custDataLst>
              <p:tags r:id="rId5"/>
            </p:custDataLst>
          </p:nvPr>
        </p:nvSpPr>
        <p:spPr>
          <a:xfrm>
            <a:off x="6325119" y="2997053"/>
            <a:ext cx="3315886" cy="431768"/>
          </a:xfrm>
          <a:prstGeom prst="rect">
            <a:avLst/>
          </a:prstGeom>
        </p:spPr>
        <p:txBody>
          <a:bodyPr wrap="square" lIns="0" tIns="0" rIns="0" bIns="0" anchor="b" anchorCtr="0">
            <a:noAutofit/>
          </a:bodyPr>
          <a:p>
            <a:pPr algn="ctr">
              <a:spcBef>
                <a:spcPct val="0"/>
              </a:spcBef>
              <a:spcAft>
                <a:spcPct val="0"/>
              </a:spcAft>
            </a:pPr>
            <a:r>
              <a:rPr lang="zh-CN" altLang="en-US" sz="2000" b="1">
                <a:solidFill>
                  <a:srgbClr val="FFFFFF"/>
                </a:solidFill>
                <a:latin typeface="+mn-ea"/>
                <a:cs typeface="+mn-ea"/>
              </a:rPr>
              <a:t>技术瓶颈</a:t>
            </a:r>
            <a:endParaRPr lang="zh-CN" altLang="en-US" sz="2000" b="1">
              <a:solidFill>
                <a:srgbClr val="FFFFFF"/>
              </a:solidFill>
              <a:latin typeface="+mn-ea"/>
              <a:cs typeface="+mn-ea"/>
            </a:endParaRPr>
          </a:p>
        </p:txBody>
      </p:sp>
      <p:sp>
        <p:nvSpPr>
          <p:cNvPr id="40" name="椭圆 39"/>
          <p:cNvSpPr>
            <a:spLocks noChangeAspect="1"/>
          </p:cNvSpPr>
          <p:nvPr>
            <p:custDataLst>
              <p:tags r:id="rId6"/>
            </p:custDataLst>
          </p:nvPr>
        </p:nvSpPr>
        <p:spPr>
          <a:xfrm>
            <a:off x="3522637" y="1943821"/>
            <a:ext cx="829316" cy="829316"/>
          </a:xfrm>
          <a:prstGeom prst="ellipse">
            <a:avLst/>
          </a:prstGeom>
          <a:noFill/>
          <a:ln w="31750">
            <a:solidFill>
              <a:schemeClr val="accent1">
                <a:alpha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6" name="图片 3" descr="343439383331313b343532303031393bd2b5bca8b9dcc0ed"/>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3789719" y="2211377"/>
            <a:ext cx="294274" cy="294274"/>
          </a:xfrm>
          <a:prstGeom prst="rect">
            <a:avLst/>
          </a:prstGeom>
        </p:spPr>
      </p:pic>
      <p:sp>
        <p:nvSpPr>
          <p:cNvPr id="41" name="椭圆 40"/>
          <p:cNvSpPr>
            <a:spLocks noChangeAspect="1"/>
          </p:cNvSpPr>
          <p:nvPr>
            <p:custDataLst>
              <p:tags r:id="rId10"/>
            </p:custDataLst>
          </p:nvPr>
        </p:nvSpPr>
        <p:spPr>
          <a:xfrm>
            <a:off x="7568517" y="1943821"/>
            <a:ext cx="829316" cy="829316"/>
          </a:xfrm>
          <a:prstGeom prst="ellipse">
            <a:avLst/>
          </a:prstGeom>
          <a:noFill/>
          <a:ln w="31750">
            <a:solidFill>
              <a:schemeClr val="accent1">
                <a:alpha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7" name="图片 4" descr="343439383331313b343532303032303bb8f6c8cbd0c5cfa2"/>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7836072" y="2211377"/>
            <a:ext cx="294274" cy="29427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项目动机</a:t>
            </a:r>
            <a:endParaRPr lang="zh-CN" altLang="en-US"/>
          </a:p>
        </p:txBody>
      </p:sp>
      <p:sp>
        <p:nvSpPr>
          <p:cNvPr id="8" name="矩形 7"/>
          <p:cNvSpPr/>
          <p:nvPr>
            <p:custDataLst>
              <p:tags r:id="rId2"/>
            </p:custDataLst>
          </p:nvPr>
        </p:nvSpPr>
        <p:spPr>
          <a:xfrm>
            <a:off x="6018530" y="1776730"/>
            <a:ext cx="5476875" cy="4302760"/>
          </a:xfrm>
          <a:prstGeom prst="rect">
            <a:avLst/>
          </a:prstGeom>
          <a:gradFill>
            <a:gsLst>
              <a:gs pos="52000">
                <a:schemeClr val="accent1">
                  <a:alpha val="0"/>
                </a:schemeClr>
              </a:gs>
              <a:gs pos="0">
                <a:schemeClr val="accent1">
                  <a:alpha val="25000"/>
                </a:schemeClr>
              </a:gs>
              <a:gs pos="100000">
                <a:schemeClr val="accent1">
                  <a:alpha val="25000"/>
                </a:schemeClr>
              </a:gs>
            </a:gsLst>
            <a:lin ang="2700000" scaled="0"/>
          </a:gradFill>
          <a:ln w="6350">
            <a:gradFill>
              <a:gsLst>
                <a:gs pos="24000">
                  <a:schemeClr val="accent1">
                    <a:alpha val="0"/>
                  </a:schemeClr>
                </a:gs>
                <a:gs pos="94000">
                  <a:schemeClr val="accent1">
                    <a:alpha val="70000"/>
                  </a:schemeClr>
                </a:gs>
              </a:gsLst>
              <a:path path="circle">
                <a:fillToRect l="50000" t="50000" r="50000" b="5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MiSans Normal" panose="00000500000000000000" charset="-122"/>
              <a:ea typeface="MiSans Normal" panose="00000500000000000000" charset="-122"/>
              <a:sym typeface="MiSans Normal" panose="00000500000000000000" charset="-122"/>
            </a:endParaRPr>
          </a:p>
        </p:txBody>
      </p:sp>
      <p:pic>
        <p:nvPicPr>
          <p:cNvPr id="10" name="图片 9" descr="E:/比赛/OpenRank杯/PPT/4bc98a1a0e361f87219de586d437835b.png4bc98a1a0e361f87219de586d437835b"/>
          <p:cNvPicPr>
            <a:picLocks noChangeAspect="1"/>
          </p:cNvPicPr>
          <p:nvPr>
            <p:custDataLst>
              <p:tags r:id="rId3"/>
            </p:custDataLst>
          </p:nvPr>
        </p:nvPicPr>
        <p:blipFill>
          <a:blip r:embed="rId4"/>
          <a:srcRect l="15687" t="154" r="10854" b="-154"/>
          <a:stretch>
            <a:fillRect/>
          </a:stretch>
        </p:blipFill>
        <p:spPr>
          <a:xfrm>
            <a:off x="694690" y="1853565"/>
            <a:ext cx="4989830" cy="4112895"/>
          </a:xfrm>
          <a:custGeom>
            <a:avLst/>
            <a:gdLst/>
            <a:ahLst/>
            <a:cxnLst>
              <a:cxn ang="3">
                <a:pos x="hc" y="t"/>
              </a:cxn>
              <a:cxn ang="cd2">
                <a:pos x="l" y="vc"/>
              </a:cxn>
              <a:cxn ang="cd4">
                <a:pos x="hc" y="b"/>
              </a:cxn>
              <a:cxn ang="0">
                <a:pos x="r" y="vc"/>
              </a:cxn>
            </a:cxnLst>
            <a:rect l="l" t="t" r="r" b="b"/>
            <a:pathLst>
              <a:path w="8222" h="6387">
                <a:moveTo>
                  <a:pt x="373" y="0"/>
                </a:moveTo>
                <a:lnTo>
                  <a:pt x="8222" y="0"/>
                </a:lnTo>
                <a:lnTo>
                  <a:pt x="8222" y="6014"/>
                </a:lnTo>
                <a:lnTo>
                  <a:pt x="7849" y="6387"/>
                </a:lnTo>
                <a:lnTo>
                  <a:pt x="0" y="6387"/>
                </a:lnTo>
                <a:lnTo>
                  <a:pt x="0" y="373"/>
                </a:lnTo>
                <a:lnTo>
                  <a:pt x="373" y="0"/>
                </a:lnTo>
                <a:close/>
              </a:path>
            </a:pathLst>
          </a:custGeom>
          <a:solidFill>
            <a:schemeClr val="accent1"/>
          </a:solidFill>
          <a:ln w="6350">
            <a:solidFill>
              <a:schemeClr val="accent1"/>
            </a:solidFill>
          </a:ln>
        </p:spPr>
      </p:pic>
      <p:cxnSp>
        <p:nvCxnSpPr>
          <p:cNvPr id="402" name="直接连接符 401"/>
          <p:cNvCxnSpPr/>
          <p:nvPr>
            <p:custDataLst>
              <p:tags r:id="rId5"/>
            </p:custDataLst>
          </p:nvPr>
        </p:nvCxnSpPr>
        <p:spPr>
          <a:xfrm>
            <a:off x="876935" y="1751330"/>
            <a:ext cx="2118360" cy="0"/>
          </a:xfrm>
          <a:prstGeom prst="line">
            <a:avLst/>
          </a:prstGeom>
          <a:gradFill flip="none" rotWithShape="1">
            <a:gsLst>
              <a:gs pos="43000">
                <a:srgbClr val="65B4D5">
                  <a:alpha val="16000"/>
                </a:srgbClr>
              </a:gs>
              <a:gs pos="0">
                <a:srgbClr val="65B4D5">
                  <a:alpha val="30000"/>
                </a:srgbClr>
              </a:gs>
              <a:gs pos="100000">
                <a:srgbClr val="65B4D5">
                  <a:alpha val="0"/>
                </a:srgbClr>
              </a:gs>
            </a:gsLst>
            <a:path path="circle">
              <a:fillToRect l="100000" t="100000"/>
            </a:path>
            <a:tileRect r="-100000" b="-100000"/>
          </a:gradFill>
          <a:ln w="6350">
            <a:solidFill>
              <a:schemeClr val="accent1"/>
            </a:solidFill>
            <a:round/>
          </a:ln>
          <a:effectLst>
            <a:outerShdw blurRad="177800" algn="ctr" rotWithShape="0">
              <a:srgbClr val="65B4D5">
                <a:alpha val="89000"/>
              </a:srgb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403" name="直接连接符 402"/>
          <p:cNvCxnSpPr/>
          <p:nvPr>
            <p:custDataLst>
              <p:tags r:id="rId6"/>
            </p:custDataLst>
          </p:nvPr>
        </p:nvCxnSpPr>
        <p:spPr>
          <a:xfrm flipH="1">
            <a:off x="650875" y="1749425"/>
            <a:ext cx="227965" cy="227965"/>
          </a:xfrm>
          <a:prstGeom prst="line">
            <a:avLst/>
          </a:prstGeom>
          <a:gradFill flip="none" rotWithShape="1">
            <a:gsLst>
              <a:gs pos="43000">
                <a:srgbClr val="65B4D5">
                  <a:alpha val="16000"/>
                </a:srgbClr>
              </a:gs>
              <a:gs pos="0">
                <a:srgbClr val="65B4D5">
                  <a:alpha val="30000"/>
                </a:srgbClr>
              </a:gs>
              <a:gs pos="100000">
                <a:srgbClr val="65B4D5">
                  <a:alpha val="0"/>
                </a:srgbClr>
              </a:gs>
            </a:gsLst>
            <a:path path="circle">
              <a:fillToRect l="100000" t="100000"/>
            </a:path>
            <a:tileRect r="-100000" b="-100000"/>
          </a:gradFill>
          <a:ln w="6350">
            <a:solidFill>
              <a:schemeClr val="accent1"/>
            </a:solidFill>
            <a:round/>
          </a:ln>
          <a:effectLst>
            <a:outerShdw blurRad="177800" algn="ctr" rotWithShape="0">
              <a:srgbClr val="65B4D5">
                <a:alpha val="89000"/>
              </a:srgb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378" name="直接连接符 377"/>
          <p:cNvCxnSpPr/>
          <p:nvPr>
            <p:custDataLst>
              <p:tags r:id="rId7"/>
            </p:custDataLst>
          </p:nvPr>
        </p:nvCxnSpPr>
        <p:spPr>
          <a:xfrm>
            <a:off x="4404995" y="6055995"/>
            <a:ext cx="1080135" cy="0"/>
          </a:xfrm>
          <a:prstGeom prst="line">
            <a:avLst/>
          </a:prstGeom>
          <a:gradFill flip="none" rotWithShape="1">
            <a:gsLst>
              <a:gs pos="43000">
                <a:srgbClr val="65B4D5">
                  <a:alpha val="16000"/>
                </a:srgbClr>
              </a:gs>
              <a:gs pos="0">
                <a:srgbClr val="65B4D5">
                  <a:alpha val="30000"/>
                </a:srgbClr>
              </a:gs>
              <a:gs pos="100000">
                <a:srgbClr val="65B4D5">
                  <a:alpha val="0"/>
                </a:srgbClr>
              </a:gs>
            </a:gsLst>
            <a:path path="circle">
              <a:fillToRect l="100000" t="100000"/>
            </a:path>
            <a:tileRect r="-100000" b="-100000"/>
          </a:gradFill>
          <a:ln w="6350" cap="rnd">
            <a:solidFill>
              <a:schemeClr val="accent1"/>
            </a:solidFill>
            <a:round/>
          </a:ln>
          <a:effectLst>
            <a:outerShdw blurRad="177800" algn="ctr" rotWithShape="0">
              <a:srgbClr val="65B4D5">
                <a:alpha val="89000"/>
              </a:srgb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379" name="直接连接符 378"/>
          <p:cNvCxnSpPr/>
          <p:nvPr>
            <p:custDataLst>
              <p:tags r:id="rId8"/>
            </p:custDataLst>
          </p:nvPr>
        </p:nvCxnSpPr>
        <p:spPr>
          <a:xfrm flipV="1">
            <a:off x="5485765" y="5796915"/>
            <a:ext cx="257810" cy="258445"/>
          </a:xfrm>
          <a:prstGeom prst="line">
            <a:avLst/>
          </a:prstGeom>
          <a:gradFill flip="none" rotWithShape="1">
            <a:gsLst>
              <a:gs pos="43000">
                <a:srgbClr val="65B4D5">
                  <a:alpha val="16000"/>
                </a:srgbClr>
              </a:gs>
              <a:gs pos="0">
                <a:srgbClr val="65B4D5">
                  <a:alpha val="30000"/>
                </a:srgbClr>
              </a:gs>
              <a:gs pos="100000">
                <a:srgbClr val="65B4D5">
                  <a:alpha val="0"/>
                </a:srgbClr>
              </a:gs>
            </a:gsLst>
            <a:path path="circle">
              <a:fillToRect l="100000" t="100000"/>
            </a:path>
            <a:tileRect r="-100000" b="-100000"/>
          </a:gradFill>
          <a:ln w="6350" cap="rnd">
            <a:solidFill>
              <a:schemeClr val="accent1"/>
            </a:solidFill>
            <a:round/>
          </a:ln>
          <a:effectLst>
            <a:outerShdw blurRad="177800" algn="ctr" rotWithShape="0">
              <a:srgbClr val="65B4D5">
                <a:alpha val="89000"/>
              </a:srgb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53" name="半闭框 52"/>
          <p:cNvSpPr/>
          <p:nvPr>
            <p:custDataLst>
              <p:tags r:id="rId9"/>
            </p:custDataLst>
          </p:nvPr>
        </p:nvSpPr>
        <p:spPr>
          <a:xfrm rot="5400000" flipH="1">
            <a:off x="11108055" y="5699760"/>
            <a:ext cx="342900" cy="433070"/>
          </a:xfrm>
          <a:prstGeom prst="halfFrame">
            <a:avLst>
              <a:gd name="adj1" fmla="val 8991"/>
              <a:gd name="adj2" fmla="val 8991"/>
            </a:avLst>
          </a:prstGeom>
          <a:solidFill>
            <a:schemeClr val="accent1"/>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iSans Normal" panose="00000500000000000000" charset="-122"/>
              <a:ea typeface="MiSans Normal" panose="00000500000000000000" charset="-122"/>
              <a:cs typeface="黑体" panose="02010609060101010101" charset="-122"/>
              <a:sym typeface="MiSans Normal" panose="00000500000000000000" charset="-122"/>
            </a:endParaRPr>
          </a:p>
        </p:txBody>
      </p:sp>
      <p:sp>
        <p:nvSpPr>
          <p:cNvPr id="54" name="梯形 53"/>
          <p:cNvSpPr/>
          <p:nvPr>
            <p:custDataLst>
              <p:tags r:id="rId10"/>
            </p:custDataLst>
          </p:nvPr>
        </p:nvSpPr>
        <p:spPr>
          <a:xfrm flipV="1">
            <a:off x="11202035" y="6087745"/>
            <a:ext cx="239395" cy="22860"/>
          </a:xfrm>
          <a:prstGeom prst="trapezoid">
            <a:avLst>
              <a:gd name="adj" fmla="val 49390"/>
            </a:avLst>
          </a:prstGeom>
          <a:solidFill>
            <a:schemeClr val="accent1"/>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anose="00000500000000000000" charset="-122"/>
              <a:ea typeface="MiSans Normal" panose="00000500000000000000" charset="-122"/>
              <a:cs typeface="黑体" panose="02010609060101010101" charset="-122"/>
              <a:sym typeface="MiSans Normal" panose="00000500000000000000" charset="-122"/>
            </a:endParaRPr>
          </a:p>
        </p:txBody>
      </p:sp>
      <p:cxnSp>
        <p:nvCxnSpPr>
          <p:cNvPr id="69" name="直接连接符 68"/>
          <p:cNvCxnSpPr/>
          <p:nvPr>
            <p:custDataLst>
              <p:tags r:id="rId11"/>
            </p:custDataLst>
          </p:nvPr>
        </p:nvCxnSpPr>
        <p:spPr>
          <a:xfrm>
            <a:off x="6005830" y="5806440"/>
            <a:ext cx="0" cy="289560"/>
          </a:xfrm>
          <a:prstGeom prst="line">
            <a:avLst/>
          </a:prstGeom>
          <a:ln w="6350"/>
        </p:spPr>
        <p:style>
          <a:lnRef idx="2">
            <a:schemeClr val="accent1"/>
          </a:lnRef>
          <a:fillRef idx="0">
            <a:srgbClr val="FFFFFF"/>
          </a:fillRef>
          <a:effectRef idx="0">
            <a:srgbClr val="FFFFFF"/>
          </a:effectRef>
          <a:fontRef idx="minor">
            <a:schemeClr val="tx1"/>
          </a:fontRef>
        </p:style>
      </p:cxnSp>
      <p:cxnSp>
        <p:nvCxnSpPr>
          <p:cNvPr id="70" name="直接连接符 69"/>
          <p:cNvCxnSpPr/>
          <p:nvPr>
            <p:custDataLst>
              <p:tags r:id="rId12"/>
            </p:custDataLst>
          </p:nvPr>
        </p:nvCxnSpPr>
        <p:spPr>
          <a:xfrm rot="16200000">
            <a:off x="6148070" y="5948680"/>
            <a:ext cx="0" cy="289560"/>
          </a:xfrm>
          <a:prstGeom prst="line">
            <a:avLst/>
          </a:prstGeom>
          <a:ln w="6350"/>
        </p:spPr>
        <p:style>
          <a:lnRef idx="2">
            <a:schemeClr val="accent1"/>
          </a:lnRef>
          <a:fillRef idx="0">
            <a:srgbClr val="FFFFFF"/>
          </a:fillRef>
          <a:effectRef idx="0">
            <a:srgbClr val="FFFFFF"/>
          </a:effectRef>
          <a:fontRef idx="minor">
            <a:schemeClr val="tx1"/>
          </a:fontRef>
        </p:style>
      </p:cxnSp>
      <p:cxnSp>
        <p:nvCxnSpPr>
          <p:cNvPr id="76" name="直接连接符 75"/>
          <p:cNvCxnSpPr/>
          <p:nvPr>
            <p:custDataLst>
              <p:tags r:id="rId13"/>
            </p:custDataLst>
          </p:nvPr>
        </p:nvCxnSpPr>
        <p:spPr>
          <a:xfrm flipH="1" flipV="1">
            <a:off x="11509375" y="1757680"/>
            <a:ext cx="0" cy="289560"/>
          </a:xfrm>
          <a:prstGeom prst="line">
            <a:avLst/>
          </a:prstGeom>
          <a:ln w="6350"/>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14"/>
            </p:custDataLst>
          </p:nvPr>
        </p:nvCxnSpPr>
        <p:spPr>
          <a:xfrm rot="16200000" flipH="1" flipV="1">
            <a:off x="11367135" y="1615440"/>
            <a:ext cx="0" cy="289560"/>
          </a:xfrm>
          <a:prstGeom prst="line">
            <a:avLst/>
          </a:prstGeom>
          <a:ln w="6350"/>
        </p:spPr>
        <p:style>
          <a:lnRef idx="2">
            <a:schemeClr val="accent1"/>
          </a:lnRef>
          <a:fillRef idx="0">
            <a:srgbClr val="FFFFFF"/>
          </a:fillRef>
          <a:effectRef idx="0">
            <a:srgbClr val="FFFFFF"/>
          </a:effectRef>
          <a:fontRef idx="minor">
            <a:schemeClr val="tx1"/>
          </a:fontRef>
        </p:style>
      </p:cxnSp>
      <p:sp>
        <p:nvSpPr>
          <p:cNvPr id="391" name="任意多边形 390"/>
          <p:cNvSpPr/>
          <p:nvPr>
            <p:custDataLst>
              <p:tags r:id="rId15"/>
            </p:custDataLst>
          </p:nvPr>
        </p:nvSpPr>
        <p:spPr>
          <a:xfrm>
            <a:off x="713740" y="6055995"/>
            <a:ext cx="1547495" cy="76200"/>
          </a:xfrm>
          <a:custGeom>
            <a:avLst/>
            <a:gdLst>
              <a:gd name="adj" fmla="val 25000"/>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2437" h="120">
                <a:moveTo>
                  <a:pt x="0" y="120"/>
                </a:moveTo>
                <a:lnTo>
                  <a:pt x="30" y="0"/>
                </a:lnTo>
                <a:lnTo>
                  <a:pt x="172" y="0"/>
                </a:lnTo>
                <a:lnTo>
                  <a:pt x="142" y="120"/>
                </a:lnTo>
                <a:lnTo>
                  <a:pt x="0" y="120"/>
                </a:lnTo>
                <a:close/>
                <a:moveTo>
                  <a:pt x="226" y="120"/>
                </a:moveTo>
                <a:lnTo>
                  <a:pt x="256" y="0"/>
                </a:lnTo>
                <a:lnTo>
                  <a:pt x="398" y="0"/>
                </a:lnTo>
                <a:lnTo>
                  <a:pt x="368" y="120"/>
                </a:lnTo>
                <a:lnTo>
                  <a:pt x="226" y="120"/>
                </a:lnTo>
                <a:close/>
                <a:moveTo>
                  <a:pt x="453" y="120"/>
                </a:moveTo>
                <a:lnTo>
                  <a:pt x="483" y="0"/>
                </a:lnTo>
                <a:lnTo>
                  <a:pt x="625" y="0"/>
                </a:lnTo>
                <a:lnTo>
                  <a:pt x="595" y="120"/>
                </a:lnTo>
                <a:lnTo>
                  <a:pt x="453" y="120"/>
                </a:lnTo>
                <a:close/>
                <a:moveTo>
                  <a:pt x="679" y="120"/>
                </a:moveTo>
                <a:lnTo>
                  <a:pt x="709" y="0"/>
                </a:lnTo>
                <a:lnTo>
                  <a:pt x="851" y="0"/>
                </a:lnTo>
                <a:lnTo>
                  <a:pt x="821" y="120"/>
                </a:lnTo>
                <a:lnTo>
                  <a:pt x="679" y="120"/>
                </a:lnTo>
                <a:close/>
                <a:moveTo>
                  <a:pt x="906" y="120"/>
                </a:moveTo>
                <a:lnTo>
                  <a:pt x="936" y="0"/>
                </a:lnTo>
                <a:lnTo>
                  <a:pt x="1078" y="0"/>
                </a:lnTo>
                <a:lnTo>
                  <a:pt x="1048" y="120"/>
                </a:lnTo>
                <a:lnTo>
                  <a:pt x="906" y="120"/>
                </a:lnTo>
                <a:close/>
                <a:moveTo>
                  <a:pt x="1132" y="120"/>
                </a:moveTo>
                <a:lnTo>
                  <a:pt x="1162" y="0"/>
                </a:lnTo>
                <a:lnTo>
                  <a:pt x="1304" y="0"/>
                </a:lnTo>
                <a:lnTo>
                  <a:pt x="1274" y="120"/>
                </a:lnTo>
                <a:lnTo>
                  <a:pt x="1132" y="120"/>
                </a:lnTo>
                <a:close/>
                <a:moveTo>
                  <a:pt x="1359" y="120"/>
                </a:moveTo>
                <a:lnTo>
                  <a:pt x="1389" y="0"/>
                </a:lnTo>
                <a:lnTo>
                  <a:pt x="1531" y="0"/>
                </a:lnTo>
                <a:lnTo>
                  <a:pt x="1501" y="120"/>
                </a:lnTo>
                <a:lnTo>
                  <a:pt x="1359" y="120"/>
                </a:lnTo>
                <a:close/>
                <a:moveTo>
                  <a:pt x="1585" y="120"/>
                </a:moveTo>
                <a:lnTo>
                  <a:pt x="1615" y="0"/>
                </a:lnTo>
                <a:lnTo>
                  <a:pt x="1757" y="0"/>
                </a:lnTo>
                <a:lnTo>
                  <a:pt x="1727" y="120"/>
                </a:lnTo>
                <a:lnTo>
                  <a:pt x="1585" y="120"/>
                </a:lnTo>
                <a:close/>
                <a:moveTo>
                  <a:pt x="1812" y="120"/>
                </a:moveTo>
                <a:lnTo>
                  <a:pt x="1842" y="0"/>
                </a:lnTo>
                <a:lnTo>
                  <a:pt x="1984" y="0"/>
                </a:lnTo>
                <a:lnTo>
                  <a:pt x="1954" y="120"/>
                </a:lnTo>
                <a:lnTo>
                  <a:pt x="1812" y="120"/>
                </a:lnTo>
                <a:close/>
                <a:moveTo>
                  <a:pt x="2038" y="120"/>
                </a:moveTo>
                <a:lnTo>
                  <a:pt x="2068" y="0"/>
                </a:lnTo>
                <a:lnTo>
                  <a:pt x="2210" y="0"/>
                </a:lnTo>
                <a:lnTo>
                  <a:pt x="2180" y="120"/>
                </a:lnTo>
                <a:lnTo>
                  <a:pt x="2038" y="120"/>
                </a:lnTo>
                <a:close/>
                <a:moveTo>
                  <a:pt x="2265" y="120"/>
                </a:moveTo>
                <a:lnTo>
                  <a:pt x="2295" y="0"/>
                </a:lnTo>
                <a:lnTo>
                  <a:pt x="2437" y="0"/>
                </a:lnTo>
                <a:lnTo>
                  <a:pt x="2407" y="120"/>
                </a:lnTo>
                <a:lnTo>
                  <a:pt x="2265" y="120"/>
                </a:lnTo>
                <a:close/>
              </a:path>
            </a:pathLst>
          </a:custGeom>
          <a:gradFill flip="none" rotWithShape="1">
            <a:gsLst>
              <a:gs pos="0">
                <a:schemeClr val="accent1"/>
              </a:gs>
              <a:gs pos="100000">
                <a:schemeClr val="accent1">
                  <a:alpha val="0"/>
                </a:schemeClr>
              </a:gs>
            </a:gsLst>
            <a:lin ang="0" scaled="0"/>
            <a:tileRect/>
          </a:gradFill>
          <a:ln>
            <a:noFill/>
          </a:ln>
          <a:effectLst>
            <a:outerShdw blurRad="127000" algn="ctr" rotWithShape="0">
              <a:srgbClr val="65B4D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MiSans Normal" panose="00000500000000000000" charset="-122"/>
              <a:ea typeface="MiSans Normal" panose="00000500000000000000" charset="-122"/>
              <a:sym typeface="MiSans Normal" panose="00000500000000000000" charset="-122"/>
            </a:endParaRPr>
          </a:p>
        </p:txBody>
      </p:sp>
      <p:sp>
        <p:nvSpPr>
          <p:cNvPr id="84" name="任意多边形 83"/>
          <p:cNvSpPr/>
          <p:nvPr>
            <p:custDataLst>
              <p:tags r:id="rId16"/>
            </p:custDataLst>
          </p:nvPr>
        </p:nvSpPr>
        <p:spPr>
          <a:xfrm flipV="1">
            <a:off x="5987098" y="1752600"/>
            <a:ext cx="732155" cy="347663"/>
          </a:xfrm>
          <a:custGeom>
            <a:avLst/>
            <a:gdLst>
              <a:gd name="it" fmla="*/ h 7 12"/>
              <a:gd name="ir" fmla="*/ w 7 12"/>
              <a:gd name="ib" fmla="*/ h 11 12"/>
            </a:gdLst>
            <a:ahLst/>
            <a:cxnLst>
              <a:cxn ang="3">
                <a:pos x="l" y="t"/>
              </a:cxn>
              <a:cxn ang="cd2">
                <a:pos x="l" y="vc"/>
              </a:cxn>
              <a:cxn ang="cd4">
                <a:pos x="l" y="b"/>
              </a:cxn>
              <a:cxn ang="cd4">
                <a:pos x="hc" y="b"/>
              </a:cxn>
              <a:cxn ang="cd4">
                <a:pos x="r" y="b"/>
              </a:cxn>
              <a:cxn ang="0">
                <a:pos x="hc" y="vc"/>
              </a:cxn>
            </a:cxnLst>
            <a:rect l="l" t="t" r="r" b="b"/>
            <a:pathLst>
              <a:path w="1153" h="548">
                <a:moveTo>
                  <a:pt x="0" y="0"/>
                </a:moveTo>
                <a:lnTo>
                  <a:pt x="46" y="21"/>
                </a:lnTo>
                <a:lnTo>
                  <a:pt x="46" y="363"/>
                </a:lnTo>
                <a:lnTo>
                  <a:pt x="163" y="468"/>
                </a:lnTo>
                <a:lnTo>
                  <a:pt x="1049" y="468"/>
                </a:lnTo>
                <a:lnTo>
                  <a:pt x="1153" y="514"/>
                </a:lnTo>
                <a:lnTo>
                  <a:pt x="673" y="514"/>
                </a:lnTo>
                <a:lnTo>
                  <a:pt x="657" y="548"/>
                </a:lnTo>
                <a:lnTo>
                  <a:pt x="332" y="548"/>
                </a:lnTo>
                <a:lnTo>
                  <a:pt x="316" y="514"/>
                </a:lnTo>
                <a:lnTo>
                  <a:pt x="0" y="514"/>
                </a:lnTo>
                <a:lnTo>
                  <a:pt x="0" y="0"/>
                </a:lnTo>
                <a:close/>
              </a:path>
            </a:pathLst>
          </a:custGeom>
          <a:solidFill>
            <a:schemeClr val="accent1"/>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iSans Normal" panose="00000500000000000000" charset="-122"/>
              <a:ea typeface="MiSans Normal" panose="00000500000000000000" charset="-122"/>
              <a:cs typeface="黑体" panose="02010609060101010101" charset="-122"/>
              <a:sym typeface="MiSans Normal" panose="00000500000000000000" charset="-122"/>
            </a:endParaRPr>
          </a:p>
        </p:txBody>
      </p:sp>
      <p:pic>
        <p:nvPicPr>
          <p:cNvPr id="93" name="图片 92"/>
          <p:cNvPicPr>
            <a:picLocks noChangeAspect="1"/>
          </p:cNvPicPr>
          <p:nvPr>
            <p:custDataLst>
              <p:tags r:id="rId17"/>
            </p:custDataLst>
          </p:nvPr>
        </p:nvPicPr>
        <p:blipFill>
          <a:blip r:embed="rId18">
            <a:alphaModFix amt="25000"/>
            <a:duotone>
              <a:schemeClr val="accent1">
                <a:shade val="45000"/>
                <a:satMod val="135000"/>
              </a:schemeClr>
              <a:prstClr val="white"/>
            </a:duotone>
          </a:blip>
          <a:stretch>
            <a:fillRect/>
          </a:stretch>
        </p:blipFill>
        <p:spPr>
          <a:xfrm>
            <a:off x="7722235" y="1669415"/>
            <a:ext cx="2199640" cy="231775"/>
          </a:xfrm>
          <a:prstGeom prst="rect">
            <a:avLst/>
          </a:prstGeom>
        </p:spPr>
      </p:pic>
      <p:pic>
        <p:nvPicPr>
          <p:cNvPr id="94" name="图片 93"/>
          <p:cNvPicPr>
            <a:picLocks noChangeAspect="1"/>
          </p:cNvPicPr>
          <p:nvPr>
            <p:custDataLst>
              <p:tags r:id="rId19"/>
            </p:custDataLst>
          </p:nvPr>
        </p:nvPicPr>
        <p:blipFill>
          <a:blip r:embed="rId18">
            <a:duotone>
              <a:schemeClr val="accent1">
                <a:shade val="45000"/>
                <a:satMod val="135000"/>
              </a:schemeClr>
              <a:prstClr val="white"/>
            </a:duotone>
          </a:blip>
          <a:stretch>
            <a:fillRect/>
          </a:stretch>
        </p:blipFill>
        <p:spPr>
          <a:xfrm>
            <a:off x="8230870" y="1749425"/>
            <a:ext cx="1182370" cy="71755"/>
          </a:xfrm>
          <a:prstGeom prst="rect">
            <a:avLst/>
          </a:prstGeom>
        </p:spPr>
      </p:pic>
      <p:sp>
        <p:nvSpPr>
          <p:cNvPr id="95" name="菱形 94"/>
          <p:cNvSpPr/>
          <p:nvPr>
            <p:custDataLst>
              <p:tags r:id="rId20"/>
            </p:custDataLst>
          </p:nvPr>
        </p:nvSpPr>
        <p:spPr>
          <a:xfrm flipV="1">
            <a:off x="7670800" y="1776095"/>
            <a:ext cx="2302510" cy="17780"/>
          </a:xfrm>
          <a:prstGeom prst="diamond">
            <a:avLst/>
          </a:prstGeom>
          <a:gradFill>
            <a:gsLst>
              <a:gs pos="0">
                <a:schemeClr val="accent1">
                  <a:alpha val="10000"/>
                </a:schemeClr>
              </a:gs>
              <a:gs pos="100000">
                <a:schemeClr val="accent1">
                  <a:alpha val="10000"/>
                </a:schemeClr>
              </a:gs>
              <a:gs pos="50000">
                <a:srgbClr val="FFFFFF"/>
              </a:gs>
            </a:gsLst>
            <a:lin ang="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MiSans Normal" panose="00000500000000000000" charset="-122"/>
              <a:ea typeface="MiSans Normal" panose="00000500000000000000" charset="-122"/>
              <a:sym typeface="MiSans Normal" panose="00000500000000000000" charset="-122"/>
            </a:endParaRPr>
          </a:p>
        </p:txBody>
      </p:sp>
      <p:sp>
        <p:nvSpPr>
          <p:cNvPr id="3" name="矩形 2"/>
          <p:cNvSpPr/>
          <p:nvPr>
            <p:custDataLst>
              <p:tags r:id="rId21"/>
            </p:custDataLst>
          </p:nvPr>
        </p:nvSpPr>
        <p:spPr>
          <a:xfrm>
            <a:off x="6219190" y="2005330"/>
            <a:ext cx="5222240" cy="3845560"/>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2000" kern="0" dirty="0">
                <a:ln>
                  <a:noFill/>
                  <a:prstDash val="sysDot"/>
                </a:ln>
                <a:solidFill>
                  <a:schemeClr val="tx1">
                    <a:lumMod val="85000"/>
                    <a:lumOff val="15000"/>
                  </a:schemeClr>
                </a:solidFill>
                <a:latin typeface="+mn-ea"/>
                <a:cs typeface="+mn-ea"/>
              </a:rPr>
              <a:t>大语言模型提供了强大的信息处理基础，但在非洲这一复杂市场中，其通用性解决方案远未达到精准、可靠的要求。因此，我们需要一个专为非洲知识体系构建的、高保真的垂直解决方案，，为中国企业对非投资、科研机构学术研究、政府部门政策制定提供精准、可靠、及时的信息支撑，最终助力中非经贸合作提质增效，深化中非命运共同体建设。</a:t>
            </a:r>
            <a:br>
              <a:rPr lang="en-US" altLang="zh-CN" sz="2000" kern="0" dirty="0">
                <a:ln>
                  <a:noFill/>
                  <a:prstDash val="sysDot"/>
                </a:ln>
                <a:solidFill>
                  <a:schemeClr val="tx1">
                    <a:lumMod val="85000"/>
                    <a:lumOff val="15000"/>
                  </a:schemeClr>
                </a:solidFill>
                <a:latin typeface="+mn-ea"/>
                <a:cs typeface="+mn-ea"/>
              </a:rPr>
            </a:br>
            <a:endParaRPr lang="en-US" altLang="zh-CN" sz="2000" kern="0" dirty="0">
              <a:ln>
                <a:noFill/>
                <a:prstDash val="sysDot"/>
              </a:ln>
              <a:solidFill>
                <a:schemeClr val="tx1">
                  <a:lumMod val="85000"/>
                  <a:lumOff val="15000"/>
                </a:schemeClr>
              </a:solidFill>
              <a:latin typeface="+mn-ea"/>
              <a:cs typeface="+mn-ea"/>
            </a:endParaRPr>
          </a:p>
        </p:txBody>
      </p:sp>
    </p:spTree>
    <p:custDataLst>
      <p:tags r:id="rId2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占位符 4"/>
          <p:cNvSpPr>
            <a:spLocks noGrp="1"/>
          </p:cNvSpPr>
          <p:nvPr>
            <p:ph type="body" idx="16387"/>
            <p:custDataLst>
              <p:tags r:id="rId1"/>
            </p:custDataLst>
          </p:nvPr>
        </p:nvSpPr>
        <p:spPr/>
        <p:txBody>
          <a:bodyPr/>
          <a:p>
            <a:endParaRPr lang="zh-CN" altLang="en-US"/>
          </a:p>
        </p:txBody>
      </p:sp>
      <p:sp>
        <p:nvSpPr>
          <p:cNvPr id="3" name="标题 1"/>
          <p:cNvSpPr>
            <a:spLocks noGrp="1"/>
          </p:cNvSpPr>
          <p:nvPr>
            <p:ph type="title" idx="16385"/>
            <p:custDataLst>
              <p:tags r:id="rId2"/>
            </p:custDataLst>
          </p:nvPr>
        </p:nvSpPr>
        <p:spPr/>
        <p:txBody>
          <a:bodyPr>
            <a:normAutofit/>
          </a:bodyPr>
          <a:p>
            <a:r>
              <a:rPr lang="zh-CN" altLang="en-US">
                <a:sym typeface="+mn-ea"/>
              </a:rPr>
              <a:t>系统介绍与架构</a:t>
            </a:r>
            <a:endParaRPr lang="zh-CN" altLang="en-US"/>
          </a:p>
        </p:txBody>
      </p:sp>
      <p:sp>
        <p:nvSpPr>
          <p:cNvPr id="4" name="文本占位符 6"/>
          <p:cNvSpPr>
            <a:spLocks noGrp="1"/>
          </p:cNvSpPr>
          <p:nvPr>
            <p:ph type="body" idx="16386"/>
            <p:custDataLst>
              <p:tags r:id="rId3"/>
            </p:custDataLst>
          </p:nvPr>
        </p:nvSpPr>
        <p:spPr/>
        <p:txBody>
          <a:bodyPr/>
          <a:p>
            <a:r>
              <a:rPr lang="en-US" altLang="en-US">
                <a:solidFill>
                  <a:schemeClr val="accent1"/>
                </a:solidFill>
                <a:effectLst>
                  <a:outerShdw blurRad="38100" dist="25400" dir="5400000" algn="ctr" rotWithShape="0">
                    <a:srgbClr val="6E747A">
                      <a:alpha val="43000"/>
                    </a:srgbClr>
                  </a:outerShdw>
                </a:effectLst>
              </a:rPr>
              <a:t>02</a:t>
            </a:r>
            <a:endParaRPr lang="en-US" altLang="en-US">
              <a:solidFill>
                <a:schemeClr val="accent1"/>
              </a:solidFill>
              <a:effectLst>
                <a:outerShdw blurRad="38100" dist="25400" dir="5400000" algn="ctr" rotWithShape="0">
                  <a:srgbClr val="6E747A">
                    <a:alpha val="43000"/>
                  </a:srgbClr>
                </a:outerShdw>
              </a:effectLst>
            </a:endParaRPr>
          </a:p>
        </p:txBody>
      </p:sp>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椭圆 7"/>
          <p:cNvSpPr/>
          <p:nvPr>
            <p:custDataLst>
              <p:tags r:id="rId1"/>
            </p:custDataLst>
          </p:nvPr>
        </p:nvSpPr>
        <p:spPr>
          <a:xfrm rot="10800000">
            <a:off x="5925185" y="2497773"/>
            <a:ext cx="1887855" cy="1887855"/>
          </a:xfrm>
          <a:prstGeom prst="ellipse">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dirty="0"/>
          </a:p>
        </p:txBody>
      </p:sp>
      <p:sp>
        <p:nvSpPr>
          <p:cNvPr id="9" name="椭圆 8"/>
          <p:cNvSpPr/>
          <p:nvPr>
            <p:custDataLst>
              <p:tags r:id="rId2"/>
            </p:custDataLst>
          </p:nvPr>
        </p:nvSpPr>
        <p:spPr>
          <a:xfrm rot="10800000">
            <a:off x="4338955" y="2497773"/>
            <a:ext cx="1887855" cy="1887855"/>
          </a:xfrm>
          <a:prstGeom prst="ellipse">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custDataLst>
              <p:tags r:id="rId3"/>
            </p:custDataLst>
          </p:nvPr>
        </p:nvSpPr>
        <p:spPr>
          <a:xfrm>
            <a:off x="8212455" y="2657793"/>
            <a:ext cx="3197860" cy="3275330"/>
          </a:xfrm>
          <a:prstGeom prst="rect">
            <a:avLst/>
          </a:prstGeom>
        </p:spPr>
        <p:txBody>
          <a:bodyPr wrap="square" lIns="0" tIns="0" rIns="0" bIns="0">
            <a:noAutofit/>
          </a:bodyPr>
          <a:p>
            <a:pPr>
              <a:lnSpc>
                <a:spcPct val="150000"/>
              </a:lnSpc>
              <a:spcBef>
                <a:spcPct val="0"/>
              </a:spcBef>
              <a:spcAft>
                <a:spcPct val="0"/>
              </a:spcAft>
            </a:pPr>
            <a:r>
              <a:rPr lang="zh-CN" altLang="en-US">
                <a:sym typeface="+mn-ea"/>
              </a:rPr>
              <a:t>聚焦中非经贸合作领域，通过整合权威数据源、构建专业知识库、应用先进AI技术，为中国企业对非投资提供精准、可靠、及时的信息支撑和决策参考。</a:t>
            </a:r>
            <a:endParaRPr lang="zh-CN" altLang="en-US">
              <a:sym typeface="+mn-ea"/>
            </a:endParaRPr>
          </a:p>
        </p:txBody>
      </p:sp>
      <p:sp>
        <p:nvSpPr>
          <p:cNvPr id="11" name="矩形 10"/>
          <p:cNvSpPr/>
          <p:nvPr>
            <p:custDataLst>
              <p:tags r:id="rId4"/>
            </p:custDataLst>
          </p:nvPr>
        </p:nvSpPr>
        <p:spPr>
          <a:xfrm>
            <a:off x="8212455" y="2198688"/>
            <a:ext cx="3198495" cy="368300"/>
          </a:xfrm>
          <a:prstGeom prst="rect">
            <a:avLst/>
          </a:prstGeom>
          <a:noFill/>
        </p:spPr>
        <p:txBody>
          <a:bodyPr wrap="square" lIns="0" tIns="0" rIns="0" bIns="0" rtlCol="0" anchor="b" anchorCtr="0">
            <a:noAutofit/>
          </a:bodyPr>
          <a:p>
            <a:pPr>
              <a:spcBef>
                <a:spcPct val="0"/>
              </a:spcBef>
              <a:spcAft>
                <a:spcPct val="0"/>
              </a:spcAft>
            </a:pPr>
            <a:r>
              <a:rPr lang="zh-CN" altLang="en-US" sz="2000" b="1" kern="0" dirty="0">
                <a:solidFill>
                  <a:schemeClr val="accent1"/>
                </a:solidFill>
                <a:latin typeface="+mn-ea"/>
                <a:cs typeface="+mn-ea"/>
              </a:rPr>
              <a:t>尼亚萨波系统</a:t>
            </a:r>
            <a:r>
              <a:rPr lang="zh-CN" altLang="en-US" sz="2000" b="1" kern="0" dirty="0">
                <a:solidFill>
                  <a:schemeClr val="accent1"/>
                </a:solidFill>
                <a:latin typeface="+mn-ea"/>
                <a:cs typeface="+mn-ea"/>
              </a:rPr>
              <a:t>定位</a:t>
            </a:r>
            <a:endParaRPr lang="zh-CN" altLang="en-US" sz="2000" b="1" kern="0" dirty="0">
              <a:solidFill>
                <a:schemeClr val="accent1"/>
              </a:solidFill>
              <a:latin typeface="+mn-ea"/>
              <a:cs typeface="+mn-ea"/>
            </a:endParaRPr>
          </a:p>
        </p:txBody>
      </p:sp>
      <p:sp>
        <p:nvSpPr>
          <p:cNvPr id="12" name="矩形 11"/>
          <p:cNvSpPr/>
          <p:nvPr>
            <p:custDataLst>
              <p:tags r:id="rId5"/>
            </p:custDataLst>
          </p:nvPr>
        </p:nvSpPr>
        <p:spPr>
          <a:xfrm>
            <a:off x="728345" y="2657793"/>
            <a:ext cx="3197860" cy="3275330"/>
          </a:xfrm>
          <a:prstGeom prst="rect">
            <a:avLst/>
          </a:prstGeom>
        </p:spPr>
        <p:txBody>
          <a:bodyPr wrap="square" lIns="0" tIns="0" rIns="0" bIns="0">
            <a:noAutofit/>
          </a:bodyPr>
          <a:p>
            <a:pPr algn="r">
              <a:lnSpc>
                <a:spcPct val="150000"/>
              </a:lnSpc>
              <a:spcBef>
                <a:spcPct val="0"/>
              </a:spcBef>
              <a:spcAft>
                <a:spcPct val="0"/>
              </a:spcAft>
            </a:pPr>
            <a:r>
              <a:rPr lang="zh-CN" altLang="en-US" dirty="0">
                <a:solidFill>
                  <a:schemeClr val="tx1">
                    <a:lumMod val="85000"/>
                    <a:lumOff val="15000"/>
                  </a:schemeClr>
                </a:solidFill>
                <a:latin typeface="+mn-ea"/>
                <a:cs typeface="+mn-ea"/>
              </a:rPr>
              <a:t>“尼亚萨波”源自西非阿坎语，意为“智慧之源”，寓意系统将成为中非经贸信息的权威来源和智慧枢纽。</a:t>
            </a:r>
            <a:endParaRPr lang="zh-CN" altLang="en-US" dirty="0">
              <a:solidFill>
                <a:schemeClr val="tx1">
                  <a:lumMod val="85000"/>
                  <a:lumOff val="15000"/>
                </a:schemeClr>
              </a:solidFill>
              <a:latin typeface="+mn-ea"/>
              <a:cs typeface="+mn-ea"/>
            </a:endParaRPr>
          </a:p>
        </p:txBody>
      </p:sp>
      <p:sp>
        <p:nvSpPr>
          <p:cNvPr id="13" name="矩形 12"/>
          <p:cNvSpPr/>
          <p:nvPr>
            <p:custDataLst>
              <p:tags r:id="rId6"/>
            </p:custDataLst>
          </p:nvPr>
        </p:nvSpPr>
        <p:spPr>
          <a:xfrm>
            <a:off x="728345" y="2198688"/>
            <a:ext cx="3197225" cy="368300"/>
          </a:xfrm>
          <a:prstGeom prst="rect">
            <a:avLst/>
          </a:prstGeom>
          <a:noFill/>
        </p:spPr>
        <p:txBody>
          <a:bodyPr wrap="square" lIns="0" tIns="0" rIns="0" bIns="0" rtlCol="0" anchor="b" anchorCtr="0">
            <a:noAutofit/>
          </a:bodyPr>
          <a:p>
            <a:pPr algn="r">
              <a:spcBef>
                <a:spcPct val="0"/>
              </a:spcBef>
              <a:spcAft>
                <a:spcPct val="0"/>
              </a:spcAft>
            </a:pPr>
            <a:r>
              <a:rPr lang="zh-CN" altLang="en-US" sz="2000" b="1" kern="0">
                <a:solidFill>
                  <a:schemeClr val="accent1"/>
                </a:solidFill>
                <a:latin typeface="+mn-ea"/>
                <a:cs typeface="+mn-ea"/>
              </a:rPr>
              <a:t>尼亚萨波名称</a:t>
            </a:r>
            <a:r>
              <a:rPr lang="zh-CN" altLang="en-US" sz="2000" b="1" kern="0">
                <a:solidFill>
                  <a:schemeClr val="accent1"/>
                </a:solidFill>
                <a:latin typeface="+mn-ea"/>
                <a:cs typeface="+mn-ea"/>
              </a:rPr>
              <a:t>含义</a:t>
            </a:r>
            <a:endParaRPr lang="zh-CN" altLang="en-US" sz="2000" b="1" kern="0">
              <a:solidFill>
                <a:schemeClr val="accent1"/>
              </a:solidFill>
              <a:latin typeface="+mn-ea"/>
              <a:cs typeface="+mn-ea"/>
            </a:endParaRPr>
          </a:p>
        </p:txBody>
      </p:sp>
      <p:pic>
        <p:nvPicPr>
          <p:cNvPr id="14" name="图片 3" descr="343439383331313b343532303031393bd2b5bca8b9dcc0ed"/>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5085080" y="3243898"/>
            <a:ext cx="396000" cy="396000"/>
          </a:xfrm>
          <a:prstGeom prst="rect">
            <a:avLst/>
          </a:prstGeom>
        </p:spPr>
      </p:pic>
      <p:pic>
        <p:nvPicPr>
          <p:cNvPr id="15" name="图片 4" descr="343439383331313b343532303032303bb8f6c8cbd0c5cfa2"/>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6674485" y="3247073"/>
            <a:ext cx="388799" cy="388799"/>
          </a:xfrm>
          <a:prstGeom prst="rect">
            <a:avLst/>
          </a:prstGeom>
        </p:spPr>
      </p:pic>
      <p:sp>
        <p:nvSpPr>
          <p:cNvPr id="18" name="标题 17"/>
          <p:cNvSpPr>
            <a:spLocks noGrp="1"/>
          </p:cNvSpPr>
          <p:nvPr>
            <p:ph type="ctrTitle" idx="16385"/>
            <p:custDataLst>
              <p:tags r:id="rId13"/>
            </p:custDataLst>
          </p:nvPr>
        </p:nvSpPr>
        <p:spPr>
          <a:xfrm>
            <a:off x="478790" y="539750"/>
            <a:ext cx="5617210" cy="835660"/>
          </a:xfrm>
        </p:spPr>
        <p:txBody>
          <a:bodyPr/>
          <a:p>
            <a:r>
              <a:rPr lang="en-US" altLang="zh-CN" sz="3200" b="1">
                <a:sym typeface="+mn-ea"/>
              </a:rPr>
              <a:t>“</a:t>
            </a:r>
            <a:r>
              <a:rPr lang="zh-CN" altLang="en-US" sz="3200" b="1">
                <a:sym typeface="+mn-ea"/>
              </a:rPr>
              <a:t>尼亚萨波</a:t>
            </a:r>
            <a:r>
              <a:rPr lang="en-US" altLang="zh-CN" sz="3200" b="1">
                <a:sym typeface="+mn-ea"/>
              </a:rPr>
              <a:t>”</a:t>
            </a:r>
            <a:r>
              <a:rPr lang="zh-CN" altLang="en-US" sz="3200" b="1">
                <a:sym typeface="+mn-ea"/>
              </a:rPr>
              <a:t>名称含义及定位</a:t>
            </a:r>
            <a:endParaRPr lang="zh-CN" altLang="en-US" sz="3200" b="1">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custDataLst>
              <p:tags r:id="rId1"/>
            </p:custDataLst>
          </p:nvPr>
        </p:nvSpPr>
        <p:spPr>
          <a:xfrm flipH="1">
            <a:off x="7863840" y="782955"/>
            <a:ext cx="3958590" cy="5292090"/>
          </a:xfrm>
          <a:prstGeom prst="rect">
            <a:avLst/>
          </a:prstGeom>
          <a:solidFill>
            <a:srgbClr val="BFBFBF">
              <a:alpha val="23000"/>
            </a:srgbClr>
          </a:solidFill>
          <a:ln w="9525">
            <a:solidFill>
              <a:srgbClr val="BFBFBF">
                <a:alpha val="15000"/>
              </a:srgb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431800" rIns="360045" numCol="1" spcCol="0" rtlCol="0" fromWordArt="0" anchor="ctr" anchorCtr="0" forceAA="0" compatLnSpc="1">
            <a:normAutofit/>
          </a:bodyPr>
          <a:lstStyle/>
          <a:p>
            <a:pPr indent="0" algn="just" fontAlgn="auto">
              <a:lnSpc>
                <a:spcPct val="150000"/>
              </a:lnSpc>
              <a:spcAft>
                <a:spcPts val="1200"/>
              </a:spcAft>
            </a:pPr>
            <a:r>
              <a:rPr lang="zh-CN" altLang="en-US" sz="1600">
                <a:solidFill>
                  <a:schemeClr val="tx1">
                    <a:lumMod val="85000"/>
                    <a:lumOff val="15000"/>
                  </a:schemeClr>
                </a:solidFill>
                <a:latin typeface="+mn-ea"/>
                <a:cs typeface="+mn-ea"/>
                <a:sym typeface="+mn-ea"/>
              </a:rPr>
              <a:t>尼亚萨波系统以检索增强生成（</a:t>
            </a:r>
            <a:r>
              <a:rPr lang="en-US" altLang="zh-CN" sz="1600">
                <a:solidFill>
                  <a:schemeClr val="tx1">
                    <a:lumMod val="85000"/>
                    <a:lumOff val="15000"/>
                  </a:schemeClr>
                </a:solidFill>
                <a:latin typeface="+mn-ea"/>
                <a:cs typeface="+mn-ea"/>
                <a:sym typeface="+mn-ea"/>
              </a:rPr>
              <a:t>RAG</a:t>
            </a:r>
            <a:r>
              <a:rPr lang="zh-CN" altLang="en-US" sz="1600">
                <a:solidFill>
                  <a:schemeClr val="tx1">
                    <a:lumMod val="85000"/>
                    <a:lumOff val="15000"/>
                  </a:schemeClr>
                </a:solidFill>
                <a:latin typeface="+mn-ea"/>
                <a:cs typeface="+mn-ea"/>
                <a:sym typeface="+mn-ea"/>
              </a:rPr>
              <a:t>）技术为核心，整合五大类权威数据源，构建覆盖非洲</a:t>
            </a:r>
            <a:r>
              <a:rPr lang="en-US" altLang="zh-CN" sz="1600">
                <a:solidFill>
                  <a:schemeClr val="tx1">
                    <a:lumMod val="85000"/>
                    <a:lumOff val="15000"/>
                  </a:schemeClr>
                </a:solidFill>
                <a:latin typeface="+mn-ea"/>
                <a:cs typeface="+mn-ea"/>
                <a:sym typeface="+mn-ea"/>
              </a:rPr>
              <a:t> 54 </a:t>
            </a:r>
            <a:r>
              <a:rPr lang="zh-CN" altLang="en-US" sz="1600">
                <a:solidFill>
                  <a:schemeClr val="tx1">
                    <a:lumMod val="85000"/>
                    <a:lumOff val="15000"/>
                  </a:schemeClr>
                </a:solidFill>
                <a:latin typeface="+mn-ea"/>
                <a:cs typeface="+mn-ea"/>
                <a:sym typeface="+mn-ea"/>
              </a:rPr>
              <a:t>国的专业知识库，通过</a:t>
            </a:r>
            <a:r>
              <a:rPr lang="en-US" altLang="zh-CN" sz="1600">
                <a:solidFill>
                  <a:schemeClr val="tx1">
                    <a:lumMod val="85000"/>
                    <a:lumOff val="15000"/>
                  </a:schemeClr>
                </a:solidFill>
                <a:latin typeface="+mn-ea"/>
                <a:cs typeface="+mn-ea"/>
                <a:sym typeface="+mn-ea"/>
              </a:rPr>
              <a:t> “</a:t>
            </a:r>
            <a:r>
              <a:rPr lang="zh-CN" altLang="en-US" sz="1600">
                <a:solidFill>
                  <a:schemeClr val="tx1">
                    <a:lumMod val="85000"/>
                    <a:lumOff val="15000"/>
                  </a:schemeClr>
                </a:solidFill>
                <a:latin typeface="+mn-ea"/>
                <a:cs typeface="+mn-ea"/>
                <a:sym typeface="+mn-ea"/>
              </a:rPr>
              <a:t>国别通</a:t>
            </a:r>
            <a:r>
              <a:rPr lang="en-US" altLang="zh-CN" sz="1600">
                <a:solidFill>
                  <a:schemeClr val="tx1">
                    <a:lumMod val="85000"/>
                    <a:lumOff val="15000"/>
                  </a:schemeClr>
                </a:solidFill>
                <a:latin typeface="+mn-ea"/>
                <a:cs typeface="+mn-ea"/>
                <a:sym typeface="+mn-ea"/>
              </a:rPr>
              <a:t>”“</a:t>
            </a:r>
            <a:r>
              <a:rPr lang="zh-CN" altLang="en-US" sz="1600">
                <a:solidFill>
                  <a:schemeClr val="tx1">
                    <a:lumMod val="85000"/>
                    <a:lumOff val="15000"/>
                  </a:schemeClr>
                </a:solidFill>
                <a:latin typeface="+mn-ea"/>
                <a:cs typeface="+mn-ea"/>
                <a:sym typeface="+mn-ea"/>
              </a:rPr>
              <a:t>行业通</a:t>
            </a:r>
            <a:r>
              <a:rPr lang="en-US" altLang="zh-CN" sz="1600">
                <a:solidFill>
                  <a:schemeClr val="tx1">
                    <a:lumMod val="85000"/>
                    <a:lumOff val="15000"/>
                  </a:schemeClr>
                </a:solidFill>
                <a:latin typeface="+mn-ea"/>
                <a:cs typeface="+mn-ea"/>
                <a:sym typeface="+mn-ea"/>
              </a:rPr>
              <a:t>” </a:t>
            </a:r>
            <a:r>
              <a:rPr lang="zh-CN" altLang="en-US" sz="1600">
                <a:solidFill>
                  <a:schemeClr val="tx1">
                    <a:lumMod val="85000"/>
                    <a:lumOff val="15000"/>
                  </a:schemeClr>
                </a:solidFill>
                <a:latin typeface="+mn-ea"/>
                <a:cs typeface="+mn-ea"/>
                <a:sym typeface="+mn-ea"/>
              </a:rPr>
              <a:t>等五大应用矩阵，为对非投资企业、科研机构等提供精准的贸易数据、政策解读、风险评估、实时资讯等服务，凭借专业、可靠、时效的核心优势，破解中非经贸合作中的信息鸿沟，助力合作高质量发展。</a:t>
            </a:r>
            <a:endParaRPr lang="zh-CN" altLang="en-US" sz="1600">
              <a:solidFill>
                <a:schemeClr val="tx1">
                  <a:lumMod val="85000"/>
                  <a:lumOff val="15000"/>
                </a:schemeClr>
              </a:solidFill>
              <a:latin typeface="+mn-ea"/>
              <a:cs typeface="+mn-ea"/>
              <a:sym typeface="+mn-ea"/>
            </a:endParaRPr>
          </a:p>
        </p:txBody>
      </p:sp>
      <p:pic>
        <p:nvPicPr>
          <p:cNvPr id="3" name="图片 2" descr="D:/工作文件/工作文件/单页/用图/无版权图片/办公 商务/pexels-rpnickson-3082341.jpgpexels-rpnickson-3082341"/>
          <p:cNvPicPr>
            <a:picLocks noChangeAspect="1"/>
          </p:cNvPicPr>
          <p:nvPr>
            <p:custDataLst>
              <p:tags r:id="rId2"/>
            </p:custDataLst>
          </p:nvPr>
        </p:nvPicPr>
        <p:blipFill>
          <a:blip r:embed="rId3"/>
          <a:srcRect l="3926" r="16436"/>
          <a:stretch>
            <a:fillRect/>
          </a:stretch>
        </p:blipFill>
        <p:spPr>
          <a:xfrm>
            <a:off x="369570" y="782955"/>
            <a:ext cx="7494270" cy="5292090"/>
          </a:xfrm>
          <a:prstGeom prst="rect">
            <a:avLst/>
          </a:prstGeom>
          <a:solidFill>
            <a:schemeClr val="accent1"/>
          </a:solidFill>
          <a:ln>
            <a:solidFill>
              <a:schemeClr val="accent1">
                <a:alpha val="15000"/>
              </a:schemeClr>
            </a:solidFill>
          </a:ln>
        </p:spPr>
      </p:pic>
      <p:sp>
        <p:nvSpPr>
          <p:cNvPr id="2" name="文本框 1"/>
          <p:cNvSpPr txBox="1"/>
          <p:nvPr/>
        </p:nvSpPr>
        <p:spPr>
          <a:xfrm>
            <a:off x="369570" y="134620"/>
            <a:ext cx="6096000" cy="583565"/>
          </a:xfrm>
          <a:prstGeom prst="rect">
            <a:avLst/>
          </a:prstGeom>
          <a:noFill/>
        </p:spPr>
        <p:txBody>
          <a:bodyPr wrap="square" rtlCol="0" anchor="t">
            <a:spAutoFit/>
          </a:bodyPr>
          <a:p>
            <a:r>
              <a:rPr lang="en-US" altLang="zh-CN" sz="3200" b="1">
                <a:sym typeface="+mn-ea"/>
              </a:rPr>
              <a:t>“</a:t>
            </a:r>
            <a:r>
              <a:rPr lang="zh-CN" altLang="en-US" sz="3200" b="1">
                <a:sym typeface="+mn-ea"/>
              </a:rPr>
              <a:t>尼亚萨波</a:t>
            </a:r>
            <a:r>
              <a:rPr lang="en-US" altLang="zh-CN" sz="3200" b="1">
                <a:sym typeface="+mn-ea"/>
              </a:rPr>
              <a:t>”</a:t>
            </a:r>
            <a:r>
              <a:rPr lang="zh-CN" altLang="en-US" sz="3200" b="1">
                <a:sym typeface="+mn-ea"/>
              </a:rPr>
              <a:t>名称含义及定位</a:t>
            </a:r>
            <a:endParaRPr lang="zh-CN" altLang="en-US" sz="3200" b="1">
              <a:sym typeface="+mn-ea"/>
            </a:endParaRPr>
          </a:p>
        </p:txBody>
      </p:sp>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nvPr>
        </p:nvSpPr>
        <p:spPr/>
        <p:txBody>
          <a:bodyPr/>
          <a:p>
            <a:r>
              <a:rPr lang="zh-CN" altLang="en-US" sz="3200" b="1">
                <a:sym typeface="+mn-ea"/>
              </a:rPr>
              <a:t>尼亚萨波系统核心优势</a:t>
            </a:r>
            <a:endParaRPr lang="zh-CN" altLang="en-US" sz="3200" b="1">
              <a:sym typeface="+mn-ea"/>
            </a:endParaRPr>
          </a:p>
        </p:txBody>
      </p:sp>
      <p:sp>
        <p:nvSpPr>
          <p:cNvPr id="13" name="圆角矩形 12"/>
          <p:cNvSpPr/>
          <p:nvPr>
            <p:custDataLst>
              <p:tags r:id="rId1"/>
            </p:custDataLst>
          </p:nvPr>
        </p:nvSpPr>
        <p:spPr>
          <a:xfrm>
            <a:off x="821373" y="1895793"/>
            <a:ext cx="3235960" cy="4197350"/>
          </a:xfrm>
          <a:prstGeom prst="roundRect">
            <a:avLst>
              <a:gd name="adj" fmla="val 2258"/>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圆角矩形 13"/>
          <p:cNvSpPr/>
          <p:nvPr>
            <p:custDataLst>
              <p:tags r:id="rId2"/>
            </p:custDataLst>
          </p:nvPr>
        </p:nvSpPr>
        <p:spPr>
          <a:xfrm>
            <a:off x="4489133" y="1895793"/>
            <a:ext cx="3235960" cy="4197350"/>
          </a:xfrm>
          <a:prstGeom prst="roundRect">
            <a:avLst>
              <a:gd name="adj" fmla="val 2258"/>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custDataLst>
              <p:tags r:id="rId3"/>
            </p:custDataLst>
          </p:nvPr>
        </p:nvSpPr>
        <p:spPr>
          <a:xfrm>
            <a:off x="1126173" y="3200718"/>
            <a:ext cx="2607310" cy="2335530"/>
          </a:xfrm>
          <a:prstGeom prst="rect">
            <a:avLst/>
          </a:prstGeom>
        </p:spPr>
        <p:txBody>
          <a:bodyPr wrap="square" lIns="0" tIns="0" rIns="0" bIns="0">
            <a:noAutofit/>
          </a:bodyPr>
          <a:p>
            <a:pPr algn="ctr">
              <a:lnSpc>
                <a:spcPct val="150000"/>
              </a:lnSpc>
              <a:spcBef>
                <a:spcPct val="0"/>
              </a:spcBef>
              <a:spcAft>
                <a:spcPct val="0"/>
              </a:spcAft>
            </a:pPr>
            <a:r>
              <a:rPr lang="zh-CN" altLang="en-US">
                <a:sym typeface="+mn-ea"/>
              </a:rPr>
              <a:t>覆盖非洲54国专业知识库，整合经贸数据、政策法规，形成深度垂直领域认知。</a:t>
            </a:r>
            <a:endParaRPr lang="zh-CN" altLang="en-US"/>
          </a:p>
          <a:p>
            <a:pPr algn="ctr">
              <a:lnSpc>
                <a:spcPct val="150000"/>
              </a:lnSpc>
              <a:spcBef>
                <a:spcPct val="0"/>
              </a:spcBef>
              <a:spcAft>
                <a:spcPct val="0"/>
              </a:spcAft>
            </a:pPr>
            <a:endParaRPr lang="zh-CN" altLang="en-US" dirty="0">
              <a:ln>
                <a:noFill/>
                <a:prstDash val="sysDot"/>
              </a:ln>
              <a:solidFill>
                <a:schemeClr val="tx1">
                  <a:lumMod val="85000"/>
                  <a:lumOff val="15000"/>
                </a:schemeClr>
              </a:solidFill>
              <a:latin typeface="+mn-ea"/>
              <a:cs typeface="+mn-ea"/>
            </a:endParaRPr>
          </a:p>
        </p:txBody>
      </p:sp>
      <p:sp>
        <p:nvSpPr>
          <p:cNvPr id="16" name="矩形 15"/>
          <p:cNvSpPr/>
          <p:nvPr>
            <p:custDataLst>
              <p:tags r:id="rId4"/>
            </p:custDataLst>
          </p:nvPr>
        </p:nvSpPr>
        <p:spPr>
          <a:xfrm>
            <a:off x="1049338" y="2576513"/>
            <a:ext cx="2780030" cy="442595"/>
          </a:xfrm>
          <a:prstGeom prst="rect">
            <a:avLst/>
          </a:prstGeom>
          <a:noFill/>
        </p:spPr>
        <p:txBody>
          <a:bodyPr wrap="square" lIns="0" tIns="0" rIns="0" bIns="0" rtlCol="0" anchor="b" anchorCtr="0">
            <a:noAutofit/>
          </a:bodyPr>
          <a:p>
            <a:pPr algn="ctr">
              <a:spcBef>
                <a:spcPct val="0"/>
              </a:spcBef>
              <a:spcAft>
                <a:spcPct val="0"/>
              </a:spcAft>
            </a:pPr>
            <a:r>
              <a:rPr lang="zh-CN" altLang="en-US" sz="2400" b="1" kern="0">
                <a:solidFill>
                  <a:schemeClr val="accent1"/>
                </a:solidFill>
                <a:latin typeface="+mn-ea"/>
                <a:cs typeface="+mn-ea"/>
              </a:rPr>
              <a:t>专业性</a:t>
            </a:r>
            <a:r>
              <a:rPr lang="zh-CN" altLang="en-US" sz="2400" b="1" kern="0">
                <a:solidFill>
                  <a:schemeClr val="accent1"/>
                </a:solidFill>
                <a:latin typeface="+mn-ea"/>
                <a:cs typeface="+mn-ea"/>
              </a:rPr>
              <a:t>优势</a:t>
            </a:r>
            <a:endParaRPr lang="zh-CN" altLang="en-US" sz="2400" b="1" kern="0">
              <a:solidFill>
                <a:schemeClr val="accent1"/>
              </a:solidFill>
              <a:latin typeface="+mn-ea"/>
              <a:cs typeface="+mn-ea"/>
            </a:endParaRPr>
          </a:p>
        </p:txBody>
      </p:sp>
      <p:sp>
        <p:nvSpPr>
          <p:cNvPr id="17" name="矩形 16"/>
          <p:cNvSpPr/>
          <p:nvPr>
            <p:custDataLst>
              <p:tags r:id="rId5"/>
            </p:custDataLst>
          </p:nvPr>
        </p:nvSpPr>
        <p:spPr>
          <a:xfrm>
            <a:off x="4837113" y="3200718"/>
            <a:ext cx="2607310" cy="2335530"/>
          </a:xfrm>
          <a:prstGeom prst="rect">
            <a:avLst/>
          </a:prstGeom>
        </p:spPr>
        <p:txBody>
          <a:bodyPr wrap="square" lIns="0" tIns="0" rIns="0" bIns="0">
            <a:noAutofit/>
          </a:bodyPr>
          <a:p>
            <a:pPr algn="ctr">
              <a:lnSpc>
                <a:spcPct val="150000"/>
              </a:lnSpc>
              <a:spcBef>
                <a:spcPct val="0"/>
              </a:spcBef>
              <a:spcAft>
                <a:spcPct val="0"/>
              </a:spcAft>
            </a:pPr>
            <a:r>
              <a:rPr lang="zh-CN" altLang="en-US">
                <a:sym typeface="+mn-ea"/>
              </a:rPr>
              <a:t>采用检索增强生成技术，每条回答来源明确，解决大模型幻觉问题，信息准确可信。</a:t>
            </a:r>
            <a:endParaRPr lang="zh-CN" altLang="en-US"/>
          </a:p>
          <a:p>
            <a:pPr algn="ctr">
              <a:lnSpc>
                <a:spcPct val="150000"/>
              </a:lnSpc>
              <a:spcBef>
                <a:spcPct val="0"/>
              </a:spcBef>
              <a:spcAft>
                <a:spcPct val="0"/>
              </a:spcAft>
            </a:pPr>
            <a:endParaRPr lang="zh-CN" altLang="en-US">
              <a:ln>
                <a:noFill/>
                <a:prstDash val="sysDot"/>
              </a:ln>
              <a:solidFill>
                <a:schemeClr val="tx1">
                  <a:lumMod val="85000"/>
                  <a:lumOff val="15000"/>
                </a:schemeClr>
              </a:solidFill>
              <a:latin typeface="+mn-ea"/>
              <a:cs typeface="+mn-ea"/>
            </a:endParaRPr>
          </a:p>
        </p:txBody>
      </p:sp>
      <p:sp>
        <p:nvSpPr>
          <p:cNvPr id="18" name="矩形 17"/>
          <p:cNvSpPr/>
          <p:nvPr>
            <p:custDataLst>
              <p:tags r:id="rId6"/>
            </p:custDataLst>
          </p:nvPr>
        </p:nvSpPr>
        <p:spPr>
          <a:xfrm>
            <a:off x="4717098" y="2576513"/>
            <a:ext cx="2780030" cy="442595"/>
          </a:xfrm>
          <a:prstGeom prst="rect">
            <a:avLst/>
          </a:prstGeom>
          <a:noFill/>
        </p:spPr>
        <p:txBody>
          <a:bodyPr wrap="square" lIns="0" tIns="0" rIns="0" bIns="0" rtlCol="0" anchor="b" anchorCtr="0">
            <a:noAutofit/>
          </a:bodyPr>
          <a:p>
            <a:pPr algn="ctr">
              <a:spcBef>
                <a:spcPct val="0"/>
              </a:spcBef>
              <a:spcAft>
                <a:spcPct val="0"/>
              </a:spcAft>
            </a:pPr>
            <a:r>
              <a:rPr lang="zh-CN" altLang="en-US" sz="2400" b="1" kern="0">
                <a:solidFill>
                  <a:schemeClr val="accent1"/>
                </a:solidFill>
                <a:latin typeface="+mn-ea"/>
                <a:cs typeface="+mn-ea"/>
              </a:rPr>
              <a:t>可靠性优势</a:t>
            </a:r>
            <a:endParaRPr lang="zh-CN" altLang="en-US" sz="2400" b="1" kern="0">
              <a:solidFill>
                <a:schemeClr val="accent1"/>
              </a:solidFill>
              <a:latin typeface="+mn-ea"/>
              <a:cs typeface="+mn-ea"/>
            </a:endParaRPr>
          </a:p>
        </p:txBody>
      </p:sp>
      <p:sp>
        <p:nvSpPr>
          <p:cNvPr id="19" name="圆角矩形 18"/>
          <p:cNvSpPr/>
          <p:nvPr>
            <p:custDataLst>
              <p:tags r:id="rId7"/>
            </p:custDataLst>
          </p:nvPr>
        </p:nvSpPr>
        <p:spPr>
          <a:xfrm>
            <a:off x="8223568" y="1895793"/>
            <a:ext cx="3235960" cy="4197350"/>
          </a:xfrm>
          <a:prstGeom prst="roundRect">
            <a:avLst>
              <a:gd name="adj" fmla="val 2258"/>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矩形 19"/>
          <p:cNvSpPr/>
          <p:nvPr>
            <p:custDataLst>
              <p:tags r:id="rId8"/>
            </p:custDataLst>
          </p:nvPr>
        </p:nvSpPr>
        <p:spPr>
          <a:xfrm>
            <a:off x="8548053" y="3200718"/>
            <a:ext cx="2607310" cy="2335530"/>
          </a:xfrm>
          <a:prstGeom prst="rect">
            <a:avLst/>
          </a:prstGeom>
        </p:spPr>
        <p:txBody>
          <a:bodyPr wrap="square" lIns="0" tIns="0" rIns="0" bIns="0">
            <a:noAutofit/>
          </a:bodyPr>
          <a:p>
            <a:pPr algn="ctr">
              <a:lnSpc>
                <a:spcPct val="150000"/>
              </a:lnSpc>
              <a:spcBef>
                <a:spcPct val="0"/>
              </a:spcBef>
              <a:spcAft>
                <a:spcPct val="0"/>
              </a:spcAft>
            </a:pPr>
            <a:r>
              <a:rPr lang="zh-CN" altLang="en-US">
                <a:sym typeface="+mn-ea"/>
              </a:rPr>
              <a:t>建立三重知识更新机制，自动化爬虫与专人维护，持续跟踪中非经贸动态，确保信息最新。</a:t>
            </a:r>
            <a:endParaRPr lang="zh-CN" altLang="en-US">
              <a:ln>
                <a:noFill/>
                <a:prstDash val="sysDot"/>
              </a:ln>
              <a:solidFill>
                <a:schemeClr val="tx1">
                  <a:lumMod val="85000"/>
                  <a:lumOff val="15000"/>
                </a:schemeClr>
              </a:solidFill>
              <a:latin typeface="+mn-ea"/>
              <a:cs typeface="+mn-ea"/>
              <a:sym typeface="+mn-ea"/>
            </a:endParaRPr>
          </a:p>
        </p:txBody>
      </p:sp>
      <p:sp>
        <p:nvSpPr>
          <p:cNvPr id="21" name="矩形 20"/>
          <p:cNvSpPr/>
          <p:nvPr>
            <p:custDataLst>
              <p:tags r:id="rId9"/>
            </p:custDataLst>
          </p:nvPr>
        </p:nvSpPr>
        <p:spPr>
          <a:xfrm>
            <a:off x="8451533" y="2576513"/>
            <a:ext cx="2780030" cy="442595"/>
          </a:xfrm>
          <a:prstGeom prst="rect">
            <a:avLst/>
          </a:prstGeom>
          <a:noFill/>
        </p:spPr>
        <p:txBody>
          <a:bodyPr wrap="square" lIns="0" tIns="0" rIns="0" bIns="0" rtlCol="0" anchor="b" anchorCtr="0">
            <a:noAutofit/>
          </a:bodyPr>
          <a:p>
            <a:pPr algn="ctr">
              <a:spcBef>
                <a:spcPct val="0"/>
              </a:spcBef>
              <a:spcAft>
                <a:spcPct val="0"/>
              </a:spcAft>
            </a:pPr>
            <a:r>
              <a:rPr lang="zh-CN" altLang="en-US" sz="2400" b="1" kern="0">
                <a:solidFill>
                  <a:schemeClr val="accent1"/>
                </a:solidFill>
                <a:latin typeface="+mn-ea"/>
                <a:cs typeface="+mn-ea"/>
              </a:rPr>
              <a:t>时效性</a:t>
            </a:r>
            <a:r>
              <a:rPr lang="zh-CN" altLang="en-US" sz="2400" b="1" kern="0">
                <a:solidFill>
                  <a:schemeClr val="accent1"/>
                </a:solidFill>
                <a:latin typeface="+mn-ea"/>
                <a:cs typeface="+mn-ea"/>
              </a:rPr>
              <a:t>优势</a:t>
            </a:r>
            <a:endParaRPr lang="zh-CN" altLang="en-US" sz="2400" b="1" kern="0">
              <a:solidFill>
                <a:schemeClr val="accent1"/>
              </a:solidFill>
              <a:latin typeface="+mn-ea"/>
              <a:cs typeface="+mn-ea"/>
            </a:endParaRPr>
          </a:p>
        </p:txBody>
      </p:sp>
      <p:cxnSp>
        <p:nvCxnSpPr>
          <p:cNvPr id="30" name="直接连接符 29"/>
          <p:cNvCxnSpPr/>
          <p:nvPr>
            <p:custDataLst>
              <p:tags r:id="rId10"/>
            </p:custDataLst>
          </p:nvPr>
        </p:nvCxnSpPr>
        <p:spPr>
          <a:xfrm>
            <a:off x="2270443" y="5775008"/>
            <a:ext cx="337820" cy="0"/>
          </a:xfrm>
          <a:prstGeom prst="line">
            <a:avLst/>
          </a:prstGeom>
          <a:ln w="47625" cap="rnd">
            <a:solidFill>
              <a:schemeClr val="accent1"/>
            </a:solidFill>
          </a:ln>
        </p:spPr>
        <p:style>
          <a:lnRef idx="2">
            <a:schemeClr val="accent1"/>
          </a:lnRef>
          <a:fillRef idx="0">
            <a:srgbClr val="FFFFFF"/>
          </a:fillRef>
          <a:effectRef idx="0">
            <a:srgbClr val="FFFFFF"/>
          </a:effectRef>
          <a:fontRef idx="minor">
            <a:schemeClr val="tx1"/>
          </a:fontRef>
        </p:style>
      </p:cxnSp>
      <p:cxnSp>
        <p:nvCxnSpPr>
          <p:cNvPr id="22" name="直接连接符 21"/>
          <p:cNvCxnSpPr/>
          <p:nvPr>
            <p:custDataLst>
              <p:tags r:id="rId11"/>
            </p:custDataLst>
          </p:nvPr>
        </p:nvCxnSpPr>
        <p:spPr>
          <a:xfrm>
            <a:off x="5938203" y="5775008"/>
            <a:ext cx="337820" cy="0"/>
          </a:xfrm>
          <a:prstGeom prst="line">
            <a:avLst/>
          </a:prstGeom>
          <a:ln w="47625" cap="rnd">
            <a:solidFill>
              <a:schemeClr val="accent1"/>
            </a:solidFill>
          </a:ln>
        </p:spPr>
        <p:style>
          <a:lnRef idx="2">
            <a:schemeClr val="accent1"/>
          </a:lnRef>
          <a:fillRef idx="0">
            <a:srgbClr val="FFFFFF"/>
          </a:fillRef>
          <a:effectRef idx="0">
            <a:srgbClr val="FFFFFF"/>
          </a:effectRef>
          <a:fontRef idx="minor">
            <a:schemeClr val="tx1"/>
          </a:fontRef>
        </p:style>
      </p:cxnSp>
      <p:cxnSp>
        <p:nvCxnSpPr>
          <p:cNvPr id="23" name="直接连接符 22"/>
          <p:cNvCxnSpPr/>
          <p:nvPr>
            <p:custDataLst>
              <p:tags r:id="rId12"/>
            </p:custDataLst>
          </p:nvPr>
        </p:nvCxnSpPr>
        <p:spPr>
          <a:xfrm>
            <a:off x="9672638" y="5775008"/>
            <a:ext cx="337820" cy="0"/>
          </a:xfrm>
          <a:prstGeom prst="line">
            <a:avLst/>
          </a:prstGeom>
          <a:ln w="47625" cap="rnd">
            <a:solidFill>
              <a:schemeClr val="accent1"/>
            </a:solidFill>
          </a:ln>
        </p:spPr>
        <p:style>
          <a:lnRef idx="2">
            <a:schemeClr val="accent1"/>
          </a:lnRef>
          <a:fillRef idx="0">
            <a:srgbClr val="FFFFFF"/>
          </a:fillRef>
          <a:effectRef idx="0">
            <a:srgbClr val="FFFFFF"/>
          </a:effectRef>
          <a:fontRef idx="minor">
            <a:schemeClr val="tx1"/>
          </a:fontRef>
        </p:style>
      </p:cxnSp>
      <p:sp>
        <p:nvSpPr>
          <p:cNvPr id="24" name="椭圆 23"/>
          <p:cNvSpPr/>
          <p:nvPr>
            <p:custDataLst>
              <p:tags r:id="rId13"/>
            </p:custDataLst>
          </p:nvPr>
        </p:nvSpPr>
        <p:spPr>
          <a:xfrm>
            <a:off x="2031683" y="1469073"/>
            <a:ext cx="890270" cy="890270"/>
          </a:xfrm>
          <a:prstGeom prst="ellipse">
            <a:avLst/>
          </a:prstGeom>
          <a:solidFill>
            <a:schemeClr val="accent1">
              <a:alpha val="15000"/>
            </a:schemeClr>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椭圆 24"/>
          <p:cNvSpPr/>
          <p:nvPr>
            <p:custDataLst>
              <p:tags r:id="rId14"/>
            </p:custDataLst>
          </p:nvPr>
        </p:nvSpPr>
        <p:spPr>
          <a:xfrm>
            <a:off x="2061528" y="1468438"/>
            <a:ext cx="829945" cy="829945"/>
          </a:xfrm>
          <a:prstGeom prst="ellipse">
            <a:avLst/>
          </a:prstGeom>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椭圆 25"/>
          <p:cNvSpPr/>
          <p:nvPr>
            <p:custDataLst>
              <p:tags r:id="rId15"/>
            </p:custDataLst>
          </p:nvPr>
        </p:nvSpPr>
        <p:spPr>
          <a:xfrm>
            <a:off x="5661978" y="1469073"/>
            <a:ext cx="890270" cy="890270"/>
          </a:xfrm>
          <a:prstGeom prst="ellipse">
            <a:avLst/>
          </a:prstGeom>
          <a:solidFill>
            <a:schemeClr val="accent1">
              <a:alpha val="15000"/>
            </a:schemeClr>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椭圆 26"/>
          <p:cNvSpPr/>
          <p:nvPr>
            <p:custDataLst>
              <p:tags r:id="rId16"/>
            </p:custDataLst>
          </p:nvPr>
        </p:nvSpPr>
        <p:spPr>
          <a:xfrm>
            <a:off x="5691823" y="1468438"/>
            <a:ext cx="829945" cy="829945"/>
          </a:xfrm>
          <a:prstGeom prst="ellipse">
            <a:avLst/>
          </a:prstGeom>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椭圆 27"/>
          <p:cNvSpPr/>
          <p:nvPr>
            <p:custDataLst>
              <p:tags r:id="rId17"/>
            </p:custDataLst>
          </p:nvPr>
        </p:nvSpPr>
        <p:spPr>
          <a:xfrm>
            <a:off x="9396413" y="1469073"/>
            <a:ext cx="890270" cy="890270"/>
          </a:xfrm>
          <a:prstGeom prst="ellipse">
            <a:avLst/>
          </a:prstGeom>
          <a:solidFill>
            <a:schemeClr val="accent1">
              <a:alpha val="15000"/>
            </a:schemeClr>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椭圆 28"/>
          <p:cNvSpPr/>
          <p:nvPr>
            <p:custDataLst>
              <p:tags r:id="rId18"/>
            </p:custDataLst>
          </p:nvPr>
        </p:nvSpPr>
        <p:spPr>
          <a:xfrm>
            <a:off x="9426258" y="1469073"/>
            <a:ext cx="829945" cy="829945"/>
          </a:xfrm>
          <a:prstGeom prst="ellipse">
            <a:avLst/>
          </a:prstGeom>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1" name="图形 23" descr="333438303937363b333438313038303bd7e9d6afbcdcb9b9"/>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a:off x="2314258" y="1721168"/>
            <a:ext cx="324485" cy="324485"/>
          </a:xfrm>
          <a:prstGeom prst="rect">
            <a:avLst/>
          </a:prstGeom>
        </p:spPr>
      </p:pic>
      <p:pic>
        <p:nvPicPr>
          <p:cNvPr id="32" name="图形 25" descr="333438303937363b333438313039323bcfeec4bfbcc6bbae"/>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5944553" y="1721168"/>
            <a:ext cx="323850" cy="323850"/>
          </a:xfrm>
          <a:prstGeom prst="rect">
            <a:avLst/>
          </a:prstGeom>
        </p:spPr>
      </p:pic>
      <p:pic>
        <p:nvPicPr>
          <p:cNvPr id="33" name="图形 26" descr="333438303937363b333438313037333bcad0b3a1bebad5f9"/>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9696133" y="1739583"/>
            <a:ext cx="289560" cy="2895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占位符 4"/>
          <p:cNvSpPr>
            <a:spLocks noGrp="1"/>
          </p:cNvSpPr>
          <p:nvPr>
            <p:ph type="body" idx="16387"/>
            <p:custDataLst>
              <p:tags r:id="rId1"/>
            </p:custDataLst>
          </p:nvPr>
        </p:nvSpPr>
        <p:spPr/>
        <p:txBody>
          <a:bodyPr/>
          <a:p>
            <a:endParaRPr lang="zh-CN" altLang="en-US"/>
          </a:p>
        </p:txBody>
      </p:sp>
      <p:sp>
        <p:nvSpPr>
          <p:cNvPr id="3" name="标题 1"/>
          <p:cNvSpPr>
            <a:spLocks noGrp="1"/>
          </p:cNvSpPr>
          <p:nvPr>
            <p:ph type="title" idx="16385"/>
            <p:custDataLst>
              <p:tags r:id="rId2"/>
            </p:custDataLst>
          </p:nvPr>
        </p:nvSpPr>
        <p:spPr/>
        <p:txBody>
          <a:bodyPr>
            <a:normAutofit/>
          </a:bodyPr>
          <a:p>
            <a:r>
              <a:rPr lang="zh-CN" altLang="en-US">
                <a:sym typeface="+mn-ea"/>
              </a:rPr>
              <a:t>实现方法与技术应用</a:t>
            </a:r>
            <a:endParaRPr lang="zh-CN" altLang="en-US"/>
          </a:p>
        </p:txBody>
      </p:sp>
      <p:sp>
        <p:nvSpPr>
          <p:cNvPr id="4" name="文本占位符 6"/>
          <p:cNvSpPr>
            <a:spLocks noGrp="1"/>
          </p:cNvSpPr>
          <p:nvPr>
            <p:ph type="body" idx="16386"/>
            <p:custDataLst>
              <p:tags r:id="rId3"/>
            </p:custDataLst>
          </p:nvPr>
        </p:nvSpPr>
        <p:spPr/>
        <p:txBody>
          <a:bodyPr/>
          <a:p>
            <a:r>
              <a:rPr lang="en-US" altLang="en-US">
                <a:solidFill>
                  <a:schemeClr val="accent1"/>
                </a:solidFill>
                <a:effectLst>
                  <a:outerShdw blurRad="38100" dist="25400" dir="5400000" algn="ctr" rotWithShape="0">
                    <a:srgbClr val="6E747A">
                      <a:alpha val="43000"/>
                    </a:srgbClr>
                  </a:outerShdw>
                </a:effectLst>
              </a:rPr>
              <a:t>03</a:t>
            </a:r>
            <a:endParaRPr lang="en-US" altLang="en-US">
              <a:solidFill>
                <a:schemeClr val="accent1"/>
              </a:solidFill>
              <a:effectLst>
                <a:outerShdw blurRad="38100" dist="25400" dir="5400000" algn="ctr" rotWithShape="0">
                  <a:srgbClr val="6E747A">
                    <a:alpha val="43000"/>
                  </a:srgbClr>
                </a:outerShdw>
              </a:effectLst>
            </a:endParaRPr>
          </a:p>
        </p:txBody>
      </p:sp>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sz="3200" b="1"/>
              <a:t>RAG技术优化大模型问答系统</a:t>
            </a:r>
            <a:endParaRPr lang="zh-CN" altLang="en-US" sz="3200" b="1"/>
          </a:p>
        </p:txBody>
      </p:sp>
      <p:pic>
        <p:nvPicPr>
          <p:cNvPr id="3" name="内容占位符 2" descr="4c66b6cf-e597-11f0-afd3-2ea4359bf5ca"/>
          <p:cNvPicPr>
            <a:picLocks noChangeAspect="1"/>
          </p:cNvPicPr>
          <p:nvPr>
            <p:ph idx="16390"/>
            <p:custDataLst>
              <p:tags r:id="rId2"/>
            </p:custDataLst>
          </p:nvPr>
        </p:nvPicPr>
        <p:blipFill>
          <a:blip r:embed="rId3"/>
          <a:srcRect l="-1" t="-2332" r="866" b="2332"/>
          <a:stretch>
            <a:fillRect/>
          </a:stretch>
        </p:blipFill>
        <p:spPr>
          <a:xfrm>
            <a:off x="609600" y="609600"/>
            <a:ext cx="10972800" cy="2641600"/>
          </a:xfrm>
          <a:custGeom>
            <a:avLst/>
            <a:gdLst>
              <a:gd name="connisteX0" fmla="*/ 0 w 10972800"/>
              <a:gd name="connsiteY0" fmla="*/ 203200 h 2641600"/>
              <a:gd name="connisteX1" fmla="*/ 203200 w 10972800"/>
              <a:gd name="connsiteY1" fmla="*/ 0 h 2641600"/>
              <a:gd name="connisteX2" fmla="*/ 10769600 w 10972800"/>
              <a:gd name="connsiteY2" fmla="*/ 0 h 2641600"/>
              <a:gd name="connisteX3" fmla="*/ 10972800 w 10972800"/>
              <a:gd name="connsiteY3" fmla="*/ 203200 h 2641600"/>
              <a:gd name="connisteX4" fmla="*/ 10972800 w 10972800"/>
              <a:gd name="connsiteY4" fmla="*/ 2438400 h 2641600"/>
              <a:gd name="connisteX5" fmla="*/ 10769600 w 10972800"/>
              <a:gd name="connsiteY5" fmla="*/ 2641600 h 2641600"/>
              <a:gd name="connisteX6" fmla="*/ 203200 w 10972800"/>
              <a:gd name="connsiteY6" fmla="*/ 2641600 h 2641600"/>
              <a:gd name="connisteX7" fmla="*/ 0 w 10972800"/>
              <a:gd name="connsiteY7" fmla="*/ 2438400 h 2641600"/>
              <a:gd name="connisteX8" fmla="*/ 0 w 10972800"/>
              <a:gd name="connsiteY8"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641600">
                <a:moveTo>
                  <a:pt x="0" y="203200"/>
                </a:moveTo>
                <a:cubicBezTo>
                  <a:pt x="0" y="90976"/>
                  <a:pt x="90976" y="0"/>
                  <a:pt x="203200" y="0"/>
                </a:cubicBezTo>
                <a:lnTo>
                  <a:pt x="10769600" y="0"/>
                </a:lnTo>
                <a:cubicBezTo>
                  <a:pt x="10881824" y="0"/>
                  <a:pt x="10972800" y="90976"/>
                  <a:pt x="10972800" y="203200"/>
                </a:cubicBezTo>
                <a:lnTo>
                  <a:pt x="10972800" y="2438400"/>
                </a:lnTo>
                <a:cubicBezTo>
                  <a:pt x="10972800" y="2550624"/>
                  <a:pt x="10881824" y="2641600"/>
                  <a:pt x="10769600" y="2641600"/>
                </a:cubicBezTo>
                <a:lnTo>
                  <a:pt x="203200" y="2641600"/>
                </a:lnTo>
                <a:cubicBezTo>
                  <a:pt x="90976" y="2641600"/>
                  <a:pt x="0" y="2550624"/>
                  <a:pt x="0" y="2438400"/>
                </a:cubicBezTo>
                <a:lnTo>
                  <a:pt x="0" y="203200"/>
                </a:lnTo>
                <a:close/>
              </a:path>
            </a:pathLst>
          </a:custGeom>
        </p:spPr>
      </p:pic>
      <p:sp>
        <p:nvSpPr>
          <p:cNvPr id="4" name="文本占位符 3"/>
          <p:cNvSpPr>
            <a:spLocks noGrp="1"/>
          </p:cNvSpPr>
          <p:nvPr>
            <p:ph type="body" idx="16386"/>
            <p:custDataLst>
              <p:tags r:id="rId4"/>
            </p:custDataLst>
          </p:nvPr>
        </p:nvSpPr>
        <p:spPr/>
        <p:txBody>
          <a:bodyPr>
            <a:normAutofit/>
          </a:bodyPr>
          <a:p>
            <a:r>
              <a:rPr lang="zh-CN" altLang="en-US" b="1"/>
              <a:t>尼亚萨波核心技术</a:t>
            </a:r>
            <a:endParaRPr lang="zh-CN" altLang="en-US" b="1"/>
          </a:p>
        </p:txBody>
      </p:sp>
      <p:sp>
        <p:nvSpPr>
          <p:cNvPr id="5" name="文本占位符 4"/>
          <p:cNvSpPr>
            <a:spLocks noGrp="1"/>
          </p:cNvSpPr>
          <p:nvPr>
            <p:ph type="body" idx="16387"/>
            <p:custDataLst>
              <p:tags r:id="rId5"/>
            </p:custDataLst>
          </p:nvPr>
        </p:nvSpPr>
        <p:spPr/>
        <p:txBody>
          <a:bodyPr>
            <a:normAutofit/>
          </a:bodyPr>
          <a:p>
            <a:r>
              <a:rPr lang="zh-CN" altLang="en-US"/>
              <a:t>检索增强生成架构，解决知识更新难、准确性低问题，知识存于外部数据库，实时检索生成精准回答。</a:t>
            </a:r>
            <a:endParaRPr lang="zh-CN" altLang="en-US"/>
          </a:p>
        </p:txBody>
      </p:sp>
      <p:sp>
        <p:nvSpPr>
          <p:cNvPr id="6" name="文本占位符 5"/>
          <p:cNvSpPr>
            <a:spLocks noGrp="1"/>
          </p:cNvSpPr>
          <p:nvPr>
            <p:ph type="body" idx="16388"/>
            <p:custDataLst>
              <p:tags r:id="rId6"/>
            </p:custDataLst>
          </p:nvPr>
        </p:nvSpPr>
        <p:spPr/>
        <p:txBody>
          <a:bodyPr>
            <a:normAutofit/>
          </a:bodyPr>
          <a:p>
            <a:r>
              <a:rPr lang="zh-CN" altLang="en-US" b="1"/>
              <a:t>四层技术架构</a:t>
            </a:r>
            <a:endParaRPr lang="zh-CN" altLang="en-US" b="1"/>
          </a:p>
        </p:txBody>
      </p:sp>
      <p:sp>
        <p:nvSpPr>
          <p:cNvPr id="7" name="文本占位符 6"/>
          <p:cNvSpPr>
            <a:spLocks noGrp="1"/>
          </p:cNvSpPr>
          <p:nvPr>
            <p:ph type="body" idx="16389"/>
            <p:custDataLst>
              <p:tags r:id="rId7"/>
            </p:custDataLst>
          </p:nvPr>
        </p:nvSpPr>
        <p:spPr/>
        <p:txBody>
          <a:bodyPr>
            <a:normAutofit/>
          </a:bodyPr>
          <a:p>
            <a:r>
              <a:rPr lang="zh-CN" altLang="en-US"/>
              <a:t>底层大模型支撑，知识库存储信息，函数调用处理任务，应用编排实现功能集成，构建高效智能系统。</a:t>
            </a:r>
            <a:endParaRPr lang="zh-CN" altLang="en-US"/>
          </a:p>
        </p:txBody>
      </p:sp>
    </p:spTree>
    <p:custDataLst>
      <p:tags r:id="rId8"/>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圆角矩形 1"/>
          <p:cNvSpPr/>
          <p:nvPr>
            <p:custDataLst>
              <p:tags r:id="rId1"/>
            </p:custDataLst>
          </p:nvPr>
        </p:nvSpPr>
        <p:spPr>
          <a:xfrm>
            <a:off x="1299216" y="1735469"/>
            <a:ext cx="2760693" cy="4209262"/>
          </a:xfrm>
          <a:prstGeom prst="roundRect">
            <a:avLst>
              <a:gd name="adj" fmla="val 0"/>
            </a:avLst>
          </a:prstGeom>
          <a:solidFill>
            <a:schemeClr val="accent1">
              <a:alpha val="10000"/>
            </a:schemeClr>
          </a:solidFill>
          <a:ln w="254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矩形 1"/>
          <p:cNvSpPr/>
          <p:nvPr>
            <p:custDataLst>
              <p:tags r:id="rId2"/>
            </p:custDataLst>
          </p:nvPr>
        </p:nvSpPr>
        <p:spPr>
          <a:xfrm>
            <a:off x="1655849" y="2582572"/>
            <a:ext cx="2165411" cy="2993588"/>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600" dirty="0">
                <a:ln>
                  <a:noFill/>
                  <a:prstDash val="sysDot"/>
                </a:ln>
                <a:solidFill>
                  <a:schemeClr val="tx1">
                    <a:lumMod val="85000"/>
                    <a:lumOff val="15000"/>
                  </a:schemeClr>
                </a:solidFill>
                <a:latin typeface="+mn-ea"/>
                <a:cs typeface="+mn-ea"/>
                <a:sym typeface="+mn-ea"/>
              </a:rPr>
              <a:t>借助</a:t>
            </a:r>
            <a:r>
              <a:rPr lang="en-US" altLang="zh-CN" sz="1600" dirty="0">
                <a:ln>
                  <a:noFill/>
                  <a:prstDash val="sysDot"/>
                </a:ln>
                <a:solidFill>
                  <a:schemeClr val="tx1">
                    <a:lumMod val="85000"/>
                    <a:lumOff val="15000"/>
                  </a:schemeClr>
                </a:solidFill>
                <a:latin typeface="+mn-ea"/>
                <a:cs typeface="+mn-ea"/>
                <a:sym typeface="+mn-ea"/>
              </a:rPr>
              <a:t> RAG </a:t>
            </a:r>
            <a:r>
              <a:rPr lang="zh-CN" altLang="en-US" sz="1600" dirty="0">
                <a:ln>
                  <a:noFill/>
                  <a:prstDash val="sysDot"/>
                </a:ln>
                <a:solidFill>
                  <a:schemeClr val="tx1">
                    <a:lumMod val="85000"/>
                    <a:lumOff val="15000"/>
                  </a:schemeClr>
                </a:solidFill>
                <a:latin typeface="+mn-ea"/>
                <a:cs typeface="+mn-ea"/>
                <a:sym typeface="+mn-ea"/>
              </a:rPr>
              <a:t>检索增强技术，实时关联权威知识库与官方政策文件，有效抑制幻觉内容生成，从数据源层面保障输出信息的真实性与权威性，满足专业场景对精准内容的需求。</a:t>
            </a:r>
            <a:endParaRPr lang="zh-CN" altLang="en-US" sz="1600" dirty="0">
              <a:ln>
                <a:noFill/>
                <a:prstDash val="sysDot"/>
              </a:ln>
              <a:solidFill>
                <a:schemeClr val="tx1">
                  <a:lumMod val="85000"/>
                  <a:lumOff val="15000"/>
                </a:schemeClr>
              </a:solidFill>
              <a:latin typeface="+mn-ea"/>
              <a:cs typeface="+mn-ea"/>
              <a:sym typeface="+mn-ea"/>
            </a:endParaRPr>
          </a:p>
          <a:p>
            <a:pPr algn="just">
              <a:lnSpc>
                <a:spcPct val="150000"/>
              </a:lnSpc>
              <a:spcBef>
                <a:spcPct val="0"/>
              </a:spcBef>
              <a:spcAft>
                <a:spcPct val="0"/>
              </a:spcAft>
            </a:pPr>
            <a:endParaRPr lang="zh-CN" altLang="en-US" sz="1600" dirty="0">
              <a:ln>
                <a:noFill/>
                <a:prstDash val="sysDot"/>
              </a:ln>
              <a:solidFill>
                <a:schemeClr val="tx1">
                  <a:lumMod val="85000"/>
                  <a:lumOff val="15000"/>
                </a:schemeClr>
              </a:solidFill>
              <a:latin typeface="+mn-ea"/>
              <a:cs typeface="+mn-ea"/>
              <a:sym typeface="+mn-ea"/>
            </a:endParaRPr>
          </a:p>
        </p:txBody>
      </p:sp>
      <p:sp>
        <p:nvSpPr>
          <p:cNvPr id="3" name="矩形 2"/>
          <p:cNvSpPr/>
          <p:nvPr>
            <p:custDataLst>
              <p:tags r:id="rId3"/>
            </p:custDataLst>
          </p:nvPr>
        </p:nvSpPr>
        <p:spPr>
          <a:xfrm>
            <a:off x="1656410" y="1895113"/>
            <a:ext cx="2164289" cy="616375"/>
          </a:xfrm>
          <a:prstGeom prst="rect">
            <a:avLst/>
          </a:prstGeom>
          <a:noFill/>
        </p:spPr>
        <p:txBody>
          <a:bodyPr wrap="square" lIns="90000" tIns="46800" rIns="90000" bIns="0" rtlCol="0" anchor="ctr" anchorCtr="0">
            <a:noAutofit/>
          </a:bodyPr>
          <a:lstStyle/>
          <a:p>
            <a:pPr>
              <a:spcBef>
                <a:spcPct val="0"/>
              </a:spcBef>
              <a:spcAft>
                <a:spcPct val="0"/>
              </a:spcAft>
            </a:pPr>
            <a:r>
              <a:rPr lang="zh-CN" altLang="en-US" sz="2400" b="1" dirty="0">
                <a:solidFill>
                  <a:schemeClr val="accent1"/>
                </a:solidFill>
                <a:latin typeface="+mn-ea"/>
                <a:cs typeface="+mn-ea"/>
                <a:sym typeface="+mn-ea"/>
              </a:rPr>
              <a:t>内容可信性强</a:t>
            </a:r>
            <a:endParaRPr lang="zh-CN" altLang="en-US" sz="2400" b="1" dirty="0">
              <a:solidFill>
                <a:schemeClr val="accent1"/>
              </a:solidFill>
              <a:latin typeface="+mn-ea"/>
              <a:cs typeface="+mn-ea"/>
              <a:sym typeface="+mn-ea"/>
            </a:endParaRPr>
          </a:p>
        </p:txBody>
      </p:sp>
      <p:sp>
        <p:nvSpPr>
          <p:cNvPr id="24" name="圆角矩形 1"/>
          <p:cNvSpPr/>
          <p:nvPr>
            <p:custDataLst>
              <p:tags r:id="rId4"/>
            </p:custDataLst>
          </p:nvPr>
        </p:nvSpPr>
        <p:spPr>
          <a:xfrm>
            <a:off x="5013749" y="1735469"/>
            <a:ext cx="2760693" cy="4209262"/>
          </a:xfrm>
          <a:prstGeom prst="roundRect">
            <a:avLst>
              <a:gd name="adj" fmla="val 0"/>
            </a:avLst>
          </a:prstGeom>
          <a:solidFill>
            <a:schemeClr val="accent1">
              <a:alpha val="10000"/>
            </a:schemeClr>
          </a:solidFill>
          <a:ln w="254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矩形 3"/>
          <p:cNvSpPr/>
          <p:nvPr>
            <p:custDataLst>
              <p:tags r:id="rId5"/>
            </p:custDataLst>
          </p:nvPr>
        </p:nvSpPr>
        <p:spPr>
          <a:xfrm>
            <a:off x="5370382" y="2582572"/>
            <a:ext cx="2165411" cy="2993588"/>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600" dirty="0">
                <a:ln>
                  <a:noFill/>
                  <a:prstDash val="sysDot"/>
                </a:ln>
                <a:solidFill>
                  <a:schemeClr val="tx1">
                    <a:lumMod val="85000"/>
                    <a:lumOff val="15000"/>
                  </a:schemeClr>
                </a:solidFill>
                <a:latin typeface="+mn-ea"/>
                <a:cs typeface="+mn-ea"/>
                <a:sym typeface="+mn-ea"/>
              </a:rPr>
              <a:t>具备开源部署与二次开发能力，支持全球开发者协作迭代；同时可对接多模型、第三方系统及标准</a:t>
            </a:r>
            <a:r>
              <a:rPr lang="en-US" altLang="zh-CN" sz="1600" dirty="0">
                <a:ln>
                  <a:noFill/>
                  <a:prstDash val="sysDot"/>
                </a:ln>
                <a:solidFill>
                  <a:schemeClr val="tx1">
                    <a:lumMod val="85000"/>
                    <a:lumOff val="15000"/>
                  </a:schemeClr>
                </a:solidFill>
                <a:latin typeface="+mn-ea"/>
                <a:cs typeface="+mn-ea"/>
                <a:sym typeface="+mn-ea"/>
              </a:rPr>
              <a:t> API </a:t>
            </a:r>
            <a:r>
              <a:rPr lang="zh-CN" altLang="en-US" sz="1600" dirty="0">
                <a:ln>
                  <a:noFill/>
                  <a:prstDash val="sysDot"/>
                </a:ln>
                <a:solidFill>
                  <a:schemeClr val="tx1">
                    <a:lumMod val="85000"/>
                    <a:lumOff val="15000"/>
                  </a:schemeClr>
                </a:solidFill>
                <a:latin typeface="+mn-ea"/>
                <a:cs typeface="+mn-ea"/>
                <a:sym typeface="+mn-ea"/>
              </a:rPr>
              <a:t>接口，能根据用户需求完成定制化改造，适配多样化应用场景。</a:t>
            </a:r>
            <a:endParaRPr lang="zh-CN" altLang="en-US" sz="1600" dirty="0">
              <a:ln>
                <a:noFill/>
                <a:prstDash val="sysDot"/>
              </a:ln>
              <a:solidFill>
                <a:schemeClr val="tx1">
                  <a:lumMod val="85000"/>
                  <a:lumOff val="15000"/>
                </a:schemeClr>
              </a:solidFill>
              <a:latin typeface="+mn-ea"/>
              <a:cs typeface="+mn-ea"/>
              <a:sym typeface="+mn-ea"/>
            </a:endParaRPr>
          </a:p>
        </p:txBody>
      </p:sp>
      <p:sp>
        <p:nvSpPr>
          <p:cNvPr id="5" name="矩形 4"/>
          <p:cNvSpPr/>
          <p:nvPr>
            <p:custDataLst>
              <p:tags r:id="rId6"/>
            </p:custDataLst>
          </p:nvPr>
        </p:nvSpPr>
        <p:spPr>
          <a:xfrm>
            <a:off x="5370943" y="1895113"/>
            <a:ext cx="2164289" cy="616375"/>
          </a:xfrm>
          <a:prstGeom prst="rect">
            <a:avLst/>
          </a:prstGeom>
          <a:noFill/>
        </p:spPr>
        <p:txBody>
          <a:bodyPr wrap="square" lIns="90000" tIns="46800" rIns="90000" bIns="0" rtlCol="0" anchor="ctr" anchorCtr="0">
            <a:noAutofit/>
          </a:bodyPr>
          <a:lstStyle/>
          <a:p>
            <a:pPr>
              <a:spcBef>
                <a:spcPct val="0"/>
              </a:spcBef>
              <a:spcAft>
                <a:spcPct val="0"/>
              </a:spcAft>
            </a:pPr>
            <a:r>
              <a:rPr lang="zh-CN" altLang="en-US" sz="2200" b="1" dirty="0">
                <a:solidFill>
                  <a:schemeClr val="accent1"/>
                </a:solidFill>
                <a:latin typeface="+mn-ea"/>
                <a:cs typeface="+mn-ea"/>
                <a:sym typeface="+mn-ea"/>
              </a:rPr>
              <a:t>适配灵活度高</a:t>
            </a:r>
            <a:endParaRPr lang="zh-CN" altLang="en-US" sz="2200" b="1" dirty="0">
              <a:solidFill>
                <a:schemeClr val="accent1"/>
              </a:solidFill>
              <a:latin typeface="+mn-ea"/>
              <a:cs typeface="+mn-ea"/>
              <a:sym typeface="+mn-ea"/>
            </a:endParaRPr>
          </a:p>
        </p:txBody>
      </p:sp>
      <p:sp>
        <p:nvSpPr>
          <p:cNvPr id="28" name="圆角矩形 1"/>
          <p:cNvSpPr/>
          <p:nvPr>
            <p:custDataLst>
              <p:tags r:id="rId7"/>
            </p:custDataLst>
          </p:nvPr>
        </p:nvSpPr>
        <p:spPr>
          <a:xfrm>
            <a:off x="8735982" y="1731444"/>
            <a:ext cx="2760693" cy="4209262"/>
          </a:xfrm>
          <a:prstGeom prst="roundRect">
            <a:avLst>
              <a:gd name="adj" fmla="val 0"/>
            </a:avLst>
          </a:prstGeom>
          <a:solidFill>
            <a:schemeClr val="accent1">
              <a:alpha val="10000"/>
            </a:schemeClr>
          </a:solidFill>
          <a:ln w="254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矩形 5"/>
          <p:cNvSpPr/>
          <p:nvPr>
            <p:custDataLst>
              <p:tags r:id="rId8"/>
            </p:custDataLst>
          </p:nvPr>
        </p:nvSpPr>
        <p:spPr>
          <a:xfrm>
            <a:off x="9072951" y="2578547"/>
            <a:ext cx="2165411" cy="2993588"/>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600" dirty="0">
                <a:ln>
                  <a:noFill/>
                  <a:prstDash val="sysDot"/>
                </a:ln>
                <a:solidFill>
                  <a:schemeClr val="tx1">
                    <a:lumMod val="85000"/>
                    <a:lumOff val="15000"/>
                  </a:schemeClr>
                </a:solidFill>
                <a:latin typeface="+mn-ea"/>
                <a:cs typeface="+mn-ea"/>
                <a:sym typeface="+mn-ea"/>
              </a:rPr>
              <a:t>可视化拖拽式流程编排功能降低开发门槛，无需代码即可搭建问答应用；零编码部署可</a:t>
            </a:r>
            <a:r>
              <a:rPr lang="en-US" altLang="zh-CN" sz="1600" dirty="0">
                <a:ln>
                  <a:noFill/>
                  <a:prstDash val="sysDot"/>
                </a:ln>
                <a:solidFill>
                  <a:schemeClr val="tx1">
                    <a:lumMod val="85000"/>
                    <a:lumOff val="15000"/>
                  </a:schemeClr>
                </a:solidFill>
                <a:latin typeface="+mn-ea"/>
                <a:cs typeface="+mn-ea"/>
                <a:sym typeface="+mn-ea"/>
              </a:rPr>
              <a:t> 1 </a:t>
            </a:r>
            <a:r>
              <a:rPr lang="zh-CN" altLang="en-US" sz="1600" dirty="0">
                <a:ln>
                  <a:noFill/>
                  <a:prstDash val="sysDot"/>
                </a:ln>
                <a:solidFill>
                  <a:schemeClr val="tx1">
                    <a:lumMod val="85000"/>
                    <a:lumOff val="15000"/>
                  </a:schemeClr>
                </a:solidFill>
                <a:latin typeface="+mn-ea"/>
                <a:cs typeface="+mn-ea"/>
                <a:sym typeface="+mn-ea"/>
              </a:rPr>
              <a:t>小时内上线，搭配内置函数库与工具，兼顾快速落地与功能扩展的灵活性。</a:t>
            </a:r>
            <a:endParaRPr lang="zh-CN" altLang="en-US" sz="1600" dirty="0">
              <a:ln>
                <a:noFill/>
                <a:prstDash val="sysDot"/>
              </a:ln>
              <a:solidFill>
                <a:schemeClr val="tx1">
                  <a:lumMod val="85000"/>
                  <a:lumOff val="15000"/>
                </a:schemeClr>
              </a:solidFill>
              <a:latin typeface="+mn-ea"/>
              <a:cs typeface="+mn-ea"/>
              <a:sym typeface="+mn-ea"/>
            </a:endParaRPr>
          </a:p>
        </p:txBody>
      </p:sp>
      <p:sp>
        <p:nvSpPr>
          <p:cNvPr id="7" name="矩形 6"/>
          <p:cNvSpPr/>
          <p:nvPr>
            <p:custDataLst>
              <p:tags r:id="rId9"/>
            </p:custDataLst>
          </p:nvPr>
        </p:nvSpPr>
        <p:spPr>
          <a:xfrm>
            <a:off x="9073512" y="1891088"/>
            <a:ext cx="2164289" cy="616375"/>
          </a:xfrm>
          <a:prstGeom prst="rect">
            <a:avLst/>
          </a:prstGeom>
          <a:noFill/>
        </p:spPr>
        <p:txBody>
          <a:bodyPr wrap="square" lIns="90000" tIns="46800" rIns="90000" bIns="0" rtlCol="0" anchor="ctr" anchorCtr="0">
            <a:noAutofit/>
          </a:bodyPr>
          <a:lstStyle/>
          <a:p>
            <a:pPr>
              <a:spcBef>
                <a:spcPct val="0"/>
              </a:spcBef>
              <a:spcAft>
                <a:spcPct val="0"/>
              </a:spcAft>
            </a:pPr>
            <a:r>
              <a:rPr lang="zh-CN" altLang="en-US" sz="2200" b="1">
                <a:solidFill>
                  <a:schemeClr val="accent1"/>
                </a:solidFill>
                <a:latin typeface="+mn-ea"/>
                <a:cs typeface="+mn-ea"/>
                <a:sym typeface="+mn-ea"/>
              </a:rPr>
              <a:t>落地使用高效</a:t>
            </a:r>
            <a:endParaRPr lang="zh-CN" altLang="en-US" sz="2200" b="1">
              <a:solidFill>
                <a:schemeClr val="accent1"/>
              </a:solidFill>
              <a:latin typeface="+mn-ea"/>
              <a:cs typeface="+mn-ea"/>
              <a:sym typeface="+mn-ea"/>
            </a:endParaRPr>
          </a:p>
        </p:txBody>
      </p:sp>
      <p:sp>
        <p:nvSpPr>
          <p:cNvPr id="8" name="矩形 7"/>
          <p:cNvSpPr/>
          <p:nvPr>
            <p:custDataLst>
              <p:tags r:id="rId10"/>
            </p:custDataLst>
          </p:nvPr>
        </p:nvSpPr>
        <p:spPr>
          <a:xfrm>
            <a:off x="696000" y="1735469"/>
            <a:ext cx="921785" cy="1595884"/>
          </a:xfrm>
          <a:prstGeom prst="rect">
            <a:avLst/>
          </a:prstGeom>
          <a:noFill/>
        </p:spPr>
        <p:txBody>
          <a:bodyPr wrap="none" lIns="0" tIns="0" rIns="0" bIns="0" rtlCol="0" anchor="t" anchorCtr="0">
            <a:noAutofit/>
          </a:bodyPr>
          <a:lstStyle/>
          <a:p>
            <a:pPr algn="ctr">
              <a:spcBef>
                <a:spcPct val="0"/>
              </a:spcBef>
              <a:spcAft>
                <a:spcPct val="0"/>
              </a:spcAft>
            </a:pPr>
            <a:r>
              <a:rPr lang="en-US" altLang="zh-CN" sz="11500" b="1" dirty="0">
                <a:gradFill flip="none" rotWithShape="1">
                  <a:gsLst>
                    <a:gs pos="0">
                      <a:schemeClr val="accent1">
                        <a:lumMod val="40000"/>
                        <a:lumOff val="60000"/>
                      </a:schemeClr>
                    </a:gs>
                    <a:gs pos="72000">
                      <a:schemeClr val="accent1"/>
                    </a:gs>
                  </a:gsLst>
                  <a:lin ang="2700000" scaled="1"/>
                  <a:tileRect/>
                </a:gradFill>
                <a:latin typeface="+mn-ea"/>
                <a:cs typeface="+mn-ea"/>
                <a:sym typeface="+mn-ea"/>
              </a:rPr>
              <a:t>1</a:t>
            </a:r>
            <a:endParaRPr lang="zh-CN" altLang="en-US" sz="11500" b="1" dirty="0">
              <a:gradFill flip="none" rotWithShape="1">
                <a:gsLst>
                  <a:gs pos="0">
                    <a:schemeClr val="accent1">
                      <a:lumMod val="40000"/>
                      <a:lumOff val="60000"/>
                    </a:schemeClr>
                  </a:gs>
                  <a:gs pos="72000">
                    <a:schemeClr val="accent1"/>
                  </a:gs>
                </a:gsLst>
                <a:lin ang="2700000" scaled="1"/>
                <a:tileRect/>
              </a:gradFill>
              <a:latin typeface="+mn-ea"/>
              <a:cs typeface="+mn-ea"/>
              <a:sym typeface="+mn-ea"/>
            </a:endParaRPr>
          </a:p>
        </p:txBody>
      </p:sp>
      <p:sp>
        <p:nvSpPr>
          <p:cNvPr id="9" name="矩形 8"/>
          <p:cNvSpPr/>
          <p:nvPr>
            <p:custDataLst>
              <p:tags r:id="rId11"/>
            </p:custDataLst>
          </p:nvPr>
        </p:nvSpPr>
        <p:spPr>
          <a:xfrm>
            <a:off x="4403756" y="1727654"/>
            <a:ext cx="921785" cy="1595884"/>
          </a:xfrm>
          <a:prstGeom prst="rect">
            <a:avLst/>
          </a:prstGeom>
          <a:noFill/>
        </p:spPr>
        <p:txBody>
          <a:bodyPr wrap="none" lIns="0" tIns="0" rIns="0" bIns="0" rtlCol="0" anchor="t" anchorCtr="0">
            <a:noAutofit/>
          </a:bodyPr>
          <a:lstStyle/>
          <a:p>
            <a:pPr algn="ctr">
              <a:spcBef>
                <a:spcPct val="0"/>
              </a:spcBef>
              <a:spcAft>
                <a:spcPct val="0"/>
              </a:spcAft>
            </a:pPr>
            <a:r>
              <a:rPr lang="en-US" altLang="zh-CN" sz="11500" b="1" dirty="0">
                <a:gradFill flip="none" rotWithShape="1">
                  <a:gsLst>
                    <a:gs pos="0">
                      <a:schemeClr val="accent1">
                        <a:lumMod val="40000"/>
                        <a:lumOff val="60000"/>
                      </a:schemeClr>
                    </a:gs>
                    <a:gs pos="72000">
                      <a:schemeClr val="accent1"/>
                    </a:gs>
                  </a:gsLst>
                  <a:lin ang="2700000" scaled="1"/>
                  <a:tileRect/>
                </a:gradFill>
                <a:latin typeface="+mn-ea"/>
                <a:cs typeface="+mn-ea"/>
                <a:sym typeface="+mn-ea"/>
              </a:rPr>
              <a:t>2</a:t>
            </a:r>
            <a:endParaRPr lang="zh-CN" altLang="en-US" sz="11500" b="1" dirty="0">
              <a:gradFill flip="none" rotWithShape="1">
                <a:gsLst>
                  <a:gs pos="0">
                    <a:schemeClr val="accent1">
                      <a:lumMod val="40000"/>
                      <a:lumOff val="60000"/>
                    </a:schemeClr>
                  </a:gs>
                  <a:gs pos="72000">
                    <a:schemeClr val="accent1"/>
                  </a:gs>
                </a:gsLst>
                <a:lin ang="2700000" scaled="1"/>
                <a:tileRect/>
              </a:gradFill>
              <a:latin typeface="+mn-ea"/>
              <a:cs typeface="+mn-ea"/>
              <a:sym typeface="+mn-ea"/>
            </a:endParaRPr>
          </a:p>
        </p:txBody>
      </p:sp>
      <p:sp>
        <p:nvSpPr>
          <p:cNvPr id="10" name="矩形 9"/>
          <p:cNvSpPr/>
          <p:nvPr>
            <p:custDataLst>
              <p:tags r:id="rId12"/>
            </p:custDataLst>
          </p:nvPr>
        </p:nvSpPr>
        <p:spPr>
          <a:xfrm>
            <a:off x="8111838" y="1727419"/>
            <a:ext cx="921785" cy="1595884"/>
          </a:xfrm>
          <a:prstGeom prst="rect">
            <a:avLst/>
          </a:prstGeom>
          <a:noFill/>
        </p:spPr>
        <p:txBody>
          <a:bodyPr wrap="none" lIns="0" tIns="0" rIns="0" bIns="0" rtlCol="0" anchor="t" anchorCtr="0">
            <a:noAutofit/>
          </a:bodyPr>
          <a:lstStyle/>
          <a:p>
            <a:pPr algn="ctr">
              <a:spcBef>
                <a:spcPct val="0"/>
              </a:spcBef>
              <a:spcAft>
                <a:spcPct val="0"/>
              </a:spcAft>
            </a:pPr>
            <a:r>
              <a:rPr lang="en-US" altLang="zh-CN" sz="11500" b="1" dirty="0">
                <a:gradFill flip="none" rotWithShape="1">
                  <a:gsLst>
                    <a:gs pos="0">
                      <a:schemeClr val="accent1">
                        <a:lumMod val="40000"/>
                        <a:lumOff val="60000"/>
                      </a:schemeClr>
                    </a:gs>
                    <a:gs pos="72000">
                      <a:schemeClr val="accent1"/>
                    </a:gs>
                  </a:gsLst>
                  <a:lin ang="2700000" scaled="1"/>
                  <a:tileRect/>
                </a:gradFill>
                <a:latin typeface="+mn-ea"/>
                <a:cs typeface="+mn-ea"/>
                <a:sym typeface="+mn-ea"/>
              </a:rPr>
              <a:t>3</a:t>
            </a:r>
            <a:endParaRPr lang="zh-CN" altLang="en-US" sz="11500" b="1" dirty="0">
              <a:gradFill flip="none" rotWithShape="1">
                <a:gsLst>
                  <a:gs pos="0">
                    <a:schemeClr val="accent1">
                      <a:lumMod val="40000"/>
                      <a:lumOff val="60000"/>
                    </a:schemeClr>
                  </a:gs>
                  <a:gs pos="72000">
                    <a:schemeClr val="accent1"/>
                  </a:gs>
                </a:gsLst>
                <a:lin ang="2700000" scaled="1"/>
                <a:tileRect/>
              </a:gradFill>
              <a:latin typeface="+mn-ea"/>
              <a:cs typeface="+mn-ea"/>
              <a:sym typeface="+mn-ea"/>
            </a:endParaRPr>
          </a:p>
        </p:txBody>
      </p:sp>
      <p:sp>
        <p:nvSpPr>
          <p:cNvPr id="15" name="标题 14"/>
          <p:cNvSpPr>
            <a:spLocks noGrp="1"/>
          </p:cNvSpPr>
          <p:nvPr>
            <p:ph type="title"/>
            <p:custDataLst>
              <p:tags r:id="rId13"/>
            </p:custDataLst>
          </p:nvPr>
        </p:nvSpPr>
        <p:spPr/>
        <p:txBody>
          <a:bodyPr/>
          <a:lstStyle/>
          <a:p>
            <a:pPr algn="l"/>
            <a:r>
              <a:rPr lang="zh-CN" altLang="en-US" dirty="0"/>
              <a:t>核心选型：</a:t>
            </a:r>
            <a:r>
              <a:rPr lang="en-US" altLang="zh-CN" dirty="0"/>
              <a:t>MaxKB</a:t>
            </a:r>
            <a:r>
              <a:rPr lang="zh-CN" altLang="en-US" dirty="0"/>
              <a:t>的优势</a:t>
            </a:r>
            <a:r>
              <a:rPr lang="en-US" altLang="zh-CN" dirty="0"/>
              <a:t> </a:t>
            </a:r>
            <a:endParaRPr lang="en-US" altLang="zh-CN" dirty="0"/>
          </a:p>
        </p:txBody>
      </p:sp>
    </p:spTree>
    <p:custDataLst>
      <p:tags r:id="rId14"/>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 name="矩形: 圆角 29"/>
          <p:cNvSpPr/>
          <p:nvPr>
            <p:custDataLst>
              <p:tags r:id="rId1"/>
            </p:custDataLst>
          </p:nvPr>
        </p:nvSpPr>
        <p:spPr>
          <a:xfrm>
            <a:off x="698500" y="1698308"/>
            <a:ext cx="5221184" cy="2006649"/>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85952" tIns="431800" rIns="485950" bIns="215900" numCol="1" spcCol="0" rtlCol="0" fromWordArt="0" anchor="ctr" anchorCtr="0" forceAA="0" compatLnSpc="1">
            <a:noAutofit/>
          </a:bodyPr>
          <a:lstStyle/>
          <a:p>
            <a:pPr marL="0" algn="just" rtl="0" eaLnBrk="1" latinLnBrk="0" hangingPunct="1">
              <a:lnSpc>
                <a:spcPct val="150000"/>
              </a:lnSpc>
              <a:spcBef>
                <a:spcPts val="0"/>
              </a:spcBef>
              <a:spcAft>
                <a:spcPts val="0"/>
              </a:spcAft>
            </a:pPr>
            <a:r>
              <a:rPr lang="zh-CN" altLang="en-US" sz="1600" kern="1200" dirty="0">
                <a:ln>
                  <a:noFill/>
                </a:ln>
                <a:solidFill>
                  <a:schemeClr val="tx1">
                    <a:lumMod val="85000"/>
                    <a:lumOff val="15000"/>
                  </a:schemeClr>
                </a:solidFill>
                <a:effectLst/>
                <a:latin typeface="+mn-ea"/>
                <a:cs typeface="+mn-ea"/>
                <a:sym typeface="+mn-ea"/>
              </a:rPr>
              <a:t>底层大模型为系统提供问答交互、文本生成等核心</a:t>
            </a:r>
            <a:r>
              <a:rPr lang="en-US" altLang="zh-CN" sz="1600" kern="1200" dirty="0">
                <a:ln>
                  <a:noFill/>
                </a:ln>
                <a:solidFill>
                  <a:schemeClr val="tx1">
                    <a:lumMod val="85000"/>
                    <a:lumOff val="15000"/>
                  </a:schemeClr>
                </a:solidFill>
                <a:effectLst/>
                <a:latin typeface="+mn-ea"/>
                <a:cs typeface="+mn-ea"/>
                <a:sym typeface="+mn-ea"/>
              </a:rPr>
              <a:t>AI</a:t>
            </a:r>
            <a:r>
              <a:rPr lang="zh-CN" altLang="en-US" sz="1600" kern="1200" dirty="0">
                <a:ln>
                  <a:noFill/>
                </a:ln>
                <a:solidFill>
                  <a:schemeClr val="tx1">
                    <a:lumMod val="85000"/>
                    <a:lumOff val="15000"/>
                  </a:schemeClr>
                </a:solidFill>
                <a:effectLst/>
                <a:latin typeface="+mn-ea"/>
                <a:cs typeface="+mn-ea"/>
                <a:sym typeface="+mn-ea"/>
              </a:rPr>
              <a:t>能力，是系统实现智能服务的基础，通过强大的算法和模型，理解用户的问题并生成相应的回答。</a:t>
            </a:r>
            <a:endParaRPr lang="zh-CN" altLang="en-US" sz="1600" kern="1200" dirty="0">
              <a:ln>
                <a:noFill/>
              </a:ln>
              <a:solidFill>
                <a:schemeClr val="tx1">
                  <a:lumMod val="85000"/>
                  <a:lumOff val="15000"/>
                </a:schemeClr>
              </a:solidFill>
              <a:effectLst/>
              <a:latin typeface="+mn-ea"/>
              <a:cs typeface="+mn-ea"/>
              <a:sym typeface="+mn-ea"/>
            </a:endParaRPr>
          </a:p>
        </p:txBody>
      </p:sp>
      <p:sp>
        <p:nvSpPr>
          <p:cNvPr id="15" name="标题"/>
          <p:cNvSpPr/>
          <p:nvPr>
            <p:custDataLst>
              <p:tags r:id="rId2"/>
            </p:custDataLst>
          </p:nvPr>
        </p:nvSpPr>
        <p:spPr>
          <a:xfrm>
            <a:off x="1835150" y="1351598"/>
            <a:ext cx="2947845" cy="651349"/>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a:solidFill>
                  <a:srgbClr val="FFFFFF"/>
                </a:solidFill>
                <a:uFillTx/>
                <a:latin typeface="+mn-ea"/>
                <a:cs typeface="+mn-ea"/>
                <a:sym typeface="+mn-ea"/>
              </a:rPr>
              <a:t>大模型引擎</a:t>
            </a:r>
            <a:endParaRPr lang="en-US" altLang="zh-CN" b="1">
              <a:solidFill>
                <a:srgbClr val="FFFFFF"/>
              </a:solidFill>
              <a:uFillTx/>
              <a:latin typeface="+mn-ea"/>
              <a:cs typeface="+mn-ea"/>
              <a:sym typeface="+mn-ea"/>
            </a:endParaRPr>
          </a:p>
        </p:txBody>
      </p:sp>
      <p:sp>
        <p:nvSpPr>
          <p:cNvPr id="33" name="矩形: 圆角 32"/>
          <p:cNvSpPr/>
          <p:nvPr>
            <p:custDataLst>
              <p:tags r:id="rId3"/>
            </p:custDataLst>
          </p:nvPr>
        </p:nvSpPr>
        <p:spPr>
          <a:xfrm>
            <a:off x="6272530" y="1698308"/>
            <a:ext cx="5221184" cy="2006649"/>
          </a:xfrm>
          <a:prstGeom prst="roundRect">
            <a:avLst>
              <a:gd name="adj" fmla="val 6098"/>
            </a:avLst>
          </a:prstGeom>
          <a:noFill/>
          <a:ln>
            <a:solidFill>
              <a:schemeClr val="accent2">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85952" tIns="431800" rIns="485950" bIns="215900" numCol="1" spcCol="0" rtlCol="0" fromWordArt="0" anchor="ctr" anchorCtr="0" forceAA="0" compatLnSpc="1">
            <a:noAutofit/>
          </a:bodyPr>
          <a:lstStyle/>
          <a:p>
            <a:pPr lvl="0" algn="just">
              <a:lnSpc>
                <a:spcPct val="150000"/>
              </a:lnSpc>
              <a:spcBef>
                <a:spcPts val="0"/>
              </a:spcBef>
              <a:spcAft>
                <a:spcPts val="0"/>
              </a:spcAft>
              <a:buClrTx/>
              <a:buSzTx/>
              <a:buFontTx/>
            </a:pPr>
            <a:r>
              <a:rPr lang="zh-CN" altLang="en-US" sz="1600" dirty="0">
                <a:ln>
                  <a:noFill/>
                </a:ln>
                <a:solidFill>
                  <a:schemeClr val="tx1">
                    <a:lumMod val="85000"/>
                    <a:lumOff val="15000"/>
                  </a:schemeClr>
                </a:solidFill>
                <a:effectLst/>
                <a:latin typeface="+mn-ea"/>
                <a:cs typeface="+mn-ea"/>
                <a:sym typeface="+mn-ea"/>
              </a:rPr>
              <a:t>函数库利用</a:t>
            </a:r>
            <a:r>
              <a:rPr lang="en-US" altLang="zh-CN" sz="1600" dirty="0">
                <a:ln>
                  <a:noFill/>
                </a:ln>
                <a:solidFill>
                  <a:schemeClr val="tx1">
                    <a:lumMod val="85000"/>
                    <a:lumOff val="15000"/>
                  </a:schemeClr>
                </a:solidFill>
                <a:effectLst/>
                <a:latin typeface="+mn-ea"/>
                <a:cs typeface="+mn-ea"/>
                <a:sym typeface="+mn-ea"/>
              </a:rPr>
              <a:t>Python</a:t>
            </a:r>
            <a:r>
              <a:rPr lang="zh-CN" altLang="en-US" sz="1600" dirty="0">
                <a:ln>
                  <a:noFill/>
                </a:ln>
                <a:solidFill>
                  <a:schemeClr val="tx1">
                    <a:lumMod val="85000"/>
                    <a:lumOff val="15000"/>
                  </a:schemeClr>
                </a:solidFill>
                <a:effectLst/>
                <a:latin typeface="+mn-ea"/>
                <a:cs typeface="+mn-ea"/>
                <a:sym typeface="+mn-ea"/>
              </a:rPr>
              <a:t>代码扩展，实现定制化功能与外部系统集成，为系统增添了更多的灵活性和扩展性，满足用户多样化的业务需求。</a:t>
            </a:r>
            <a:endParaRPr lang="zh-CN" altLang="en-US" sz="1600" dirty="0">
              <a:ln>
                <a:noFill/>
              </a:ln>
              <a:solidFill>
                <a:schemeClr val="tx1">
                  <a:lumMod val="85000"/>
                  <a:lumOff val="15000"/>
                </a:schemeClr>
              </a:solidFill>
              <a:effectLst/>
              <a:latin typeface="+mn-ea"/>
              <a:cs typeface="+mn-ea"/>
              <a:sym typeface="+mn-ea"/>
            </a:endParaRPr>
          </a:p>
          <a:p>
            <a:pPr lvl="0" algn="just">
              <a:lnSpc>
                <a:spcPct val="150000"/>
              </a:lnSpc>
              <a:spcBef>
                <a:spcPts val="0"/>
              </a:spcBef>
              <a:spcAft>
                <a:spcPts val="0"/>
              </a:spcAft>
              <a:buClrTx/>
              <a:buSzTx/>
              <a:buFontTx/>
            </a:pPr>
            <a:endParaRPr lang="zh-CN" altLang="en-US" sz="1600" dirty="0">
              <a:ln>
                <a:noFill/>
              </a:ln>
              <a:solidFill>
                <a:schemeClr val="tx1">
                  <a:lumMod val="85000"/>
                  <a:lumOff val="15000"/>
                </a:schemeClr>
              </a:solidFill>
              <a:effectLst/>
              <a:latin typeface="+mn-ea"/>
              <a:cs typeface="+mn-ea"/>
              <a:sym typeface="+mn-ea"/>
            </a:endParaRPr>
          </a:p>
        </p:txBody>
      </p:sp>
      <p:sp>
        <p:nvSpPr>
          <p:cNvPr id="34" name="标题"/>
          <p:cNvSpPr/>
          <p:nvPr>
            <p:custDataLst>
              <p:tags r:id="rId4"/>
            </p:custDataLst>
          </p:nvPr>
        </p:nvSpPr>
        <p:spPr>
          <a:xfrm>
            <a:off x="7409180" y="1351598"/>
            <a:ext cx="2947845" cy="651349"/>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a:solidFill>
                  <a:srgbClr val="FFFFFF"/>
                </a:solidFill>
                <a:uFillTx/>
                <a:latin typeface="+mn-ea"/>
                <a:cs typeface="+mn-ea"/>
                <a:sym typeface="+mn-ea"/>
              </a:rPr>
              <a:t>函数</a:t>
            </a:r>
            <a:endParaRPr lang="zh-CN" altLang="en-US" b="1">
              <a:solidFill>
                <a:srgbClr val="FFFFFF"/>
              </a:solidFill>
              <a:uFillTx/>
              <a:latin typeface="+mn-ea"/>
              <a:cs typeface="+mn-ea"/>
              <a:sym typeface="+mn-ea"/>
            </a:endParaRPr>
          </a:p>
        </p:txBody>
      </p:sp>
      <p:sp>
        <p:nvSpPr>
          <p:cNvPr id="37" name="矩形: 圆角 36"/>
          <p:cNvSpPr/>
          <p:nvPr>
            <p:custDataLst>
              <p:tags r:id="rId5"/>
            </p:custDataLst>
          </p:nvPr>
        </p:nvSpPr>
        <p:spPr>
          <a:xfrm>
            <a:off x="698500" y="4278313"/>
            <a:ext cx="5221184" cy="2006649"/>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85952" tIns="431800" rIns="485950" bIns="215900" numCol="1" spcCol="0" rtlCol="0" fromWordArt="0" anchor="ctr" anchorCtr="0" forceAA="0" compatLnSpc="1">
            <a:noAutofit/>
          </a:bodyPr>
          <a:lstStyle/>
          <a:p>
            <a:pPr lvl="0" algn="just">
              <a:lnSpc>
                <a:spcPct val="150000"/>
              </a:lnSpc>
              <a:spcBef>
                <a:spcPts val="0"/>
              </a:spcBef>
              <a:spcAft>
                <a:spcPts val="0"/>
              </a:spcAft>
              <a:buClrTx/>
              <a:buSzTx/>
              <a:buFontTx/>
            </a:pPr>
            <a:r>
              <a:rPr lang="zh-CN" altLang="en-US" sz="1600" dirty="0">
                <a:ln>
                  <a:noFill/>
                </a:ln>
                <a:solidFill>
                  <a:schemeClr val="tx1">
                    <a:lumMod val="85000"/>
                    <a:lumOff val="15000"/>
                  </a:schemeClr>
                </a:solidFill>
                <a:effectLst/>
                <a:latin typeface="+mn-ea"/>
                <a:cs typeface="+mn-ea"/>
                <a:sym typeface="+mn-ea"/>
              </a:rPr>
              <a:t>知识库以向量化方式存储非洲特色数据，整合了非结构化与结构化信息，构建了一个全面、丰富的知识体系，为系统的智能决策和回答提供数据支持。</a:t>
            </a:r>
            <a:endParaRPr lang="zh-CN" altLang="en-US" sz="1600" dirty="0">
              <a:ln>
                <a:noFill/>
              </a:ln>
              <a:solidFill>
                <a:schemeClr val="tx1">
                  <a:lumMod val="85000"/>
                  <a:lumOff val="15000"/>
                </a:schemeClr>
              </a:solidFill>
              <a:effectLst/>
              <a:latin typeface="+mn-ea"/>
              <a:cs typeface="+mn-ea"/>
              <a:sym typeface="+mn-ea"/>
            </a:endParaRPr>
          </a:p>
        </p:txBody>
      </p:sp>
      <p:sp>
        <p:nvSpPr>
          <p:cNvPr id="38" name="标题"/>
          <p:cNvSpPr/>
          <p:nvPr>
            <p:custDataLst>
              <p:tags r:id="rId6"/>
            </p:custDataLst>
          </p:nvPr>
        </p:nvSpPr>
        <p:spPr>
          <a:xfrm>
            <a:off x="1835150" y="3930968"/>
            <a:ext cx="2947845" cy="651349"/>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a:solidFill>
                  <a:srgbClr val="FFFFFF"/>
                </a:solidFill>
                <a:uFillTx/>
                <a:latin typeface="+mn-ea"/>
                <a:cs typeface="+mn-ea"/>
                <a:sym typeface="+mn-ea"/>
              </a:rPr>
              <a:t>知识库</a:t>
            </a:r>
            <a:endParaRPr lang="zh-CN" altLang="en-US" b="1">
              <a:solidFill>
                <a:srgbClr val="FFFFFF"/>
              </a:solidFill>
              <a:uFillTx/>
              <a:latin typeface="+mn-ea"/>
              <a:cs typeface="+mn-ea"/>
              <a:sym typeface="+mn-ea"/>
            </a:endParaRPr>
          </a:p>
        </p:txBody>
      </p:sp>
      <p:sp>
        <p:nvSpPr>
          <p:cNvPr id="3" name="矩形: 圆角 2"/>
          <p:cNvSpPr/>
          <p:nvPr>
            <p:custDataLst>
              <p:tags r:id="rId7"/>
            </p:custDataLst>
          </p:nvPr>
        </p:nvSpPr>
        <p:spPr>
          <a:xfrm>
            <a:off x="6272530" y="4278630"/>
            <a:ext cx="5220970" cy="2006600"/>
          </a:xfrm>
          <a:prstGeom prst="roundRect">
            <a:avLst>
              <a:gd name="adj" fmla="val 6098"/>
            </a:avLst>
          </a:prstGeom>
          <a:noFill/>
          <a:ln>
            <a:solidFill>
              <a:schemeClr val="accent2">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85952" tIns="431800" rIns="485950" bIns="215900" numCol="1" spcCol="0" rtlCol="0" fromWordArt="0" anchor="ctr" anchorCtr="0" forceAA="0" compatLnSpc="1">
            <a:noAutofit/>
          </a:bodyPr>
          <a:lstStyle/>
          <a:p>
            <a:pPr lvl="0" algn="just">
              <a:lnSpc>
                <a:spcPct val="150000"/>
              </a:lnSpc>
              <a:spcBef>
                <a:spcPts val="0"/>
              </a:spcBef>
              <a:spcAft>
                <a:spcPts val="0"/>
              </a:spcAft>
              <a:buClrTx/>
              <a:buSzTx/>
              <a:buFontTx/>
            </a:pPr>
            <a:r>
              <a:rPr lang="zh-CN" altLang="en-US" sz="1600" dirty="0">
                <a:ln>
                  <a:noFill/>
                </a:ln>
                <a:solidFill>
                  <a:schemeClr val="tx1">
                    <a:lumMod val="85000"/>
                    <a:lumOff val="15000"/>
                  </a:schemeClr>
                </a:solidFill>
                <a:effectLst/>
                <a:latin typeface="+mn-ea"/>
                <a:cs typeface="+mn-ea"/>
                <a:sym typeface="+mn-ea"/>
              </a:rPr>
              <a:t>应用搭建借助可视化工作流工具，支持零编码构建专属问答智能体，降低了开发难度，使得更多用户能够根据自身需求创建个性化的问答应用。通过外接</a:t>
            </a:r>
            <a:r>
              <a:rPr lang="en-US" altLang="zh-CN" sz="1600" dirty="0">
                <a:ln>
                  <a:noFill/>
                </a:ln>
                <a:solidFill>
                  <a:schemeClr val="tx1">
                    <a:lumMod val="85000"/>
                    <a:lumOff val="15000"/>
                  </a:schemeClr>
                </a:solidFill>
                <a:effectLst/>
                <a:latin typeface="+mn-ea"/>
                <a:cs typeface="+mn-ea"/>
                <a:sym typeface="+mn-ea"/>
              </a:rPr>
              <a:t>mcp</a:t>
            </a:r>
            <a:r>
              <a:rPr lang="zh-CN" altLang="en-US" sz="1600" dirty="0">
                <a:ln>
                  <a:noFill/>
                </a:ln>
                <a:solidFill>
                  <a:schemeClr val="tx1">
                    <a:lumMod val="85000"/>
                    <a:lumOff val="15000"/>
                  </a:schemeClr>
                </a:solidFill>
                <a:effectLst/>
                <a:latin typeface="+mn-ea"/>
                <a:cs typeface="+mn-ea"/>
                <a:sym typeface="+mn-ea"/>
              </a:rPr>
              <a:t>工具增强工作流工作难度。</a:t>
            </a:r>
            <a:endParaRPr lang="zh-CN" altLang="en-US" sz="1600" dirty="0">
              <a:ln>
                <a:noFill/>
              </a:ln>
              <a:solidFill>
                <a:schemeClr val="tx1">
                  <a:lumMod val="85000"/>
                  <a:lumOff val="15000"/>
                </a:schemeClr>
              </a:solidFill>
              <a:effectLst/>
              <a:latin typeface="+mn-ea"/>
              <a:cs typeface="+mn-ea"/>
              <a:sym typeface="+mn-ea"/>
            </a:endParaRPr>
          </a:p>
        </p:txBody>
      </p:sp>
      <p:sp>
        <p:nvSpPr>
          <p:cNvPr id="4" name="标题"/>
          <p:cNvSpPr/>
          <p:nvPr>
            <p:custDataLst>
              <p:tags r:id="rId8"/>
            </p:custDataLst>
          </p:nvPr>
        </p:nvSpPr>
        <p:spPr>
          <a:xfrm>
            <a:off x="7409180" y="3930968"/>
            <a:ext cx="2947845" cy="651349"/>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a:solidFill>
                  <a:srgbClr val="FFFFFF"/>
                </a:solidFill>
                <a:uFillTx/>
                <a:latin typeface="+mn-ea"/>
                <a:cs typeface="+mn-ea"/>
                <a:sym typeface="+mn-ea"/>
              </a:rPr>
              <a:t>工作流</a:t>
            </a:r>
            <a:endParaRPr lang="zh-CN" altLang="en-US" b="1">
              <a:solidFill>
                <a:srgbClr val="FFFFFF"/>
              </a:solidFill>
              <a:uFillTx/>
              <a:latin typeface="+mn-ea"/>
              <a:cs typeface="+mn-ea"/>
              <a:sym typeface="+mn-ea"/>
            </a:endParaRPr>
          </a:p>
        </p:txBody>
      </p:sp>
      <p:sp>
        <p:nvSpPr>
          <p:cNvPr id="5" name="标题 4"/>
          <p:cNvSpPr>
            <a:spLocks noGrp="1"/>
          </p:cNvSpPr>
          <p:nvPr>
            <p:ph type="title"/>
            <p:custDataLst>
              <p:tags r:id="rId9"/>
            </p:custDataLst>
          </p:nvPr>
        </p:nvSpPr>
        <p:spPr/>
        <p:txBody>
          <a:bodyPr>
            <a:normAutofit/>
          </a:bodyPr>
          <a:lstStyle/>
          <a:p>
            <a:pPr algn="l"/>
            <a:r>
              <a:rPr lang="zh-CN" altLang="en-US" dirty="0"/>
              <a:t>底层架构与功能模块</a:t>
            </a:r>
            <a:endParaRPr lang="zh-CN" altLang="en-US" dirty="0"/>
          </a:p>
        </p:txBody>
      </p:sp>
    </p:spTree>
    <p:custDataLst>
      <p:tags r:id="rId10"/>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sz="3200" b="1"/>
              <a:t>数据库构建</a:t>
            </a:r>
            <a:endParaRPr lang="zh-CN" altLang="en-US" sz="3200" b="1"/>
          </a:p>
        </p:txBody>
      </p:sp>
      <p:pic>
        <p:nvPicPr>
          <p:cNvPr id="3" name="内容占位符 2" descr="4ca19e46-e597-11f0-afd3-2ea4359bf5ca"/>
          <p:cNvPicPr>
            <a:picLocks noChangeAspect="1"/>
          </p:cNvPicPr>
          <p:nvPr>
            <p:ph idx="16392"/>
            <p:custDataLst>
              <p:tags r:id="rId2"/>
            </p:custDataLst>
          </p:nvPr>
        </p:nvPicPr>
        <p:blipFill>
          <a:blip r:embed="rId3"/>
          <a:srcRect l="19091" r="19924"/>
          <a:stretch>
            <a:fillRect/>
          </a:stretch>
        </p:blipFill>
        <p:spPr>
          <a:xfrm>
            <a:off x="3382010" y="1524000"/>
            <a:ext cx="8201025" cy="4724400"/>
          </a:xfrm>
          <a:custGeom>
            <a:avLst/>
            <a:gdLst>
              <a:gd name="connisteX0" fmla="*/ 0 w 5486400"/>
              <a:gd name="connsiteY0" fmla="*/ 0 h 4724400"/>
              <a:gd name="connisteX1" fmla="*/ 5283200 w 5486400"/>
              <a:gd name="connsiteY1" fmla="*/ 0 h 4724400"/>
              <a:gd name="connisteX2" fmla="*/ 5486400 w 5486400"/>
              <a:gd name="connsiteY2" fmla="*/ 203200 h 4724400"/>
              <a:gd name="connisteX3" fmla="*/ 5486400 w 5486400"/>
              <a:gd name="connsiteY3" fmla="*/ 4521200 h 4724400"/>
              <a:gd name="connisteX4" fmla="*/ 5283200 w 5486400"/>
              <a:gd name="connsiteY4" fmla="*/ 4724400 h 4724400"/>
              <a:gd name="connisteX5" fmla="*/ 0 w 5486400"/>
              <a:gd name="connsiteY5" fmla="*/ 4724400 h 4724400"/>
              <a:gd name="connisteX6" fmla="*/ 0 w 5486400"/>
              <a:gd name="connsiteY6" fmla="*/ 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5486400" h="4724400">
                <a:moveTo>
                  <a:pt x="0" y="0"/>
                </a:moveTo>
                <a:lnTo>
                  <a:pt x="5283200" y="0"/>
                </a:lnTo>
                <a:cubicBezTo>
                  <a:pt x="5395424" y="0"/>
                  <a:pt x="5486400" y="90976"/>
                  <a:pt x="5486400" y="203200"/>
                </a:cubicBezTo>
                <a:lnTo>
                  <a:pt x="5486400" y="4521200"/>
                </a:lnTo>
                <a:cubicBezTo>
                  <a:pt x="5486400" y="4633424"/>
                  <a:pt x="5395424" y="4724400"/>
                  <a:pt x="5283200" y="4724400"/>
                </a:cubicBezTo>
                <a:lnTo>
                  <a:pt x="0" y="4724400"/>
                </a:lnTo>
                <a:lnTo>
                  <a:pt x="0" y="0"/>
                </a:lnTo>
                <a:close/>
              </a:path>
            </a:pathLst>
          </a:custGeom>
        </p:spPr>
      </p:pic>
      <p:sp>
        <p:nvSpPr>
          <p:cNvPr id="4" name="装饰  2"/>
          <p:cNvSpPr>
            <a:spLocks noGrp="1"/>
          </p:cNvSpPr>
          <p:nvPr>
            <p:ph type="body" idx="16393"/>
            <p:custDataLst>
              <p:tags r:id="rId4"/>
            </p:custDataLst>
          </p:nvPr>
        </p:nvSpPr>
        <p:spPr>
          <a:xfrm>
            <a:off x="609600" y="1524000"/>
            <a:ext cx="2772410" cy="4724400"/>
          </a:xfrm>
          <a:solidFill>
            <a:srgbClr val="FFA50F"/>
          </a:solidFill>
        </p:spPr>
        <p:txBody>
          <a:bodyPr/>
          <a:p>
            <a:r>
              <a:rPr lang="zh-CN" altLang="en-US"/>
              <a:t> </a:t>
            </a:r>
            <a:endParaRPr lang="zh-CN" altLang="en-US"/>
          </a:p>
        </p:txBody>
      </p:sp>
      <p:sp>
        <p:nvSpPr>
          <p:cNvPr id="7" name="文本占位符 6"/>
          <p:cNvSpPr>
            <a:spLocks noGrp="1"/>
          </p:cNvSpPr>
          <p:nvPr>
            <p:ph type="body" idx="16387"/>
            <p:custDataLst>
              <p:tags r:id="rId5"/>
            </p:custDataLst>
          </p:nvPr>
        </p:nvSpPr>
        <p:spPr>
          <a:xfrm>
            <a:off x="1066800" y="2056765"/>
            <a:ext cx="1981200" cy="3455035"/>
          </a:xfrm>
        </p:spPr>
        <p:txBody>
          <a:bodyPr>
            <a:noAutofit/>
          </a:bodyPr>
          <a:p>
            <a:pPr algn="just"/>
            <a:r>
              <a:rPr lang="zh-CN" altLang="en-US" sz="1800"/>
              <a:t>尼亚萨波系统整合五大权威数据源，构建中非经贸全面知识基座。采用</a:t>
            </a:r>
            <a:r>
              <a:rPr lang="en-US" altLang="zh-CN" sz="1800"/>
              <a:t>“</a:t>
            </a:r>
            <a:r>
              <a:rPr lang="zh-CN" altLang="en-US" sz="1800"/>
              <a:t>自动</a:t>
            </a:r>
            <a:r>
              <a:rPr lang="en-US" altLang="zh-CN" sz="1800"/>
              <a:t>+</a:t>
            </a:r>
            <a:r>
              <a:rPr lang="zh-CN" altLang="en-US" sz="1800"/>
              <a:t>人工</a:t>
            </a:r>
            <a:r>
              <a:rPr lang="en-US" altLang="zh-CN" sz="1800"/>
              <a:t>”</a:t>
            </a:r>
            <a:r>
              <a:rPr lang="zh-CN" altLang="en-US" sz="1800"/>
              <a:t>结合的动态更新机制。当发生重大政策变化、突发事件、重要项目签约等情况时，立即启动专项更新流程。</a:t>
            </a:r>
            <a:endParaRPr lang="zh-CN" altLang="en-US" sz="1800"/>
          </a:p>
        </p:txBody>
      </p:sp>
    </p:spTree>
    <p:custDataLst>
      <p:tags r:id="rId6"/>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sz="3200" b="1"/>
              <a:t>数据特色</a:t>
            </a:r>
            <a:endParaRPr lang="zh-CN" altLang="en-US" sz="3200" b="1"/>
          </a:p>
        </p:txBody>
      </p:sp>
      <p:grpSp>
        <p:nvGrpSpPr>
          <p:cNvPr id="8" name="组合 7"/>
          <p:cNvGrpSpPr/>
          <p:nvPr>
            <p:custDataLst>
              <p:tags r:id="rId2"/>
            </p:custDataLst>
          </p:nvPr>
        </p:nvGrpSpPr>
        <p:grpSpPr>
          <a:xfrm>
            <a:off x="191344" y="1305233"/>
            <a:ext cx="11856720" cy="4774859"/>
            <a:chOff x="191344" y="1128703"/>
            <a:chExt cx="11856720" cy="4774859"/>
          </a:xfrm>
        </p:grpSpPr>
        <p:grpSp>
          <p:nvGrpSpPr>
            <p:cNvPr id="14" name="组合 13"/>
            <p:cNvGrpSpPr/>
            <p:nvPr/>
          </p:nvGrpSpPr>
          <p:grpSpPr>
            <a:xfrm>
              <a:off x="191344" y="1128703"/>
              <a:ext cx="11856720" cy="400111"/>
              <a:chOff x="167640" y="200295"/>
              <a:chExt cx="11856720" cy="400111"/>
            </a:xfrm>
          </p:grpSpPr>
          <p:sp>
            <p:nvSpPr>
              <p:cNvPr id="29" name="文本框 28"/>
              <p:cNvSpPr txBox="1"/>
              <p:nvPr>
                <p:custDataLst>
                  <p:tags r:id="rId3"/>
                </p:custDataLst>
              </p:nvPr>
            </p:nvSpPr>
            <p:spPr>
              <a:xfrm>
                <a:off x="167640" y="200296"/>
                <a:ext cx="5928360" cy="400110"/>
              </a:xfrm>
              <a:prstGeom prst="rect">
                <a:avLst/>
              </a:prstGeom>
              <a:noFill/>
            </p:spPr>
            <p:txBody>
              <a:bodyPr wrap="square" rtlCol="0">
                <a:spAutoFit/>
              </a:bodyPr>
              <a:lstStyle/>
              <a:p>
                <a:pPr algn="ctr"/>
                <a:r>
                  <a:rPr kumimoji="1" lang="zh-CN" altLang="en-US" sz="2000" b="1" dirty="0">
                    <a:latin typeface="楷体" panose="02010609060101010101" charset="-122"/>
                    <a:ea typeface="楷体" panose="02010609060101010101" charset="-122"/>
                  </a:rPr>
                  <a:t>非结构化数据</a:t>
                </a:r>
                <a:endParaRPr kumimoji="1" lang="zh-CN" altLang="en-US" sz="2000" b="1" dirty="0">
                  <a:latin typeface="楷体" panose="02010609060101010101" charset="-122"/>
                  <a:ea typeface="楷体" panose="02010609060101010101" charset="-122"/>
                </a:endParaRPr>
              </a:p>
            </p:txBody>
          </p:sp>
          <p:sp>
            <p:nvSpPr>
              <p:cNvPr id="30" name="文本框 29"/>
              <p:cNvSpPr txBox="1"/>
              <p:nvPr>
                <p:custDataLst>
                  <p:tags r:id="rId4"/>
                </p:custDataLst>
              </p:nvPr>
            </p:nvSpPr>
            <p:spPr>
              <a:xfrm>
                <a:off x="6096000" y="200295"/>
                <a:ext cx="5928360" cy="400110"/>
              </a:xfrm>
              <a:prstGeom prst="rect">
                <a:avLst/>
              </a:prstGeom>
              <a:noFill/>
            </p:spPr>
            <p:txBody>
              <a:bodyPr wrap="square" rtlCol="0">
                <a:spAutoFit/>
              </a:bodyPr>
              <a:lstStyle/>
              <a:p>
                <a:pPr algn="ctr"/>
                <a:r>
                  <a:rPr kumimoji="1" lang="zh-CN" altLang="en-US" sz="2000" b="1" dirty="0">
                    <a:latin typeface="楷体" panose="02010609060101010101" charset="-122"/>
                    <a:ea typeface="楷体" panose="02010609060101010101" charset="-122"/>
                  </a:rPr>
                  <a:t>结构化数据</a:t>
                </a:r>
                <a:endParaRPr kumimoji="1" lang="zh-CN" altLang="en-US" sz="2000" b="1" dirty="0">
                  <a:latin typeface="楷体" panose="02010609060101010101" charset="-122"/>
                  <a:ea typeface="楷体" panose="02010609060101010101" charset="-122"/>
                </a:endParaRPr>
              </a:p>
            </p:txBody>
          </p:sp>
        </p:grpSp>
        <p:cxnSp>
          <p:nvCxnSpPr>
            <p:cNvPr id="15" name="直线连接符 14"/>
            <p:cNvCxnSpPr/>
            <p:nvPr>
              <p:custDataLst>
                <p:tags r:id="rId5"/>
              </p:custDataLst>
            </p:nvPr>
          </p:nvCxnSpPr>
          <p:spPr>
            <a:xfrm>
              <a:off x="1034846" y="1686579"/>
              <a:ext cx="4005943" cy="0"/>
            </a:xfrm>
            <a:prstGeom prst="line">
              <a:avLst/>
            </a:prstGeom>
          </p:spPr>
          <p:style>
            <a:lnRef idx="2">
              <a:schemeClr val="accent2"/>
            </a:lnRef>
            <a:fillRef idx="0">
              <a:schemeClr val="accent2"/>
            </a:fillRef>
            <a:effectRef idx="1">
              <a:schemeClr val="accent2"/>
            </a:effectRef>
            <a:fontRef idx="minor">
              <a:schemeClr val="tx1"/>
            </a:fontRef>
          </p:style>
        </p:cxnSp>
        <p:pic>
          <p:nvPicPr>
            <p:cNvPr id="27" name="图片 26"/>
            <p:cNvPicPr>
              <a:picLocks noChangeAspect="1"/>
            </p:cNvPicPr>
            <p:nvPr/>
          </p:nvPicPr>
          <p:blipFill>
            <a:blip r:embed="rId6"/>
            <a:stretch>
              <a:fillRect/>
            </a:stretch>
          </p:blipFill>
          <p:spPr>
            <a:xfrm>
              <a:off x="395205" y="2468626"/>
              <a:ext cx="5928360" cy="3434936"/>
            </a:xfrm>
            <a:prstGeom prst="rect">
              <a:avLst/>
            </a:prstGeom>
          </p:spPr>
        </p:pic>
        <p:pic>
          <p:nvPicPr>
            <p:cNvPr id="24" name="图片 23"/>
            <p:cNvPicPr>
              <a:picLocks noChangeAspect="1"/>
            </p:cNvPicPr>
            <p:nvPr/>
          </p:nvPicPr>
          <p:blipFill>
            <a:blip r:embed="rId7"/>
            <a:stretch>
              <a:fillRect/>
            </a:stretch>
          </p:blipFill>
          <p:spPr>
            <a:xfrm>
              <a:off x="6816080" y="2452680"/>
              <a:ext cx="4815840" cy="3386527"/>
            </a:xfrm>
            <a:prstGeom prst="rect">
              <a:avLst/>
            </a:prstGeom>
          </p:spPr>
        </p:pic>
        <p:sp>
          <p:nvSpPr>
            <p:cNvPr id="25" name="文本框 24"/>
            <p:cNvSpPr txBox="1"/>
            <p:nvPr>
              <p:custDataLst>
                <p:tags r:id="rId8"/>
              </p:custDataLst>
            </p:nvPr>
          </p:nvSpPr>
          <p:spPr>
            <a:xfrm>
              <a:off x="1145689" y="1949445"/>
              <a:ext cx="4108703" cy="369332"/>
            </a:xfrm>
            <a:prstGeom prst="rect">
              <a:avLst/>
            </a:prstGeom>
            <a:noFill/>
          </p:spPr>
          <p:txBody>
            <a:bodyPr wrap="square" rtlCol="0">
              <a:spAutoFit/>
            </a:bodyPr>
            <a:lstStyle/>
            <a:p>
              <a:pPr algn="ctr"/>
              <a:r>
                <a:rPr kumimoji="1" lang="en-US" altLang="zh-CN" b="1" dirty="0">
                  <a:solidFill>
                    <a:srgbClr val="FFA50F"/>
                  </a:solidFill>
                  <a:latin typeface="楷体" panose="02010609060101010101" charset="-122"/>
                  <a:ea typeface="楷体" panose="02010609060101010101" charset="-122"/>
                </a:rPr>
                <a:t>1TB</a:t>
              </a:r>
              <a:r>
                <a:rPr kumimoji="1" lang="zh-CN" altLang="en-US" b="1" dirty="0">
                  <a:solidFill>
                    <a:srgbClr val="FFA50F"/>
                  </a:solidFill>
                  <a:latin typeface="楷体" panose="02010609060101010101" charset="-122"/>
                  <a:ea typeface="楷体" panose="02010609060101010101" charset="-122"/>
                </a:rPr>
                <a:t>清洁文本数据</a:t>
              </a:r>
              <a:endParaRPr kumimoji="1" lang="zh-CN" altLang="en-US" b="1" dirty="0">
                <a:solidFill>
                  <a:srgbClr val="FFA50F"/>
                </a:solidFill>
                <a:latin typeface="楷体" panose="02010609060101010101" charset="-122"/>
                <a:ea typeface="楷体" panose="02010609060101010101" charset="-122"/>
              </a:endParaRPr>
            </a:p>
          </p:txBody>
        </p:sp>
        <p:sp>
          <p:nvSpPr>
            <p:cNvPr id="26" name="文本框 25"/>
            <p:cNvSpPr txBox="1"/>
            <p:nvPr>
              <p:custDataLst>
                <p:tags r:id="rId9"/>
              </p:custDataLst>
            </p:nvPr>
          </p:nvSpPr>
          <p:spPr>
            <a:xfrm>
              <a:off x="6961030" y="1869575"/>
              <a:ext cx="4005942" cy="369332"/>
            </a:xfrm>
            <a:prstGeom prst="rect">
              <a:avLst/>
            </a:prstGeom>
            <a:noFill/>
          </p:spPr>
          <p:txBody>
            <a:bodyPr wrap="square" rtlCol="0">
              <a:spAutoFit/>
            </a:bodyPr>
            <a:lstStyle/>
            <a:p>
              <a:pPr algn="ctr"/>
              <a:r>
                <a:rPr kumimoji="1" lang="zh-CN" altLang="en-US" b="1" dirty="0">
                  <a:solidFill>
                    <a:srgbClr val="FDCC31"/>
                  </a:solidFill>
                  <a:latin typeface="楷体" panose="02010609060101010101" charset="-122"/>
                  <a:ea typeface="楷体" panose="02010609060101010101" charset="-122"/>
                </a:rPr>
                <a:t>近</a:t>
              </a:r>
              <a:r>
                <a:rPr kumimoji="1" lang="en-US" altLang="zh-CN" b="1" dirty="0">
                  <a:solidFill>
                    <a:srgbClr val="FDCC31"/>
                  </a:solidFill>
                  <a:latin typeface="楷体" panose="02010609060101010101" charset="-122"/>
                  <a:ea typeface="楷体" panose="02010609060101010101" charset="-122"/>
                </a:rPr>
                <a:t>3TB</a:t>
              </a:r>
              <a:r>
                <a:rPr kumimoji="1" lang="zh-CN" altLang="en-US" b="1" dirty="0">
                  <a:solidFill>
                    <a:srgbClr val="FDCC31"/>
                  </a:solidFill>
                  <a:latin typeface="楷体" panose="02010609060101010101" charset="-122"/>
                  <a:ea typeface="楷体" panose="02010609060101010101" charset="-122"/>
                </a:rPr>
                <a:t>规整指标数据</a:t>
              </a:r>
              <a:endParaRPr kumimoji="1" lang="zh-CN" altLang="en-US" b="1" dirty="0">
                <a:solidFill>
                  <a:srgbClr val="FDCC31"/>
                </a:solidFill>
                <a:latin typeface="楷体" panose="02010609060101010101" charset="-122"/>
                <a:ea typeface="楷体" panose="02010609060101010101" charset="-122"/>
              </a:endParaRPr>
            </a:p>
          </p:txBody>
        </p:sp>
      </p:grpSp>
      <p:cxnSp>
        <p:nvCxnSpPr>
          <p:cNvPr id="3" name="直线连接符 14"/>
          <p:cNvCxnSpPr/>
          <p:nvPr>
            <p:custDataLst>
              <p:tags r:id="rId10"/>
            </p:custDataLst>
          </p:nvPr>
        </p:nvCxnSpPr>
        <p:spPr>
          <a:xfrm>
            <a:off x="6759371" y="1683404"/>
            <a:ext cx="4005943" cy="0"/>
          </a:xfrm>
          <a:prstGeom prst="line">
            <a:avLst/>
          </a:prstGeom>
        </p:spPr>
        <p:style>
          <a:lnRef idx="2">
            <a:schemeClr val="accent2"/>
          </a:lnRef>
          <a:fillRef idx="0">
            <a:schemeClr val="accent2"/>
          </a:fillRef>
          <a:effectRef idx="1">
            <a:schemeClr val="accent2"/>
          </a:effectRef>
          <a:fontRef idx="minor">
            <a:schemeClr val="tx1"/>
          </a:fontRef>
        </p:style>
      </p:cxnSp>
    </p:spTree>
    <p:custDataLst>
      <p:tags r:id="rId1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609600" y="533400"/>
            <a:ext cx="3918585" cy="1219200"/>
          </a:xfrm>
        </p:spPr>
        <p:txBody>
          <a:bodyPr>
            <a:normAutofit/>
          </a:bodyPr>
          <a:p>
            <a:r>
              <a:rPr lang="zh-CN" altLang="en-US" sz="3200" b="1">
                <a:sym typeface="+mn-ea"/>
              </a:rPr>
              <a:t>五大应用矩阵构建</a:t>
            </a:r>
            <a:endParaRPr lang="zh-CN" altLang="en-US" sz="3200" b="1">
              <a:sym typeface="+mn-ea"/>
            </a:endParaRPr>
          </a:p>
        </p:txBody>
      </p:sp>
      <p:sp>
        <p:nvSpPr>
          <p:cNvPr id="5" name="矩形 4"/>
          <p:cNvSpPr/>
          <p:nvPr>
            <p:custDataLst>
              <p:tags r:id="rId2"/>
            </p:custDataLst>
          </p:nvPr>
        </p:nvSpPr>
        <p:spPr>
          <a:xfrm>
            <a:off x="1245235" y="2043748"/>
            <a:ext cx="2985024" cy="398780"/>
          </a:xfrm>
          <a:prstGeom prst="rect">
            <a:avLst/>
          </a:prstGeom>
          <a:noFill/>
        </p:spPr>
        <p:txBody>
          <a:bodyPr wrap="square" lIns="0" tIns="0" rIns="0" bIns="0" rtlCol="0">
            <a:noAutofit/>
          </a:bodyPr>
          <a:p>
            <a:pPr algn="r">
              <a:spcBef>
                <a:spcPct val="0"/>
              </a:spcBef>
              <a:spcAft>
                <a:spcPct val="0"/>
              </a:spcAft>
            </a:pPr>
            <a:r>
              <a:rPr lang="zh-CN" altLang="en-US" b="1">
                <a:solidFill>
                  <a:schemeClr val="accent1"/>
                </a:solidFill>
                <a:latin typeface="+mn-ea"/>
                <a:cs typeface="+mn-ea"/>
                <a:sym typeface="+mn-ea"/>
              </a:rPr>
              <a:t>五大应用矩阵构建</a:t>
            </a:r>
            <a:endParaRPr lang="zh-CN" altLang="en-US" b="1">
              <a:solidFill>
                <a:schemeClr val="accent1"/>
              </a:solidFill>
              <a:latin typeface="+mn-ea"/>
              <a:cs typeface="+mn-ea"/>
              <a:sym typeface="+mn-ea"/>
            </a:endParaRPr>
          </a:p>
          <a:p>
            <a:pPr algn="r">
              <a:spcBef>
                <a:spcPct val="0"/>
              </a:spcBef>
              <a:spcAft>
                <a:spcPct val="0"/>
              </a:spcAft>
            </a:pPr>
            <a:endParaRPr lang="zh-CN" altLang="en-US" b="1">
              <a:solidFill>
                <a:schemeClr val="accent1"/>
              </a:solidFill>
              <a:latin typeface="+mn-ea"/>
              <a:cs typeface="+mn-ea"/>
              <a:sym typeface="+mn-ea"/>
            </a:endParaRPr>
          </a:p>
        </p:txBody>
      </p:sp>
      <p:sp>
        <p:nvSpPr>
          <p:cNvPr id="8" name="矩形 7"/>
          <p:cNvSpPr/>
          <p:nvPr>
            <p:custDataLst>
              <p:tags r:id="rId3"/>
            </p:custDataLst>
          </p:nvPr>
        </p:nvSpPr>
        <p:spPr>
          <a:xfrm>
            <a:off x="636270" y="2528570"/>
            <a:ext cx="3594100" cy="865505"/>
          </a:xfrm>
          <a:prstGeom prst="rect">
            <a:avLst/>
          </a:prstGeom>
          <a:noFill/>
        </p:spPr>
        <p:txBody>
          <a:bodyPr wrap="square" lIns="0" tIns="0" rIns="0" bIns="0" rtlCol="0">
            <a:noAutofit/>
          </a:bodyPr>
          <a:p>
            <a:pPr algn="r">
              <a:lnSpc>
                <a:spcPct val="150000"/>
              </a:lnSpc>
              <a:spcBef>
                <a:spcPct val="0"/>
              </a:spcBef>
              <a:spcAft>
                <a:spcPct val="0"/>
              </a:spcAft>
            </a:pPr>
            <a:r>
              <a:rPr lang="zh-CN" altLang="en-US" sz="1600" kern="0" dirty="0">
                <a:ln>
                  <a:noFill/>
                  <a:prstDash val="sysDot"/>
                </a:ln>
                <a:solidFill>
                  <a:schemeClr val="tx1">
                    <a:lumMod val="85000"/>
                    <a:lumOff val="15000"/>
                  </a:schemeClr>
                </a:solidFill>
                <a:latin typeface="+mn-ea"/>
                <a:cs typeface="+mn-ea"/>
                <a:sym typeface="+mn-ea"/>
              </a:rPr>
              <a:t>尼亚萨波系统通过</a:t>
            </a:r>
            <a:r>
              <a:rPr lang="en-US" altLang="zh-CN" sz="1600" kern="0" dirty="0">
                <a:ln>
                  <a:noFill/>
                  <a:prstDash val="sysDot"/>
                </a:ln>
                <a:solidFill>
                  <a:schemeClr val="tx1">
                    <a:lumMod val="85000"/>
                    <a:lumOff val="15000"/>
                  </a:schemeClr>
                </a:solidFill>
                <a:latin typeface="+mn-ea"/>
                <a:cs typeface="+mn-ea"/>
                <a:sym typeface="+mn-ea"/>
              </a:rPr>
              <a:t>“</a:t>
            </a:r>
            <a:r>
              <a:rPr lang="zh-CN" altLang="en-US" sz="1600" kern="0" dirty="0">
                <a:ln>
                  <a:noFill/>
                  <a:prstDash val="sysDot"/>
                </a:ln>
                <a:solidFill>
                  <a:schemeClr val="tx1">
                    <a:lumMod val="85000"/>
                    <a:lumOff val="15000"/>
                  </a:schemeClr>
                </a:solidFill>
                <a:latin typeface="+mn-ea"/>
                <a:cs typeface="+mn-ea"/>
                <a:sym typeface="+mn-ea"/>
              </a:rPr>
              <a:t>国别通</a:t>
            </a:r>
            <a:r>
              <a:rPr lang="en-US" altLang="zh-CN" sz="1600" kern="0" dirty="0">
                <a:ln>
                  <a:noFill/>
                  <a:prstDash val="sysDot"/>
                </a:ln>
                <a:solidFill>
                  <a:schemeClr val="tx1">
                    <a:lumMod val="85000"/>
                    <a:lumOff val="15000"/>
                  </a:schemeClr>
                </a:solidFill>
                <a:latin typeface="+mn-ea"/>
                <a:cs typeface="+mn-ea"/>
                <a:sym typeface="+mn-ea"/>
              </a:rPr>
              <a:t>”“</a:t>
            </a:r>
            <a:r>
              <a:rPr lang="zh-CN" altLang="en-US" sz="1600" kern="0" dirty="0">
                <a:ln>
                  <a:noFill/>
                  <a:prstDash val="sysDot"/>
                </a:ln>
                <a:solidFill>
                  <a:schemeClr val="tx1">
                    <a:lumMod val="85000"/>
                    <a:lumOff val="15000"/>
                  </a:schemeClr>
                </a:solidFill>
                <a:latin typeface="+mn-ea"/>
                <a:cs typeface="+mn-ea"/>
                <a:sym typeface="+mn-ea"/>
              </a:rPr>
              <a:t>行业通</a:t>
            </a:r>
            <a:r>
              <a:rPr lang="en-US" altLang="zh-CN" sz="1600" kern="0" dirty="0">
                <a:ln>
                  <a:noFill/>
                  <a:prstDash val="sysDot"/>
                </a:ln>
                <a:solidFill>
                  <a:schemeClr val="tx1">
                    <a:lumMod val="85000"/>
                    <a:lumOff val="15000"/>
                  </a:schemeClr>
                </a:solidFill>
                <a:latin typeface="+mn-ea"/>
                <a:cs typeface="+mn-ea"/>
                <a:sym typeface="+mn-ea"/>
              </a:rPr>
              <a:t>”“</a:t>
            </a:r>
            <a:r>
              <a:rPr lang="zh-CN" altLang="en-US" sz="1600" kern="0" dirty="0">
                <a:ln>
                  <a:noFill/>
                  <a:prstDash val="sysDot"/>
                </a:ln>
                <a:solidFill>
                  <a:schemeClr val="tx1">
                    <a:lumMod val="85000"/>
                    <a:lumOff val="15000"/>
                  </a:schemeClr>
                </a:solidFill>
                <a:latin typeface="+mn-ea"/>
                <a:cs typeface="+mn-ea"/>
                <a:sym typeface="+mn-ea"/>
              </a:rPr>
              <a:t>政策通</a:t>
            </a:r>
            <a:r>
              <a:rPr lang="en-US" altLang="zh-CN" sz="1600" kern="0" dirty="0">
                <a:ln>
                  <a:noFill/>
                  <a:prstDash val="sysDot"/>
                </a:ln>
                <a:solidFill>
                  <a:schemeClr val="tx1">
                    <a:lumMod val="85000"/>
                    <a:lumOff val="15000"/>
                  </a:schemeClr>
                </a:solidFill>
                <a:latin typeface="+mn-ea"/>
                <a:cs typeface="+mn-ea"/>
                <a:sym typeface="+mn-ea"/>
              </a:rPr>
              <a:t>”“</a:t>
            </a:r>
            <a:r>
              <a:rPr lang="zh-CN" altLang="en-US" sz="1600" kern="0" dirty="0">
                <a:ln>
                  <a:noFill/>
                  <a:prstDash val="sysDot"/>
                </a:ln>
                <a:solidFill>
                  <a:schemeClr val="tx1">
                    <a:lumMod val="85000"/>
                    <a:lumOff val="15000"/>
                  </a:schemeClr>
                </a:solidFill>
                <a:latin typeface="+mn-ea"/>
                <a:cs typeface="+mn-ea"/>
                <a:sym typeface="+mn-ea"/>
              </a:rPr>
              <a:t>研究通</a:t>
            </a:r>
            <a:r>
              <a:rPr lang="en-US" altLang="zh-CN" sz="1600" kern="0" dirty="0">
                <a:ln>
                  <a:noFill/>
                  <a:prstDash val="sysDot"/>
                </a:ln>
                <a:solidFill>
                  <a:schemeClr val="tx1">
                    <a:lumMod val="85000"/>
                    <a:lumOff val="15000"/>
                  </a:schemeClr>
                </a:solidFill>
                <a:latin typeface="+mn-ea"/>
                <a:cs typeface="+mn-ea"/>
                <a:sym typeface="+mn-ea"/>
              </a:rPr>
              <a:t>”“</a:t>
            </a:r>
            <a:r>
              <a:rPr lang="zh-CN" altLang="en-US" sz="1600" kern="0" dirty="0">
                <a:ln>
                  <a:noFill/>
                  <a:prstDash val="sysDot"/>
                </a:ln>
                <a:solidFill>
                  <a:schemeClr val="tx1">
                    <a:lumMod val="85000"/>
                    <a:lumOff val="15000"/>
                  </a:schemeClr>
                </a:solidFill>
                <a:latin typeface="+mn-ea"/>
                <a:cs typeface="+mn-ea"/>
                <a:sym typeface="+mn-ea"/>
              </a:rPr>
              <a:t>资讯通</a:t>
            </a:r>
            <a:r>
              <a:rPr lang="en-US" altLang="zh-CN" sz="1600" kern="0" dirty="0">
                <a:ln>
                  <a:noFill/>
                  <a:prstDash val="sysDot"/>
                </a:ln>
                <a:solidFill>
                  <a:schemeClr val="tx1">
                    <a:lumMod val="85000"/>
                    <a:lumOff val="15000"/>
                  </a:schemeClr>
                </a:solidFill>
                <a:latin typeface="+mn-ea"/>
                <a:cs typeface="+mn-ea"/>
                <a:sym typeface="+mn-ea"/>
              </a:rPr>
              <a:t>”</a:t>
            </a:r>
            <a:r>
              <a:rPr lang="zh-CN" altLang="en-US" sz="1600" kern="0" dirty="0">
                <a:ln>
                  <a:noFill/>
                  <a:prstDash val="sysDot"/>
                </a:ln>
                <a:solidFill>
                  <a:schemeClr val="tx1">
                    <a:lumMod val="85000"/>
                    <a:lumOff val="15000"/>
                  </a:schemeClr>
                </a:solidFill>
                <a:latin typeface="+mn-ea"/>
                <a:cs typeface="+mn-ea"/>
                <a:sym typeface="+mn-ea"/>
              </a:rPr>
              <a:t>五大应用矩阵，形成全方位的知识服务体系。</a:t>
            </a:r>
            <a:endParaRPr lang="zh-CN" altLang="en-US" sz="1600" kern="0" dirty="0">
              <a:ln>
                <a:noFill/>
                <a:prstDash val="sysDot"/>
              </a:ln>
              <a:solidFill>
                <a:schemeClr val="tx1">
                  <a:lumMod val="85000"/>
                  <a:lumOff val="15000"/>
                </a:schemeClr>
              </a:solidFill>
              <a:latin typeface="+mn-ea"/>
              <a:cs typeface="+mn-ea"/>
              <a:sym typeface="+mn-ea"/>
            </a:endParaRPr>
          </a:p>
          <a:p>
            <a:pPr algn="r">
              <a:lnSpc>
                <a:spcPct val="150000"/>
              </a:lnSpc>
              <a:spcBef>
                <a:spcPct val="0"/>
              </a:spcBef>
              <a:spcAft>
                <a:spcPct val="0"/>
              </a:spcAft>
            </a:pPr>
            <a:endParaRPr lang="zh-CN" altLang="en-US" sz="1600" kern="0" dirty="0">
              <a:ln>
                <a:noFill/>
                <a:prstDash val="sysDot"/>
              </a:ln>
              <a:solidFill>
                <a:schemeClr val="tx1">
                  <a:lumMod val="85000"/>
                  <a:lumOff val="15000"/>
                </a:schemeClr>
              </a:solidFill>
              <a:latin typeface="+mn-ea"/>
              <a:cs typeface="+mn-ea"/>
              <a:sym typeface="+mn-ea"/>
            </a:endParaRPr>
          </a:p>
        </p:txBody>
      </p:sp>
      <p:cxnSp>
        <p:nvCxnSpPr>
          <p:cNvPr id="4" name="直接箭头连接符 3"/>
          <p:cNvCxnSpPr/>
          <p:nvPr>
            <p:custDataLst>
              <p:tags r:id="rId4"/>
            </p:custDataLst>
          </p:nvPr>
        </p:nvCxnSpPr>
        <p:spPr>
          <a:xfrm>
            <a:off x="2259965" y="2459673"/>
            <a:ext cx="1970405" cy="0"/>
          </a:xfrm>
          <a:prstGeom prst="straightConnector1">
            <a:avLst/>
          </a:prstGeom>
          <a:ln w="1270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6" name="泪滴形 5"/>
          <p:cNvSpPr/>
          <p:nvPr>
            <p:custDataLst>
              <p:tags r:id="rId5"/>
            </p:custDataLst>
          </p:nvPr>
        </p:nvSpPr>
        <p:spPr>
          <a:xfrm flipH="1">
            <a:off x="4460875" y="1877378"/>
            <a:ext cx="1682115" cy="1682115"/>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endParaRPr>
          </a:p>
        </p:txBody>
      </p:sp>
      <p:sp>
        <p:nvSpPr>
          <p:cNvPr id="10" name="泪滴形 9"/>
          <p:cNvSpPr/>
          <p:nvPr>
            <p:custDataLst>
              <p:tags r:id="rId6"/>
            </p:custDataLst>
          </p:nvPr>
        </p:nvSpPr>
        <p:spPr>
          <a:xfrm>
            <a:off x="6537325" y="1877378"/>
            <a:ext cx="1682115" cy="1682115"/>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endParaRPr>
          </a:p>
        </p:txBody>
      </p:sp>
      <p:sp>
        <p:nvSpPr>
          <p:cNvPr id="11" name="泪滴形 10"/>
          <p:cNvSpPr/>
          <p:nvPr>
            <p:custDataLst>
              <p:tags r:id="rId7"/>
            </p:custDataLst>
          </p:nvPr>
        </p:nvSpPr>
        <p:spPr>
          <a:xfrm rot="16200000" flipH="1">
            <a:off x="4460875" y="3844608"/>
            <a:ext cx="1682115" cy="1682115"/>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endParaRPr>
          </a:p>
        </p:txBody>
      </p:sp>
      <p:sp>
        <p:nvSpPr>
          <p:cNvPr id="12" name="泪滴形 11"/>
          <p:cNvSpPr/>
          <p:nvPr>
            <p:custDataLst>
              <p:tags r:id="rId8"/>
            </p:custDataLst>
          </p:nvPr>
        </p:nvSpPr>
        <p:spPr>
          <a:xfrm rot="5400000">
            <a:off x="6537960" y="3844608"/>
            <a:ext cx="1682115" cy="1682115"/>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endParaRPr>
          </a:p>
        </p:txBody>
      </p:sp>
      <p:sp>
        <p:nvSpPr>
          <p:cNvPr id="9" name="矩形 8"/>
          <p:cNvSpPr/>
          <p:nvPr>
            <p:custDataLst>
              <p:tags r:id="rId9"/>
            </p:custDataLst>
          </p:nvPr>
        </p:nvSpPr>
        <p:spPr>
          <a:xfrm>
            <a:off x="1245235" y="4010978"/>
            <a:ext cx="2985024" cy="398780"/>
          </a:xfrm>
          <a:prstGeom prst="rect">
            <a:avLst/>
          </a:prstGeom>
          <a:noFill/>
        </p:spPr>
        <p:txBody>
          <a:bodyPr wrap="square" lIns="0" tIns="0" rIns="0" bIns="0" rtlCol="0">
            <a:noAutofit/>
          </a:bodyPr>
          <a:p>
            <a:pPr algn="r">
              <a:spcBef>
                <a:spcPct val="0"/>
              </a:spcBef>
              <a:spcAft>
                <a:spcPct val="0"/>
              </a:spcAft>
            </a:pPr>
            <a:r>
              <a:rPr lang="zh-CN" altLang="en-US" b="1">
                <a:solidFill>
                  <a:schemeClr val="accent2"/>
                </a:solidFill>
                <a:latin typeface="+mn-ea"/>
                <a:cs typeface="+mn-ea"/>
                <a:sym typeface="+mn-ea"/>
              </a:rPr>
              <a:t>用户灵活组合获益</a:t>
            </a:r>
            <a:endParaRPr lang="zh-CN" altLang="en-US" b="1">
              <a:solidFill>
                <a:schemeClr val="accent2"/>
              </a:solidFill>
              <a:latin typeface="+mn-ea"/>
              <a:cs typeface="+mn-ea"/>
              <a:sym typeface="+mn-ea"/>
            </a:endParaRPr>
          </a:p>
          <a:p>
            <a:pPr algn="r">
              <a:spcBef>
                <a:spcPct val="0"/>
              </a:spcBef>
              <a:spcAft>
                <a:spcPct val="0"/>
              </a:spcAft>
            </a:pPr>
            <a:endParaRPr lang="zh-CN" altLang="en-US" b="1">
              <a:solidFill>
                <a:schemeClr val="accent2"/>
              </a:solidFill>
              <a:latin typeface="+mn-ea"/>
              <a:cs typeface="+mn-ea"/>
              <a:sym typeface="+mn-ea"/>
            </a:endParaRPr>
          </a:p>
        </p:txBody>
      </p:sp>
      <p:sp>
        <p:nvSpPr>
          <p:cNvPr id="27" name="矩形 26"/>
          <p:cNvSpPr/>
          <p:nvPr>
            <p:custDataLst>
              <p:tags r:id="rId10"/>
            </p:custDataLst>
          </p:nvPr>
        </p:nvSpPr>
        <p:spPr>
          <a:xfrm>
            <a:off x="763905" y="4495800"/>
            <a:ext cx="3466465" cy="865505"/>
          </a:xfrm>
          <a:prstGeom prst="rect">
            <a:avLst/>
          </a:prstGeom>
          <a:noFill/>
        </p:spPr>
        <p:txBody>
          <a:bodyPr wrap="square" lIns="0" tIns="0" rIns="0" bIns="0" rtlCol="0">
            <a:noAutofit/>
          </a:bodyPr>
          <a:p>
            <a:pPr algn="r">
              <a:lnSpc>
                <a:spcPct val="150000"/>
              </a:lnSpc>
              <a:spcBef>
                <a:spcPct val="0"/>
              </a:spcBef>
              <a:spcAft>
                <a:spcPct val="0"/>
              </a:spcAft>
            </a:pPr>
            <a:r>
              <a:rPr lang="zh-CN" altLang="en-US" sz="1600">
                <a:sym typeface="+mn-ea"/>
              </a:rPr>
              <a:t>用户可根据实际需求自由搭配使用各模块，获得定制化信息服务，提升决策效率与准确性。</a:t>
            </a:r>
            <a:endParaRPr lang="zh-CN" altLang="en-US" sz="1600"/>
          </a:p>
          <a:p>
            <a:pPr algn="just">
              <a:lnSpc>
                <a:spcPct val="150000"/>
              </a:lnSpc>
              <a:spcBef>
                <a:spcPct val="0"/>
              </a:spcBef>
              <a:spcAft>
                <a:spcPct val="0"/>
              </a:spcAft>
            </a:pPr>
            <a:endParaRPr lang="zh-CN" altLang="en-US" sz="1600">
              <a:solidFill>
                <a:schemeClr val="tx1">
                  <a:lumMod val="85000"/>
                  <a:lumOff val="15000"/>
                </a:schemeClr>
              </a:solidFill>
              <a:latin typeface="+mn-ea"/>
              <a:cs typeface="+mn-ea"/>
              <a:sym typeface="+mn-ea"/>
            </a:endParaRPr>
          </a:p>
        </p:txBody>
      </p:sp>
      <p:cxnSp>
        <p:nvCxnSpPr>
          <p:cNvPr id="15" name="直接箭头连接符 14"/>
          <p:cNvCxnSpPr/>
          <p:nvPr>
            <p:custDataLst>
              <p:tags r:id="rId11"/>
            </p:custDataLst>
          </p:nvPr>
        </p:nvCxnSpPr>
        <p:spPr>
          <a:xfrm>
            <a:off x="2259965" y="4426903"/>
            <a:ext cx="1970405" cy="0"/>
          </a:xfrm>
          <a:prstGeom prst="straightConnector1">
            <a:avLst/>
          </a:prstGeom>
          <a:ln w="12700">
            <a:solidFill>
              <a:schemeClr val="accent2"/>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28" name="矩形 27"/>
          <p:cNvSpPr/>
          <p:nvPr>
            <p:custDataLst>
              <p:tags r:id="rId12"/>
            </p:custDataLst>
          </p:nvPr>
        </p:nvSpPr>
        <p:spPr>
          <a:xfrm>
            <a:off x="8489315" y="2043113"/>
            <a:ext cx="2965682" cy="398780"/>
          </a:xfrm>
          <a:prstGeom prst="rect">
            <a:avLst/>
          </a:prstGeom>
          <a:noFill/>
        </p:spPr>
        <p:txBody>
          <a:bodyPr wrap="square" lIns="0" tIns="0" rIns="0" bIns="0" rtlCol="0">
            <a:noAutofit/>
          </a:bodyPr>
          <a:p>
            <a:pPr>
              <a:spcBef>
                <a:spcPct val="0"/>
              </a:spcBef>
              <a:spcAft>
                <a:spcPct val="0"/>
              </a:spcAft>
            </a:pPr>
            <a:r>
              <a:rPr lang="zh-CN" altLang="en-US" b="1">
                <a:solidFill>
                  <a:schemeClr val="accent2"/>
                </a:solidFill>
                <a:latin typeface="+mn-ea"/>
                <a:cs typeface="+mn-ea"/>
                <a:sym typeface="+mn-ea"/>
              </a:rPr>
              <a:t>矩阵式体系破解信息困局</a:t>
            </a:r>
            <a:endParaRPr lang="zh-CN" altLang="en-US" b="1">
              <a:solidFill>
                <a:schemeClr val="accent2"/>
              </a:solidFill>
              <a:latin typeface="+mn-ea"/>
              <a:cs typeface="+mn-ea"/>
              <a:sym typeface="+mn-ea"/>
            </a:endParaRPr>
          </a:p>
          <a:p>
            <a:pPr>
              <a:spcBef>
                <a:spcPct val="0"/>
              </a:spcBef>
              <a:spcAft>
                <a:spcPct val="0"/>
              </a:spcAft>
            </a:pPr>
            <a:endParaRPr lang="zh-CN" altLang="en-US" b="1">
              <a:solidFill>
                <a:schemeClr val="accent2"/>
              </a:solidFill>
              <a:latin typeface="+mn-ea"/>
              <a:cs typeface="+mn-ea"/>
              <a:sym typeface="+mn-ea"/>
            </a:endParaRPr>
          </a:p>
        </p:txBody>
      </p:sp>
      <p:cxnSp>
        <p:nvCxnSpPr>
          <p:cNvPr id="18" name="直接箭头连接符 17"/>
          <p:cNvCxnSpPr/>
          <p:nvPr>
            <p:custDataLst>
              <p:tags r:id="rId13"/>
            </p:custDataLst>
          </p:nvPr>
        </p:nvCxnSpPr>
        <p:spPr>
          <a:xfrm flipH="1">
            <a:off x="8489315" y="2459038"/>
            <a:ext cx="1970405" cy="0"/>
          </a:xfrm>
          <a:prstGeom prst="straightConnector1">
            <a:avLst/>
          </a:prstGeom>
          <a:ln w="12700">
            <a:solidFill>
              <a:schemeClr val="accent2"/>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0" name="矩形 29"/>
          <p:cNvSpPr/>
          <p:nvPr>
            <p:custDataLst>
              <p:tags r:id="rId14"/>
            </p:custDataLst>
          </p:nvPr>
        </p:nvSpPr>
        <p:spPr>
          <a:xfrm>
            <a:off x="8489315" y="4010343"/>
            <a:ext cx="2965681" cy="398780"/>
          </a:xfrm>
          <a:prstGeom prst="rect">
            <a:avLst/>
          </a:prstGeom>
          <a:noFill/>
        </p:spPr>
        <p:txBody>
          <a:bodyPr wrap="square" lIns="0" tIns="0" rIns="0" bIns="0" rtlCol="0">
            <a:noAutofit/>
          </a:bodyPr>
          <a:p>
            <a:pPr>
              <a:spcBef>
                <a:spcPct val="0"/>
              </a:spcBef>
              <a:spcAft>
                <a:spcPct val="0"/>
              </a:spcAft>
            </a:pPr>
            <a:r>
              <a:rPr lang="zh-CN" altLang="en-US" b="1">
                <a:solidFill>
                  <a:schemeClr val="accent1"/>
                </a:solidFill>
                <a:latin typeface="+mn-ea"/>
                <a:cs typeface="+mn-ea"/>
                <a:sym typeface="+mn-ea"/>
              </a:rPr>
              <a:t>推动中非合作迈向新高度</a:t>
            </a:r>
            <a:endParaRPr lang="zh-CN" altLang="en-US" b="1">
              <a:solidFill>
                <a:schemeClr val="accent1"/>
              </a:solidFill>
              <a:latin typeface="+mn-ea"/>
              <a:cs typeface="+mn-ea"/>
              <a:sym typeface="+mn-ea"/>
            </a:endParaRPr>
          </a:p>
          <a:p>
            <a:pPr>
              <a:spcBef>
                <a:spcPct val="0"/>
              </a:spcBef>
              <a:spcAft>
                <a:spcPct val="0"/>
              </a:spcAft>
            </a:pPr>
            <a:endParaRPr lang="zh-CN" altLang="en-US" b="1">
              <a:solidFill>
                <a:schemeClr val="accent1"/>
              </a:solidFill>
              <a:latin typeface="+mn-ea"/>
              <a:cs typeface="+mn-ea"/>
              <a:sym typeface="+mn-ea"/>
            </a:endParaRPr>
          </a:p>
        </p:txBody>
      </p:sp>
      <p:cxnSp>
        <p:nvCxnSpPr>
          <p:cNvPr id="21" name="直接箭头连接符 20"/>
          <p:cNvCxnSpPr/>
          <p:nvPr>
            <p:custDataLst>
              <p:tags r:id="rId15"/>
            </p:custDataLst>
          </p:nvPr>
        </p:nvCxnSpPr>
        <p:spPr>
          <a:xfrm flipH="1">
            <a:off x="8489315" y="4426268"/>
            <a:ext cx="1970405" cy="0"/>
          </a:xfrm>
          <a:prstGeom prst="straightConnector1">
            <a:avLst/>
          </a:prstGeom>
          <a:ln w="1270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p:pic>
        <p:nvPicPr>
          <p:cNvPr id="13" name="图片 7" descr="343435383038363b343532323338393bbacfd7f7bbfad6c6"/>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5001260" y="2418398"/>
            <a:ext cx="600710" cy="600710"/>
          </a:xfrm>
          <a:prstGeom prst="rect">
            <a:avLst/>
          </a:prstGeom>
          <a:effectLst>
            <a:reflection blurRad="6350" stA="29000" endPos="35000" dist="50800" dir="5400000" sy="-100000" algn="bl" rotWithShape="0"/>
          </a:effectLst>
        </p:spPr>
      </p:pic>
      <p:sp>
        <p:nvSpPr>
          <p:cNvPr id="22" name="菱形 21"/>
          <p:cNvSpPr/>
          <p:nvPr>
            <p:custDataLst>
              <p:tags r:id="rId19"/>
            </p:custDataLst>
          </p:nvPr>
        </p:nvSpPr>
        <p:spPr>
          <a:xfrm>
            <a:off x="6071235" y="3471863"/>
            <a:ext cx="538480" cy="538480"/>
          </a:xfrm>
          <a:prstGeom prst="diamond">
            <a:avLst/>
          </a:prstGeom>
          <a:solidFill>
            <a:schemeClr val="accent1">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endParaRPr>
          </a:p>
        </p:txBody>
      </p:sp>
      <p:pic>
        <p:nvPicPr>
          <p:cNvPr id="3" name="图片 5" descr="343435383036303b343532343134393bcdb7c4d4b7e7b1a9"/>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5020945" y="4405313"/>
            <a:ext cx="561340" cy="561340"/>
          </a:xfrm>
          <a:prstGeom prst="rect">
            <a:avLst/>
          </a:prstGeom>
          <a:effectLst>
            <a:reflection blurRad="6350" stA="29000" endPos="35000" dist="50800" dir="5400000" sy="-100000" algn="bl" rotWithShape="0"/>
          </a:effectLst>
        </p:spPr>
      </p:pic>
      <p:pic>
        <p:nvPicPr>
          <p:cNvPr id="14" name="图片 9" descr="343435383038363b343532323339323bc6b7c5c6b9dcc0ed"/>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7096760" y="2384108"/>
            <a:ext cx="562610" cy="562610"/>
          </a:xfrm>
          <a:prstGeom prst="rect">
            <a:avLst/>
          </a:prstGeom>
          <a:effectLst>
            <a:reflection blurRad="6350" stA="29000" endPos="35000" dist="50800" dir="5400000" sy="-100000" algn="bl" rotWithShape="0"/>
          </a:effectLst>
        </p:spPr>
      </p:pic>
      <p:pic>
        <p:nvPicPr>
          <p:cNvPr id="7" name="图片 18" descr="343435383036303b343532343136323bcfeec4bfc9fac3fcd6dcc6da"/>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7109460" y="4416743"/>
            <a:ext cx="538480" cy="538480"/>
          </a:xfrm>
          <a:prstGeom prst="rect">
            <a:avLst/>
          </a:prstGeom>
          <a:effectLst>
            <a:reflection blurRad="6350" stA="29000" endPos="35000" dist="50800" dir="5400000" sy="-100000" algn="bl" rotWithShape="0"/>
          </a:effectLst>
        </p:spPr>
      </p:pic>
      <p:sp>
        <p:nvSpPr>
          <p:cNvPr id="16" name="矩形 15"/>
          <p:cNvSpPr/>
          <p:nvPr>
            <p:custDataLst>
              <p:tags r:id="rId29"/>
            </p:custDataLst>
          </p:nvPr>
        </p:nvSpPr>
        <p:spPr>
          <a:xfrm>
            <a:off x="8489315" y="2528570"/>
            <a:ext cx="3128010" cy="865505"/>
          </a:xfrm>
          <a:prstGeom prst="rect">
            <a:avLst/>
          </a:prstGeom>
          <a:noFill/>
        </p:spPr>
        <p:txBody>
          <a:bodyPr wrap="square" lIns="0" tIns="0" rIns="0" bIns="0" rtlCol="0">
            <a:noAutofit/>
          </a:bodyPr>
          <a:p>
            <a:pPr algn="l">
              <a:lnSpc>
                <a:spcPct val="150000"/>
              </a:lnSpc>
              <a:spcBef>
                <a:spcPct val="0"/>
              </a:spcBef>
              <a:spcAft>
                <a:spcPct val="0"/>
              </a:spcAft>
            </a:pPr>
            <a:r>
              <a:rPr lang="zh-CN" altLang="en-US" sz="1600">
                <a:solidFill>
                  <a:schemeClr val="tx1">
                    <a:lumMod val="85000"/>
                    <a:lumOff val="15000"/>
                  </a:schemeClr>
                </a:solidFill>
                <a:latin typeface="+mn-ea"/>
                <a:cs typeface="+mn-ea"/>
                <a:sym typeface="+mn-ea"/>
              </a:rPr>
              <a:t>体系从单一问答工具升级为综合性服务平台，为中非经贸合作提供精准信息支持，助力高质量发展。</a:t>
            </a:r>
            <a:endParaRPr lang="zh-CN" altLang="en-US" sz="1600">
              <a:solidFill>
                <a:schemeClr val="tx1">
                  <a:lumMod val="85000"/>
                  <a:lumOff val="15000"/>
                </a:schemeClr>
              </a:solidFill>
              <a:latin typeface="+mn-ea"/>
              <a:cs typeface="+mn-ea"/>
              <a:sym typeface="+mn-ea"/>
            </a:endParaRPr>
          </a:p>
          <a:p>
            <a:pPr algn="l">
              <a:lnSpc>
                <a:spcPct val="150000"/>
              </a:lnSpc>
              <a:spcBef>
                <a:spcPct val="0"/>
              </a:spcBef>
              <a:spcAft>
                <a:spcPct val="0"/>
              </a:spcAft>
            </a:pPr>
            <a:endParaRPr lang="zh-CN" altLang="en-US" sz="1600">
              <a:solidFill>
                <a:schemeClr val="tx1">
                  <a:lumMod val="85000"/>
                  <a:lumOff val="15000"/>
                </a:schemeClr>
              </a:solidFill>
              <a:latin typeface="+mn-ea"/>
              <a:cs typeface="+mn-ea"/>
              <a:sym typeface="+mn-ea"/>
            </a:endParaRPr>
          </a:p>
        </p:txBody>
      </p:sp>
      <p:sp>
        <p:nvSpPr>
          <p:cNvPr id="17" name="矩形 16"/>
          <p:cNvSpPr/>
          <p:nvPr>
            <p:custDataLst>
              <p:tags r:id="rId30"/>
            </p:custDataLst>
          </p:nvPr>
        </p:nvSpPr>
        <p:spPr>
          <a:xfrm>
            <a:off x="8489315" y="4495800"/>
            <a:ext cx="3061335" cy="865505"/>
          </a:xfrm>
          <a:prstGeom prst="rect">
            <a:avLst/>
          </a:prstGeom>
          <a:noFill/>
        </p:spPr>
        <p:txBody>
          <a:bodyPr wrap="square" lIns="0" tIns="0" rIns="0" bIns="0" rtlCol="0">
            <a:noAutofit/>
          </a:bodyPr>
          <a:p>
            <a:pPr algn="l">
              <a:lnSpc>
                <a:spcPct val="150000"/>
              </a:lnSpc>
              <a:spcBef>
                <a:spcPct val="0"/>
              </a:spcBef>
              <a:spcAft>
                <a:spcPct val="0"/>
              </a:spcAft>
            </a:pPr>
            <a:r>
              <a:rPr lang="zh-CN" altLang="en-US" sz="1600">
                <a:sym typeface="+mn-ea"/>
              </a:rPr>
              <a:t>作为中非经贸知识服务的核心平台，尼亚萨波系统有效整合资源，为深化中非合作注入新动能。</a:t>
            </a:r>
            <a:endParaRPr lang="zh-CN" altLang="en-US" sz="1600"/>
          </a:p>
          <a:p>
            <a:pPr algn="l">
              <a:lnSpc>
                <a:spcPct val="150000"/>
              </a:lnSpc>
              <a:spcBef>
                <a:spcPct val="0"/>
              </a:spcBef>
              <a:spcAft>
                <a:spcPct val="0"/>
              </a:spcAft>
            </a:pPr>
            <a:endParaRPr lang="zh-CN" altLang="en-US" sz="1600" kern="0" dirty="0">
              <a:ln>
                <a:noFill/>
                <a:prstDash val="sysDot"/>
              </a:ln>
              <a:solidFill>
                <a:schemeClr val="tx1">
                  <a:lumMod val="85000"/>
                  <a:lumOff val="15000"/>
                </a:schemeClr>
              </a:solidFill>
              <a:latin typeface="+mn-ea"/>
              <a:sym typeface="+mn-ea"/>
            </a:endParaRPr>
          </a:p>
        </p:txBody>
      </p:sp>
    </p:spTree>
    <p:custDataLst>
      <p:tags r:id="rId3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sym typeface="+mn-ea"/>
              </a:rPr>
              <a:t>国别通系列</a:t>
            </a:r>
            <a:endParaRPr lang="zh-CN" altLang="en-US"/>
          </a:p>
        </p:txBody>
      </p:sp>
      <p:sp>
        <p:nvSpPr>
          <p:cNvPr id="24" name="矩形 23"/>
          <p:cNvSpPr/>
          <p:nvPr>
            <p:custDataLst>
              <p:tags r:id="rId2"/>
            </p:custDataLst>
          </p:nvPr>
        </p:nvSpPr>
        <p:spPr>
          <a:xfrm>
            <a:off x="0" y="5452110"/>
            <a:ext cx="12192000" cy="140589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圆角矩形 11"/>
          <p:cNvSpPr/>
          <p:nvPr>
            <p:custDataLst>
              <p:tags r:id="rId3"/>
            </p:custDataLst>
          </p:nvPr>
        </p:nvSpPr>
        <p:spPr>
          <a:xfrm>
            <a:off x="694690" y="2062480"/>
            <a:ext cx="5950585" cy="3827780"/>
          </a:xfrm>
          <a:prstGeom prst="roundRect">
            <a:avLst>
              <a:gd name="adj" fmla="val 5275"/>
            </a:avLst>
          </a:prstGeom>
          <a:solidFill>
            <a:srgbClr val="FFFFFF"/>
          </a:solidFill>
          <a:ln w="6350">
            <a:solidFill>
              <a:schemeClr val="accent1">
                <a:lumMod val="75000"/>
                <a:alpha val="9000"/>
              </a:schemeClr>
            </a:solidFill>
          </a:ln>
          <a:effectLst>
            <a:outerShdw blurRad="127000" dir="2640000" algn="ctr" rotWithShape="0">
              <a:schemeClr val="accent1">
                <a:alpha val="11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p>
        </p:txBody>
      </p:sp>
      <p:sp>
        <p:nvSpPr>
          <p:cNvPr id="14" name="标题"/>
          <p:cNvSpPr txBox="1"/>
          <p:nvPr>
            <p:custDataLst>
              <p:tags r:id="rId4"/>
            </p:custDataLst>
          </p:nvPr>
        </p:nvSpPr>
        <p:spPr>
          <a:xfrm>
            <a:off x="7114540" y="2068830"/>
            <a:ext cx="4208780" cy="373380"/>
          </a:xfrm>
          <a:prstGeom prst="rect">
            <a:avLst/>
          </a:prstGeom>
          <a:noFill/>
        </p:spPr>
        <p:txBody>
          <a:bodyPr wrap="square" lIns="0" tIns="0" rIns="0" bIns="0" rtlCol="0" anchor="b">
            <a:normAutofit/>
          </a:bodyPr>
          <a:lstStyle/>
          <a:p>
            <a:r>
              <a:rPr lang="zh-CN" altLang="en-US" b="1" spc="300" dirty="0">
                <a:solidFill>
                  <a:schemeClr val="accent1"/>
                </a:solidFill>
                <a:latin typeface="+mn-ea"/>
              </a:rPr>
              <a:t>国别通目标</a:t>
            </a:r>
            <a:endParaRPr lang="zh-CN" altLang="en-US" b="1" spc="300" dirty="0">
              <a:solidFill>
                <a:schemeClr val="accent1"/>
              </a:solidFill>
              <a:latin typeface="+mn-ea"/>
            </a:endParaRPr>
          </a:p>
        </p:txBody>
      </p:sp>
      <p:sp>
        <p:nvSpPr>
          <p:cNvPr id="21" name="正文"/>
          <p:cNvSpPr txBox="1"/>
          <p:nvPr>
            <p:custDataLst>
              <p:tags r:id="rId5"/>
            </p:custDataLst>
          </p:nvPr>
        </p:nvSpPr>
        <p:spPr>
          <a:xfrm>
            <a:off x="7114540" y="2701925"/>
            <a:ext cx="4424680" cy="2270760"/>
          </a:xfrm>
          <a:prstGeom prst="rect">
            <a:avLst/>
          </a:prstGeom>
          <a:noFill/>
        </p:spPr>
        <p:txBody>
          <a:bodyPr wrap="square" lIns="0" tIns="0" rIns="0" bIns="0" rtlCol="0" anchor="t" anchorCtr="0">
            <a:noAutofit/>
          </a:bodyPr>
          <a:lstStyle/>
          <a:p>
            <a:pPr indent="0" algn="just" fontAlgn="auto">
              <a:lnSpc>
                <a:spcPct val="130000"/>
              </a:lnSpc>
            </a:pPr>
            <a:r>
              <a:rPr lang="en-US" altLang="zh-CN" sz="1600" spc="150" dirty="0">
                <a:solidFill>
                  <a:schemeClr val="tx1">
                    <a:lumMod val="85000"/>
                    <a:lumOff val="15000"/>
                  </a:schemeClr>
                </a:solidFill>
                <a:latin typeface="+mn-ea"/>
              </a:rPr>
              <a:t>“</a:t>
            </a:r>
            <a:r>
              <a:rPr lang="zh-CN" altLang="en-US" sz="1600" spc="150" dirty="0">
                <a:solidFill>
                  <a:schemeClr val="tx1">
                    <a:lumMod val="85000"/>
                    <a:lumOff val="15000"/>
                  </a:schemeClr>
                </a:solidFill>
                <a:latin typeface="+mn-ea"/>
              </a:rPr>
              <a:t>国别通</a:t>
            </a:r>
            <a:r>
              <a:rPr lang="en-US" altLang="zh-CN" sz="1600" spc="150" dirty="0">
                <a:solidFill>
                  <a:schemeClr val="tx1">
                    <a:lumMod val="85000"/>
                    <a:lumOff val="15000"/>
                  </a:schemeClr>
                </a:solidFill>
                <a:latin typeface="+mn-ea"/>
              </a:rPr>
              <a:t>”</a:t>
            </a:r>
            <a:r>
              <a:rPr lang="zh-CN" altLang="en-US" sz="1600" spc="150" dirty="0">
                <a:solidFill>
                  <a:schemeClr val="tx1">
                    <a:lumMod val="85000"/>
                    <a:lumOff val="15000"/>
                  </a:schemeClr>
                </a:solidFill>
                <a:latin typeface="+mn-ea"/>
              </a:rPr>
              <a:t>系列聚焦特定国家的全面知识服务。以</a:t>
            </a:r>
            <a:r>
              <a:rPr lang="en-US" altLang="zh-CN" sz="1600" spc="150" dirty="0">
                <a:solidFill>
                  <a:schemeClr val="tx1">
                    <a:lumMod val="85000"/>
                    <a:lumOff val="15000"/>
                  </a:schemeClr>
                </a:solidFill>
                <a:latin typeface="+mn-ea"/>
              </a:rPr>
              <a:t>“</a:t>
            </a:r>
            <a:r>
              <a:rPr lang="zh-CN" altLang="en-US" sz="1600" spc="150" dirty="0">
                <a:solidFill>
                  <a:schemeClr val="tx1">
                    <a:lumMod val="85000"/>
                    <a:lumOff val="15000"/>
                  </a:schemeClr>
                </a:solidFill>
                <a:latin typeface="+mn-ea"/>
              </a:rPr>
              <a:t>尼日利亚百事通</a:t>
            </a:r>
            <a:r>
              <a:rPr lang="en-US" altLang="zh-CN" sz="1600" spc="150" dirty="0">
                <a:solidFill>
                  <a:schemeClr val="tx1">
                    <a:lumMod val="85000"/>
                    <a:lumOff val="15000"/>
                  </a:schemeClr>
                </a:solidFill>
                <a:latin typeface="+mn-ea"/>
              </a:rPr>
              <a:t>”</a:t>
            </a:r>
            <a:r>
              <a:rPr lang="zh-CN" altLang="en-US" sz="1600" spc="150" dirty="0">
                <a:solidFill>
                  <a:schemeClr val="tx1">
                    <a:lumMod val="85000"/>
                    <a:lumOff val="15000"/>
                  </a:schemeClr>
                </a:solidFill>
                <a:latin typeface="+mn-ea"/>
              </a:rPr>
              <a:t>为代表，该系列针对单一国家构建全息知识库，整合目标国的政治经济体制、法律制度框架、矿业资源分布、商业环境评估、文化社会特征、基础设施状况等全方位信息。用户通过国别通可以快速了解目标国的投资环境、市场机遇、风险要点，大幅降低前期调研成本。</a:t>
            </a:r>
            <a:endParaRPr lang="zh-CN" altLang="en-US" sz="1600" spc="150" dirty="0">
              <a:solidFill>
                <a:schemeClr val="tx1">
                  <a:lumMod val="85000"/>
                  <a:lumOff val="15000"/>
                </a:schemeClr>
              </a:solidFill>
              <a:latin typeface="+mn-ea"/>
            </a:endParaRPr>
          </a:p>
        </p:txBody>
      </p:sp>
      <p:sp>
        <p:nvSpPr>
          <p:cNvPr id="23" name="矩形 22"/>
          <p:cNvSpPr/>
          <p:nvPr>
            <p:custDataLst>
              <p:tags r:id="rId6"/>
            </p:custDataLst>
          </p:nvPr>
        </p:nvSpPr>
        <p:spPr>
          <a:xfrm>
            <a:off x="7114540" y="2545080"/>
            <a:ext cx="485140" cy="54000"/>
          </a:xfrm>
          <a:prstGeom prst="rect">
            <a:avLst/>
          </a:prstGeom>
          <a:gradFill>
            <a:gsLst>
              <a:gs pos="0">
                <a:schemeClr val="accent1">
                  <a:alpha val="40000"/>
                </a:schemeClr>
              </a:gs>
              <a:gs pos="100000">
                <a:schemeClr val="accent1"/>
              </a:gs>
            </a:gsLst>
            <a:lin ang="20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 name="图片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67715" y="2215515"/>
            <a:ext cx="5805170" cy="3623310"/>
          </a:xfrm>
          <a:prstGeom prst="rect">
            <a:avLst/>
          </a:prstGeom>
        </p:spPr>
      </p:pic>
    </p:spTree>
    <p:custDataLst>
      <p:tags r:id="rId8"/>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 name="任意多边形: 形状 418"/>
          <p:cNvSpPr/>
          <p:nvPr>
            <p:custDataLst>
              <p:tags r:id="rId1"/>
            </p:custDataLst>
          </p:nvPr>
        </p:nvSpPr>
        <p:spPr>
          <a:xfrm>
            <a:off x="0" y="0"/>
            <a:ext cx="12192000" cy="995680"/>
          </a:xfrm>
          <a:custGeom>
            <a:avLst/>
            <a:gdLst>
              <a:gd name="connsiteX0" fmla="*/ 0 w 12192000"/>
              <a:gd name="connsiteY0" fmla="*/ 0 h 2663748"/>
              <a:gd name="connsiteX1" fmla="*/ 12192000 w 12192000"/>
              <a:gd name="connsiteY1" fmla="*/ 0 h 2663748"/>
              <a:gd name="connsiteX2" fmla="*/ 12192000 w 12192000"/>
              <a:gd name="connsiteY2" fmla="*/ 2663748 h 2663748"/>
              <a:gd name="connsiteX3" fmla="*/ 0 w 12192000"/>
              <a:gd name="connsiteY3" fmla="*/ 2663748 h 2663748"/>
            </a:gdLst>
            <a:ahLst/>
            <a:cxnLst>
              <a:cxn ang="0">
                <a:pos x="connsiteX0" y="connsiteY0"/>
              </a:cxn>
              <a:cxn ang="0">
                <a:pos x="connsiteX1" y="connsiteY1"/>
              </a:cxn>
              <a:cxn ang="0">
                <a:pos x="connsiteX2" y="connsiteY2"/>
              </a:cxn>
              <a:cxn ang="0">
                <a:pos x="connsiteX3" y="connsiteY3"/>
              </a:cxn>
            </a:cxnLst>
            <a:rect l="l" t="t" r="r" b="b"/>
            <a:pathLst>
              <a:path w="12192000" h="2663748">
                <a:moveTo>
                  <a:pt x="0" y="0"/>
                </a:moveTo>
                <a:lnTo>
                  <a:pt x="12192000" y="0"/>
                </a:lnTo>
                <a:lnTo>
                  <a:pt x="12192000" y="2663748"/>
                </a:lnTo>
                <a:lnTo>
                  <a:pt x="0" y="2663748"/>
                </a:lnTo>
                <a:close/>
              </a:path>
            </a:pathLst>
          </a:custGeom>
          <a:solidFill>
            <a:srgbClr val="FFA50F"/>
          </a:solidFill>
          <a:ln>
            <a:noFill/>
            <a:prstDash val="solid"/>
          </a:ln>
          <a:effectLst/>
        </p:spPr>
        <p:style>
          <a:lnRef idx="2">
            <a:srgbClr val="376FFF">
              <a:shade val="50000"/>
            </a:srgbClr>
          </a:lnRef>
          <a:fillRef idx="1">
            <a:srgbClr val="376FFF"/>
          </a:fillRef>
          <a:effectRef idx="0">
            <a:srgbClr val="376FFF"/>
          </a:effectRef>
          <a:fontRef idx="minor">
            <a:srgbClr val="FFFFFF"/>
          </a:fontRef>
        </p:style>
        <p:txBody>
          <a:bodyPr wrap="square" rtlCol="0" anchor="ctr">
            <a:noAutofit/>
          </a:bodyPr>
          <a:lstStyle/>
          <a:p>
            <a:pPr algn="ctr"/>
            <a:endParaRPr lang="zh-CN" altLang="en-US"/>
          </a:p>
        </p:txBody>
      </p:sp>
      <p:sp>
        <p:nvSpPr>
          <p:cNvPr id="7" name="标题 6"/>
          <p:cNvSpPr>
            <a:spLocks noGrp="1"/>
          </p:cNvSpPr>
          <p:nvPr>
            <p:ph type="title"/>
            <p:custDataLst>
              <p:tags r:id="rId2"/>
            </p:custDataLst>
          </p:nvPr>
        </p:nvSpPr>
        <p:spPr>
          <a:xfrm>
            <a:off x="695960" y="183470"/>
            <a:ext cx="10800000" cy="720000"/>
          </a:xfrm>
        </p:spPr>
        <p:txBody>
          <a:bodyPr/>
          <a:lstStyle/>
          <a:p>
            <a:pPr algn="l"/>
            <a:r>
              <a:rPr lang="zh-CN" altLang="en-US">
                <a:sym typeface="+mn-ea"/>
              </a:rPr>
              <a:t>行业通系列</a:t>
            </a:r>
            <a:endParaRPr lang="zh-CN" altLang="en-US" dirty="0">
              <a:solidFill>
                <a:srgbClr val="FFFFFF"/>
              </a:solidFill>
              <a:sym typeface="+mn-ea"/>
            </a:endParaRPr>
          </a:p>
        </p:txBody>
      </p:sp>
      <p:sp>
        <p:nvSpPr>
          <p:cNvPr id="410" name="文本框 409"/>
          <p:cNvSpPr txBox="1"/>
          <p:nvPr>
            <p:custDataLst>
              <p:tags r:id="rId3"/>
            </p:custDataLst>
          </p:nvPr>
        </p:nvSpPr>
        <p:spPr>
          <a:xfrm>
            <a:off x="1061720" y="2080895"/>
            <a:ext cx="4377055" cy="2107565"/>
          </a:xfrm>
          <a:prstGeom prst="rect">
            <a:avLst/>
          </a:prstGeom>
          <a:ln>
            <a:noFill/>
            <a:prstDash val="sysDash"/>
          </a:ln>
        </p:spPr>
        <p:txBody>
          <a:bodyPr vert="horz" wrap="square" lIns="90170" tIns="46990" rIns="90170" bIns="46990" rtlCol="0" anchor="t" anchorCtr="0">
            <a:noAutofit/>
          </a:bodyPr>
          <a:lstStyle>
            <a:lvl1pPr marL="228600" marR="0" lvl="0" indent="-228600" fontAlgn="auto">
              <a:lnSpc>
                <a:spcPct val="130000"/>
              </a:lnSpc>
              <a:spcBef>
                <a:spcPts val="0"/>
              </a:spcBef>
              <a:spcAft>
                <a:spcPts val="1000"/>
              </a:spcAft>
              <a:buFont typeface="Arial" panose="020B0604020202020204" pitchFamily="34" charset="0"/>
              <a:buChar char="●"/>
              <a:defRPr kumimoji="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l">
              <a:lnSpc>
                <a:spcPct val="150000"/>
              </a:lnSpc>
              <a:spcAft>
                <a:spcPts val="0"/>
              </a:spcAft>
              <a:buNone/>
            </a:pPr>
            <a:r>
              <a:rPr lang="en-US" altLang="zh-CN" sz="1600" spc="130" dirty="0">
                <a:ln>
                  <a:noFill/>
                  <a:prstDash val="sysDot"/>
                </a:ln>
                <a:latin typeface="+mn-ea"/>
                <a:ea typeface="+mn-ea"/>
                <a:sym typeface="+mn-ea"/>
              </a:rPr>
              <a:t>“</a:t>
            </a:r>
            <a:r>
              <a:rPr lang="zh-CN" altLang="en-US" sz="1600" spc="130" dirty="0">
                <a:ln>
                  <a:noFill/>
                  <a:prstDash val="sysDot"/>
                </a:ln>
                <a:latin typeface="+mn-ea"/>
                <a:ea typeface="+mn-ea"/>
                <a:sym typeface="+mn-ea"/>
              </a:rPr>
              <a:t>行业通</a:t>
            </a:r>
            <a:r>
              <a:rPr lang="en-US" altLang="zh-CN" sz="1600" spc="130" dirty="0">
                <a:ln>
                  <a:noFill/>
                  <a:prstDash val="sysDot"/>
                </a:ln>
                <a:latin typeface="+mn-ea"/>
                <a:ea typeface="+mn-ea"/>
                <a:sym typeface="+mn-ea"/>
              </a:rPr>
              <a:t>”</a:t>
            </a:r>
            <a:r>
              <a:rPr lang="zh-CN" altLang="en-US" sz="1600" spc="130" dirty="0">
                <a:ln>
                  <a:noFill/>
                  <a:prstDash val="sysDot"/>
                </a:ln>
                <a:latin typeface="+mn-ea"/>
                <a:ea typeface="+mn-ea"/>
                <a:sym typeface="+mn-ea"/>
              </a:rPr>
              <a:t>系列聚焦特定产业的深度知识服务。该系列按照矿业、农业、制造业、基础设施、清洁能源、数字经济等行业分类，构建垂直领域专业知识库。行业通特别关注产业链上下游关系，帮助企业识别配套资源、寻找合作伙伴、把握产业机遇。</a:t>
            </a:r>
            <a:endParaRPr lang="zh-CN" altLang="en-US" sz="1600" spc="130" dirty="0">
              <a:ln>
                <a:noFill/>
                <a:prstDash val="sysDot"/>
              </a:ln>
              <a:latin typeface="+mn-ea"/>
              <a:ea typeface="+mn-ea"/>
              <a:sym typeface="+mn-ea"/>
            </a:endParaRPr>
          </a:p>
        </p:txBody>
      </p:sp>
      <p:sp>
        <p:nvSpPr>
          <p:cNvPr id="424" name="矩形 423"/>
          <p:cNvSpPr/>
          <p:nvPr>
            <p:custDataLst>
              <p:tags r:id="rId4"/>
            </p:custDataLst>
          </p:nvPr>
        </p:nvSpPr>
        <p:spPr>
          <a:xfrm>
            <a:off x="5957570" y="1830705"/>
            <a:ext cx="5368290" cy="4079875"/>
          </a:xfrm>
          <a:prstGeom prst="rect">
            <a:avLst/>
          </a:prstGeom>
          <a:solidFill>
            <a:srgbClr val="FFFFFF"/>
          </a:solidFill>
          <a:ln>
            <a:noFill/>
            <a:prstDash val="solid"/>
          </a:ln>
          <a:effectLst>
            <a:outerShdw blurRad="177800" dist="88900" dir="12000000" algn="t" rotWithShape="0">
              <a:schemeClr val="accent1">
                <a:lumMod val="75000"/>
                <a:alpha val="8000"/>
              </a:schemeClr>
            </a:outerShdw>
          </a:effectLst>
        </p:spPr>
        <p:style>
          <a:lnRef idx="2">
            <a:srgbClr val="376FFF">
              <a:shade val="50000"/>
            </a:srgbClr>
          </a:lnRef>
          <a:fillRef idx="1">
            <a:srgbClr val="376FFF"/>
          </a:fillRef>
          <a:effectRef idx="0">
            <a:srgbClr val="376FFF"/>
          </a:effectRef>
          <a:fontRef idx="minor">
            <a:srgbClr val="FFFFFF"/>
          </a:fontRef>
        </p:style>
        <p:txBody>
          <a:bodyPr rtlCol="0" anchor="ctr"/>
          <a:lstStyle/>
          <a:p>
            <a:pPr algn="ctr"/>
            <a:endParaRPr lang="zh-CN" altLang="en-US"/>
          </a:p>
        </p:txBody>
      </p:sp>
      <p:cxnSp>
        <p:nvCxnSpPr>
          <p:cNvPr id="429" name="直接连接符 428"/>
          <p:cNvCxnSpPr/>
          <p:nvPr>
            <p:custDataLst>
              <p:tags r:id="rId5"/>
            </p:custDataLst>
          </p:nvPr>
        </p:nvCxnSpPr>
        <p:spPr>
          <a:xfrm>
            <a:off x="1061720" y="4572000"/>
            <a:ext cx="4202430" cy="0"/>
          </a:xfrm>
          <a:prstGeom prst="line">
            <a:avLst/>
          </a:prstGeom>
          <a:ln>
            <a:solidFill>
              <a:srgbClr val="FFFFFF">
                <a:lumMod val="75000"/>
              </a:srgbClr>
            </a:solidFill>
          </a:ln>
        </p:spPr>
        <p:style>
          <a:lnRef idx="1">
            <a:srgbClr val="376FFF"/>
          </a:lnRef>
          <a:fillRef idx="0">
            <a:srgbClr val="376FFF"/>
          </a:fillRef>
          <a:effectRef idx="0">
            <a:srgbClr val="376FFF"/>
          </a:effectRef>
          <a:fontRef idx="minor">
            <a:srgbClr val="000000"/>
          </a:fontRef>
        </p:style>
      </p:cxnSp>
      <p:sp>
        <p:nvSpPr>
          <p:cNvPr id="430" name="椭圆 429"/>
          <p:cNvSpPr/>
          <p:nvPr>
            <p:custDataLst>
              <p:tags r:id="rId6"/>
            </p:custDataLst>
          </p:nvPr>
        </p:nvSpPr>
        <p:spPr>
          <a:xfrm>
            <a:off x="1117600" y="4955540"/>
            <a:ext cx="558800" cy="558800"/>
          </a:xfrm>
          <a:prstGeom prst="ellipse">
            <a:avLst/>
          </a:prstGeom>
          <a:solidFill>
            <a:schemeClr val="accent1"/>
          </a:solidFill>
          <a:ln>
            <a:noFill/>
            <a:prstDash val="solid"/>
          </a:ln>
          <a:effectLst/>
        </p:spPr>
        <p:style>
          <a:lnRef idx="2">
            <a:srgbClr val="376FFF">
              <a:shade val="50000"/>
            </a:srgbClr>
          </a:lnRef>
          <a:fillRef idx="1">
            <a:srgbClr val="376FFF"/>
          </a:fillRef>
          <a:effectRef idx="0">
            <a:srgbClr val="376FFF"/>
          </a:effectRef>
          <a:fontRef idx="minor">
            <a:srgbClr val="FFFFFF"/>
          </a:fontRef>
        </p:style>
        <p:txBody>
          <a:bodyPr rtlCol="0" anchor="ctr"/>
          <a:lstStyle/>
          <a:p>
            <a:pPr algn="ctr"/>
            <a:endParaRPr lang="zh-CN" altLang="en-US"/>
          </a:p>
        </p:txBody>
      </p:sp>
      <p:sp>
        <p:nvSpPr>
          <p:cNvPr id="434" name="椭圆 433"/>
          <p:cNvSpPr/>
          <p:nvPr>
            <p:custDataLst>
              <p:tags r:id="rId7"/>
            </p:custDataLst>
          </p:nvPr>
        </p:nvSpPr>
        <p:spPr>
          <a:xfrm>
            <a:off x="1977390" y="4955540"/>
            <a:ext cx="558800" cy="558800"/>
          </a:xfrm>
          <a:prstGeom prst="ellipse">
            <a:avLst/>
          </a:prstGeom>
          <a:noFill/>
          <a:ln>
            <a:solidFill>
              <a:schemeClr val="accent1"/>
            </a:solidFill>
            <a:prstDash val="solid"/>
          </a:ln>
          <a:effectLst/>
        </p:spPr>
        <p:style>
          <a:lnRef idx="2">
            <a:srgbClr val="376FFF">
              <a:shade val="50000"/>
            </a:srgbClr>
          </a:lnRef>
          <a:fillRef idx="1">
            <a:srgbClr val="376FFF"/>
          </a:fillRef>
          <a:effectRef idx="0">
            <a:srgbClr val="376FFF"/>
          </a:effectRef>
          <a:fontRef idx="minor">
            <a:srgbClr val="FFFFFF"/>
          </a:fontRef>
        </p:style>
        <p:txBody>
          <a:bodyPr rtlCol="0" anchor="ctr"/>
          <a:lstStyle/>
          <a:p>
            <a:pPr algn="ctr"/>
            <a:endParaRPr lang="zh-CN" altLang="en-US"/>
          </a:p>
        </p:txBody>
      </p:sp>
      <p:sp>
        <p:nvSpPr>
          <p:cNvPr id="435" name="任意多边形: 形状 434"/>
          <p:cNvSpPr/>
          <p:nvPr>
            <p:custDataLst>
              <p:tags r:id="rId8"/>
            </p:custDataLst>
          </p:nvPr>
        </p:nvSpPr>
        <p:spPr>
          <a:xfrm>
            <a:off x="2140585" y="5096510"/>
            <a:ext cx="245110" cy="266065"/>
          </a:xfrm>
          <a:custGeom>
            <a:avLst/>
            <a:gdLst>
              <a:gd name="connsiteX0" fmla="*/ 438150 w 457320"/>
              <a:gd name="connsiteY0" fmla="*/ 257175 h 495300"/>
              <a:gd name="connsiteX1" fmla="*/ 444818 w 457320"/>
              <a:gd name="connsiteY1" fmla="*/ 251460 h 495300"/>
              <a:gd name="connsiteX2" fmla="*/ 457200 w 457320"/>
              <a:gd name="connsiteY2" fmla="*/ 214313 h 495300"/>
              <a:gd name="connsiteX3" fmla="*/ 408622 w 457320"/>
              <a:gd name="connsiteY3" fmla="*/ 171450 h 495300"/>
              <a:gd name="connsiteX4" fmla="*/ 266700 w 457320"/>
              <a:gd name="connsiteY4" fmla="*/ 171450 h 495300"/>
              <a:gd name="connsiteX5" fmla="*/ 266700 w 457320"/>
              <a:gd name="connsiteY5" fmla="*/ 66675 h 495300"/>
              <a:gd name="connsiteX6" fmla="*/ 200025 w 457320"/>
              <a:gd name="connsiteY6" fmla="*/ 0 h 495300"/>
              <a:gd name="connsiteX7" fmla="*/ 180975 w 457320"/>
              <a:gd name="connsiteY7" fmla="*/ 0 h 495300"/>
              <a:gd name="connsiteX8" fmla="*/ 171450 w 457320"/>
              <a:gd name="connsiteY8" fmla="*/ 9525 h 495300"/>
              <a:gd name="connsiteX9" fmla="*/ 171450 w 457320"/>
              <a:gd name="connsiteY9" fmla="*/ 55245 h 495300"/>
              <a:gd name="connsiteX10" fmla="*/ 151447 w 457320"/>
              <a:gd name="connsiteY10" fmla="*/ 124778 h 495300"/>
              <a:gd name="connsiteX11" fmla="*/ 103822 w 457320"/>
              <a:gd name="connsiteY11" fmla="*/ 202883 h 495300"/>
              <a:gd name="connsiteX12" fmla="*/ 76200 w 457320"/>
              <a:gd name="connsiteY12" fmla="*/ 190500 h 495300"/>
              <a:gd name="connsiteX13" fmla="*/ 38100 w 457320"/>
              <a:gd name="connsiteY13" fmla="*/ 190500 h 495300"/>
              <a:gd name="connsiteX14" fmla="*/ 0 w 457320"/>
              <a:gd name="connsiteY14" fmla="*/ 228600 h 495300"/>
              <a:gd name="connsiteX15" fmla="*/ 0 w 457320"/>
              <a:gd name="connsiteY15" fmla="*/ 457200 h 495300"/>
              <a:gd name="connsiteX16" fmla="*/ 38100 w 457320"/>
              <a:gd name="connsiteY16" fmla="*/ 495300 h 495300"/>
              <a:gd name="connsiteX17" fmla="*/ 76200 w 457320"/>
              <a:gd name="connsiteY17" fmla="*/ 495300 h 495300"/>
              <a:gd name="connsiteX18" fmla="*/ 107632 w 457320"/>
              <a:gd name="connsiteY18" fmla="*/ 479108 h 495300"/>
              <a:gd name="connsiteX19" fmla="*/ 142875 w 457320"/>
              <a:gd name="connsiteY19" fmla="*/ 495300 h 495300"/>
              <a:gd name="connsiteX20" fmla="*/ 350520 w 457320"/>
              <a:gd name="connsiteY20" fmla="*/ 495300 h 495300"/>
              <a:gd name="connsiteX21" fmla="*/ 399097 w 457320"/>
              <a:gd name="connsiteY21" fmla="*/ 452438 h 495300"/>
              <a:gd name="connsiteX22" fmla="*/ 389572 w 457320"/>
              <a:gd name="connsiteY22" fmla="*/ 419100 h 495300"/>
              <a:gd name="connsiteX23" fmla="*/ 437197 w 457320"/>
              <a:gd name="connsiteY23" fmla="*/ 376238 h 495300"/>
              <a:gd name="connsiteX24" fmla="*/ 424815 w 457320"/>
              <a:gd name="connsiteY24" fmla="*/ 340042 h 495300"/>
              <a:gd name="connsiteX25" fmla="*/ 456247 w 457320"/>
              <a:gd name="connsiteY25" fmla="*/ 300038 h 495300"/>
              <a:gd name="connsiteX26" fmla="*/ 443865 w 457320"/>
              <a:gd name="connsiteY26" fmla="*/ 262890 h 495300"/>
              <a:gd name="connsiteX27" fmla="*/ 438150 w 457320"/>
              <a:gd name="connsiteY27" fmla="*/ 257175 h 495300"/>
              <a:gd name="connsiteX28" fmla="*/ 95250 w 457320"/>
              <a:gd name="connsiteY28" fmla="*/ 457200 h 495300"/>
              <a:gd name="connsiteX29" fmla="*/ 76200 w 457320"/>
              <a:gd name="connsiteY29" fmla="*/ 476250 h 495300"/>
              <a:gd name="connsiteX30" fmla="*/ 38100 w 457320"/>
              <a:gd name="connsiteY30" fmla="*/ 476250 h 495300"/>
              <a:gd name="connsiteX31" fmla="*/ 19050 w 457320"/>
              <a:gd name="connsiteY31" fmla="*/ 457200 h 495300"/>
              <a:gd name="connsiteX32" fmla="*/ 19050 w 457320"/>
              <a:gd name="connsiteY32" fmla="*/ 228600 h 495300"/>
              <a:gd name="connsiteX33" fmla="*/ 38100 w 457320"/>
              <a:gd name="connsiteY33" fmla="*/ 209550 h 495300"/>
              <a:gd name="connsiteX34" fmla="*/ 76200 w 457320"/>
              <a:gd name="connsiteY34" fmla="*/ 209550 h 495300"/>
              <a:gd name="connsiteX35" fmla="*/ 95250 w 457320"/>
              <a:gd name="connsiteY35" fmla="*/ 228600 h 495300"/>
              <a:gd name="connsiteX36" fmla="*/ 95250 w 457320"/>
              <a:gd name="connsiteY36" fmla="*/ 457200 h 495300"/>
              <a:gd name="connsiteX37" fmla="*/ 371475 w 457320"/>
              <a:gd name="connsiteY37" fmla="*/ 266700 h 495300"/>
              <a:gd name="connsiteX38" fmla="*/ 409575 w 457320"/>
              <a:gd name="connsiteY38" fmla="*/ 266700 h 495300"/>
              <a:gd name="connsiteX39" fmla="*/ 430530 w 457320"/>
              <a:gd name="connsiteY39" fmla="*/ 276225 h 495300"/>
              <a:gd name="connsiteX40" fmla="*/ 438150 w 457320"/>
              <a:gd name="connsiteY40" fmla="*/ 298133 h 495300"/>
              <a:gd name="connsiteX41" fmla="*/ 407670 w 457320"/>
              <a:gd name="connsiteY41" fmla="*/ 323850 h 495300"/>
              <a:gd name="connsiteX42" fmla="*/ 361950 w 457320"/>
              <a:gd name="connsiteY42" fmla="*/ 323850 h 495300"/>
              <a:gd name="connsiteX43" fmla="*/ 352425 w 457320"/>
              <a:gd name="connsiteY43" fmla="*/ 333375 h 495300"/>
              <a:gd name="connsiteX44" fmla="*/ 361950 w 457320"/>
              <a:gd name="connsiteY44" fmla="*/ 342900 h 495300"/>
              <a:gd name="connsiteX45" fmla="*/ 390525 w 457320"/>
              <a:gd name="connsiteY45" fmla="*/ 342900 h 495300"/>
              <a:gd name="connsiteX46" fmla="*/ 411480 w 457320"/>
              <a:gd name="connsiteY46" fmla="*/ 352425 h 495300"/>
              <a:gd name="connsiteX47" fmla="*/ 419100 w 457320"/>
              <a:gd name="connsiteY47" fmla="*/ 374333 h 495300"/>
              <a:gd name="connsiteX48" fmla="*/ 388620 w 457320"/>
              <a:gd name="connsiteY48" fmla="*/ 400050 h 495300"/>
              <a:gd name="connsiteX49" fmla="*/ 342900 w 457320"/>
              <a:gd name="connsiteY49" fmla="*/ 400050 h 495300"/>
              <a:gd name="connsiteX50" fmla="*/ 333375 w 457320"/>
              <a:gd name="connsiteY50" fmla="*/ 409575 h 495300"/>
              <a:gd name="connsiteX51" fmla="*/ 342900 w 457320"/>
              <a:gd name="connsiteY51" fmla="*/ 419100 h 495300"/>
              <a:gd name="connsiteX52" fmla="*/ 352425 w 457320"/>
              <a:gd name="connsiteY52" fmla="*/ 419100 h 495300"/>
              <a:gd name="connsiteX53" fmla="*/ 373380 w 457320"/>
              <a:gd name="connsiteY53" fmla="*/ 428625 h 495300"/>
              <a:gd name="connsiteX54" fmla="*/ 381000 w 457320"/>
              <a:gd name="connsiteY54" fmla="*/ 450533 h 495300"/>
              <a:gd name="connsiteX55" fmla="*/ 350520 w 457320"/>
              <a:gd name="connsiteY55" fmla="*/ 476250 h 495300"/>
              <a:gd name="connsiteX56" fmla="*/ 142875 w 457320"/>
              <a:gd name="connsiteY56" fmla="*/ 476250 h 495300"/>
              <a:gd name="connsiteX57" fmla="*/ 114300 w 457320"/>
              <a:gd name="connsiteY57" fmla="*/ 447675 h 495300"/>
              <a:gd name="connsiteX58" fmla="*/ 114300 w 457320"/>
              <a:gd name="connsiteY58" fmla="*/ 221933 h 495300"/>
              <a:gd name="connsiteX59" fmla="*/ 167640 w 457320"/>
              <a:gd name="connsiteY59" fmla="*/ 135255 h 495300"/>
              <a:gd name="connsiteX60" fmla="*/ 190500 w 457320"/>
              <a:gd name="connsiteY60" fmla="*/ 55245 h 495300"/>
              <a:gd name="connsiteX61" fmla="*/ 190500 w 457320"/>
              <a:gd name="connsiteY61" fmla="*/ 19050 h 495300"/>
              <a:gd name="connsiteX62" fmla="*/ 200025 w 457320"/>
              <a:gd name="connsiteY62" fmla="*/ 19050 h 495300"/>
              <a:gd name="connsiteX63" fmla="*/ 247650 w 457320"/>
              <a:gd name="connsiteY63" fmla="*/ 66675 h 495300"/>
              <a:gd name="connsiteX64" fmla="*/ 247650 w 457320"/>
              <a:gd name="connsiteY64" fmla="*/ 171450 h 495300"/>
              <a:gd name="connsiteX65" fmla="*/ 266700 w 457320"/>
              <a:gd name="connsiteY65" fmla="*/ 190500 h 495300"/>
              <a:gd name="connsiteX66" fmla="*/ 407670 w 457320"/>
              <a:gd name="connsiteY66" fmla="*/ 190500 h 495300"/>
              <a:gd name="connsiteX67" fmla="*/ 438150 w 457320"/>
              <a:gd name="connsiteY67" fmla="*/ 216217 h 495300"/>
              <a:gd name="connsiteX68" fmla="*/ 430530 w 457320"/>
              <a:gd name="connsiteY68" fmla="*/ 238125 h 495300"/>
              <a:gd name="connsiteX69" fmla="*/ 409575 w 457320"/>
              <a:gd name="connsiteY69" fmla="*/ 247650 h 495300"/>
              <a:gd name="connsiteX70" fmla="*/ 371475 w 457320"/>
              <a:gd name="connsiteY70" fmla="*/ 247650 h 495300"/>
              <a:gd name="connsiteX71" fmla="*/ 361950 w 457320"/>
              <a:gd name="connsiteY71" fmla="*/ 257175 h 495300"/>
              <a:gd name="connsiteX72" fmla="*/ 371475 w 457320"/>
              <a:gd name="connsiteY72" fmla="*/ 2667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457320" h="495300">
                <a:moveTo>
                  <a:pt x="438150" y="257175"/>
                </a:moveTo>
                <a:cubicBezTo>
                  <a:pt x="441007" y="255270"/>
                  <a:pt x="442913" y="253365"/>
                  <a:pt x="444818" y="251460"/>
                </a:cubicBezTo>
                <a:cubicBezTo>
                  <a:pt x="453390" y="241935"/>
                  <a:pt x="458153" y="228600"/>
                  <a:pt x="457200" y="214313"/>
                </a:cubicBezTo>
                <a:cubicBezTo>
                  <a:pt x="455295" y="190500"/>
                  <a:pt x="433388" y="171450"/>
                  <a:pt x="408622" y="171450"/>
                </a:cubicBezTo>
                <a:lnTo>
                  <a:pt x="266700" y="171450"/>
                </a:lnTo>
                <a:lnTo>
                  <a:pt x="266700" y="66675"/>
                </a:lnTo>
                <a:cubicBezTo>
                  <a:pt x="266700" y="29528"/>
                  <a:pt x="237172" y="0"/>
                  <a:pt x="200025" y="0"/>
                </a:cubicBezTo>
                <a:lnTo>
                  <a:pt x="180975" y="0"/>
                </a:lnTo>
                <a:cubicBezTo>
                  <a:pt x="175260" y="0"/>
                  <a:pt x="171450" y="3810"/>
                  <a:pt x="171450" y="9525"/>
                </a:cubicBezTo>
                <a:lnTo>
                  <a:pt x="171450" y="55245"/>
                </a:lnTo>
                <a:cubicBezTo>
                  <a:pt x="171450" y="80010"/>
                  <a:pt x="164782" y="103822"/>
                  <a:pt x="151447" y="124778"/>
                </a:cubicBezTo>
                <a:lnTo>
                  <a:pt x="103822" y="202883"/>
                </a:lnTo>
                <a:cubicBezTo>
                  <a:pt x="97155" y="195263"/>
                  <a:pt x="86678" y="190500"/>
                  <a:pt x="76200" y="190500"/>
                </a:cubicBezTo>
                <a:lnTo>
                  <a:pt x="38100" y="190500"/>
                </a:lnTo>
                <a:cubicBezTo>
                  <a:pt x="17145" y="190500"/>
                  <a:pt x="0" y="207645"/>
                  <a:pt x="0" y="228600"/>
                </a:cubicBezTo>
                <a:lnTo>
                  <a:pt x="0" y="457200"/>
                </a:lnTo>
                <a:cubicBezTo>
                  <a:pt x="0" y="478155"/>
                  <a:pt x="17145" y="495300"/>
                  <a:pt x="38100" y="495300"/>
                </a:cubicBezTo>
                <a:lnTo>
                  <a:pt x="76200" y="495300"/>
                </a:lnTo>
                <a:cubicBezTo>
                  <a:pt x="89535" y="495300"/>
                  <a:pt x="100013" y="488633"/>
                  <a:pt x="107632" y="479108"/>
                </a:cubicBezTo>
                <a:cubicBezTo>
                  <a:pt x="116205" y="488633"/>
                  <a:pt x="128588" y="495300"/>
                  <a:pt x="142875" y="495300"/>
                </a:cubicBezTo>
                <a:lnTo>
                  <a:pt x="350520" y="495300"/>
                </a:lnTo>
                <a:cubicBezTo>
                  <a:pt x="375285" y="495300"/>
                  <a:pt x="397193" y="476250"/>
                  <a:pt x="399097" y="452438"/>
                </a:cubicBezTo>
                <a:cubicBezTo>
                  <a:pt x="400050" y="440055"/>
                  <a:pt x="397193" y="428625"/>
                  <a:pt x="389572" y="419100"/>
                </a:cubicBezTo>
                <a:cubicBezTo>
                  <a:pt x="414338" y="418147"/>
                  <a:pt x="434340" y="400050"/>
                  <a:pt x="437197" y="376238"/>
                </a:cubicBezTo>
                <a:cubicBezTo>
                  <a:pt x="438150" y="362903"/>
                  <a:pt x="434340" y="349567"/>
                  <a:pt x="424815" y="340042"/>
                </a:cubicBezTo>
                <a:cubicBezTo>
                  <a:pt x="441960" y="333375"/>
                  <a:pt x="454343" y="318135"/>
                  <a:pt x="456247" y="300038"/>
                </a:cubicBezTo>
                <a:cubicBezTo>
                  <a:pt x="457200" y="286703"/>
                  <a:pt x="453390" y="273367"/>
                  <a:pt x="443865" y="262890"/>
                </a:cubicBezTo>
                <a:cubicBezTo>
                  <a:pt x="442913" y="260985"/>
                  <a:pt x="441007" y="259080"/>
                  <a:pt x="438150" y="257175"/>
                </a:cubicBezTo>
                <a:close/>
                <a:moveTo>
                  <a:pt x="95250" y="457200"/>
                </a:moveTo>
                <a:cubicBezTo>
                  <a:pt x="95250" y="467678"/>
                  <a:pt x="86678" y="476250"/>
                  <a:pt x="76200" y="476250"/>
                </a:cubicBezTo>
                <a:lnTo>
                  <a:pt x="38100" y="476250"/>
                </a:lnTo>
                <a:cubicBezTo>
                  <a:pt x="27622" y="476250"/>
                  <a:pt x="19050" y="467678"/>
                  <a:pt x="19050" y="457200"/>
                </a:cubicBezTo>
                <a:lnTo>
                  <a:pt x="19050" y="228600"/>
                </a:lnTo>
                <a:cubicBezTo>
                  <a:pt x="19050" y="218122"/>
                  <a:pt x="27622" y="209550"/>
                  <a:pt x="38100" y="209550"/>
                </a:cubicBezTo>
                <a:lnTo>
                  <a:pt x="76200" y="209550"/>
                </a:lnTo>
                <a:cubicBezTo>
                  <a:pt x="86678" y="209550"/>
                  <a:pt x="95250" y="218122"/>
                  <a:pt x="95250" y="228600"/>
                </a:cubicBezTo>
                <a:lnTo>
                  <a:pt x="95250" y="457200"/>
                </a:lnTo>
                <a:close/>
                <a:moveTo>
                  <a:pt x="371475" y="266700"/>
                </a:moveTo>
                <a:lnTo>
                  <a:pt x="409575" y="266700"/>
                </a:lnTo>
                <a:cubicBezTo>
                  <a:pt x="417195" y="266700"/>
                  <a:pt x="425768" y="270510"/>
                  <a:pt x="430530" y="276225"/>
                </a:cubicBezTo>
                <a:cubicBezTo>
                  <a:pt x="436245" y="281940"/>
                  <a:pt x="438150" y="290513"/>
                  <a:pt x="438150" y="298133"/>
                </a:cubicBezTo>
                <a:cubicBezTo>
                  <a:pt x="437197" y="312420"/>
                  <a:pt x="423863" y="323850"/>
                  <a:pt x="407670" y="323850"/>
                </a:cubicBezTo>
                <a:lnTo>
                  <a:pt x="361950" y="323850"/>
                </a:lnTo>
                <a:cubicBezTo>
                  <a:pt x="356235" y="323850"/>
                  <a:pt x="352425" y="327660"/>
                  <a:pt x="352425" y="333375"/>
                </a:cubicBezTo>
                <a:cubicBezTo>
                  <a:pt x="352425" y="339090"/>
                  <a:pt x="356235" y="342900"/>
                  <a:pt x="361950" y="342900"/>
                </a:cubicBezTo>
                <a:lnTo>
                  <a:pt x="390525" y="342900"/>
                </a:lnTo>
                <a:cubicBezTo>
                  <a:pt x="398145" y="342900"/>
                  <a:pt x="406718" y="346710"/>
                  <a:pt x="411480" y="352425"/>
                </a:cubicBezTo>
                <a:cubicBezTo>
                  <a:pt x="417195" y="358140"/>
                  <a:pt x="419100" y="366713"/>
                  <a:pt x="419100" y="374333"/>
                </a:cubicBezTo>
                <a:cubicBezTo>
                  <a:pt x="418147" y="388620"/>
                  <a:pt x="404813" y="400050"/>
                  <a:pt x="388620" y="400050"/>
                </a:cubicBezTo>
                <a:lnTo>
                  <a:pt x="342900" y="400050"/>
                </a:lnTo>
                <a:cubicBezTo>
                  <a:pt x="337185" y="400050"/>
                  <a:pt x="333375" y="403860"/>
                  <a:pt x="333375" y="409575"/>
                </a:cubicBezTo>
                <a:cubicBezTo>
                  <a:pt x="333375" y="415290"/>
                  <a:pt x="337185" y="419100"/>
                  <a:pt x="342900" y="419100"/>
                </a:cubicBezTo>
                <a:lnTo>
                  <a:pt x="352425" y="419100"/>
                </a:lnTo>
                <a:cubicBezTo>
                  <a:pt x="360045" y="419100"/>
                  <a:pt x="368618" y="422910"/>
                  <a:pt x="373380" y="428625"/>
                </a:cubicBezTo>
                <a:cubicBezTo>
                  <a:pt x="379095" y="434340"/>
                  <a:pt x="381000" y="442913"/>
                  <a:pt x="381000" y="450533"/>
                </a:cubicBezTo>
                <a:cubicBezTo>
                  <a:pt x="380047" y="464820"/>
                  <a:pt x="366713" y="476250"/>
                  <a:pt x="350520" y="476250"/>
                </a:cubicBezTo>
                <a:lnTo>
                  <a:pt x="142875" y="476250"/>
                </a:lnTo>
                <a:cubicBezTo>
                  <a:pt x="126682" y="476250"/>
                  <a:pt x="114300" y="463867"/>
                  <a:pt x="114300" y="447675"/>
                </a:cubicBezTo>
                <a:lnTo>
                  <a:pt x="114300" y="221933"/>
                </a:lnTo>
                <a:lnTo>
                  <a:pt x="167640" y="135255"/>
                </a:lnTo>
                <a:cubicBezTo>
                  <a:pt x="182880" y="111442"/>
                  <a:pt x="190500" y="83820"/>
                  <a:pt x="190500" y="55245"/>
                </a:cubicBezTo>
                <a:lnTo>
                  <a:pt x="190500" y="19050"/>
                </a:lnTo>
                <a:lnTo>
                  <a:pt x="200025" y="19050"/>
                </a:lnTo>
                <a:cubicBezTo>
                  <a:pt x="226695" y="19050"/>
                  <a:pt x="247650" y="40005"/>
                  <a:pt x="247650" y="66675"/>
                </a:cubicBezTo>
                <a:lnTo>
                  <a:pt x="247650" y="171450"/>
                </a:lnTo>
                <a:cubicBezTo>
                  <a:pt x="247650" y="181928"/>
                  <a:pt x="256222" y="190500"/>
                  <a:pt x="266700" y="190500"/>
                </a:cubicBezTo>
                <a:lnTo>
                  <a:pt x="407670" y="190500"/>
                </a:lnTo>
                <a:cubicBezTo>
                  <a:pt x="422910" y="190500"/>
                  <a:pt x="436245" y="201930"/>
                  <a:pt x="438150" y="216217"/>
                </a:cubicBezTo>
                <a:cubicBezTo>
                  <a:pt x="439103" y="224790"/>
                  <a:pt x="436245" y="232410"/>
                  <a:pt x="430530" y="238125"/>
                </a:cubicBezTo>
                <a:cubicBezTo>
                  <a:pt x="424815" y="243840"/>
                  <a:pt x="417195" y="247650"/>
                  <a:pt x="409575" y="247650"/>
                </a:cubicBezTo>
                <a:lnTo>
                  <a:pt x="371475" y="247650"/>
                </a:lnTo>
                <a:cubicBezTo>
                  <a:pt x="365760" y="247650"/>
                  <a:pt x="361950" y="251460"/>
                  <a:pt x="361950" y="257175"/>
                </a:cubicBezTo>
                <a:cubicBezTo>
                  <a:pt x="361950" y="262890"/>
                  <a:pt x="365760" y="266700"/>
                  <a:pt x="371475" y="266700"/>
                </a:cubicBezTo>
                <a:close/>
              </a:path>
            </a:pathLst>
          </a:custGeom>
          <a:solidFill>
            <a:schemeClr val="accent1"/>
          </a:solidFill>
          <a:ln w="9525" cap="flat">
            <a:noFill/>
            <a:prstDash val="solid"/>
            <a:miter/>
          </a:ln>
        </p:spPr>
        <p:txBody>
          <a:bodyPr rtlCol="0" anchor="ctr"/>
          <a:lstStyle/>
          <a:p>
            <a:endParaRPr lang="zh-CN" altLang="en-US"/>
          </a:p>
        </p:txBody>
      </p:sp>
      <p:sp>
        <p:nvSpPr>
          <p:cNvPr id="437" name="椭圆 436"/>
          <p:cNvSpPr/>
          <p:nvPr>
            <p:custDataLst>
              <p:tags r:id="rId9"/>
            </p:custDataLst>
          </p:nvPr>
        </p:nvSpPr>
        <p:spPr>
          <a:xfrm>
            <a:off x="2837180" y="4955540"/>
            <a:ext cx="558800" cy="558800"/>
          </a:xfrm>
          <a:prstGeom prst="ellipse">
            <a:avLst/>
          </a:prstGeom>
          <a:solidFill>
            <a:schemeClr val="accent1"/>
          </a:solidFill>
          <a:ln>
            <a:noFill/>
            <a:prstDash val="solid"/>
          </a:ln>
          <a:effectLst/>
        </p:spPr>
        <p:style>
          <a:lnRef idx="2">
            <a:srgbClr val="376FFF">
              <a:shade val="50000"/>
            </a:srgbClr>
          </a:lnRef>
          <a:fillRef idx="1">
            <a:srgbClr val="376FFF"/>
          </a:fillRef>
          <a:effectRef idx="0">
            <a:srgbClr val="376FFF"/>
          </a:effectRef>
          <a:fontRef idx="minor">
            <a:srgbClr val="FFFFFF"/>
          </a:fontRef>
        </p:style>
        <p:txBody>
          <a:bodyPr rtlCol="0" anchor="ctr"/>
          <a:lstStyle/>
          <a:p>
            <a:pPr algn="ctr"/>
            <a:endParaRPr lang="zh-CN" altLang="en-US"/>
          </a:p>
        </p:txBody>
      </p:sp>
      <p:sp>
        <p:nvSpPr>
          <p:cNvPr id="440" name="椭圆 439"/>
          <p:cNvSpPr/>
          <p:nvPr>
            <p:custDataLst>
              <p:tags r:id="rId10"/>
            </p:custDataLst>
          </p:nvPr>
        </p:nvSpPr>
        <p:spPr>
          <a:xfrm>
            <a:off x="3696970" y="4955540"/>
            <a:ext cx="558800" cy="558800"/>
          </a:xfrm>
          <a:prstGeom prst="ellipse">
            <a:avLst/>
          </a:prstGeom>
          <a:solidFill>
            <a:schemeClr val="accent1"/>
          </a:solidFill>
          <a:ln>
            <a:noFill/>
            <a:prstDash val="solid"/>
          </a:ln>
          <a:effectLst/>
        </p:spPr>
        <p:style>
          <a:lnRef idx="2">
            <a:srgbClr val="376FFF">
              <a:shade val="50000"/>
            </a:srgbClr>
          </a:lnRef>
          <a:fillRef idx="1">
            <a:srgbClr val="376FFF"/>
          </a:fillRef>
          <a:effectRef idx="0">
            <a:srgbClr val="376FFF"/>
          </a:effectRef>
          <a:fontRef idx="minor">
            <a:srgbClr val="FFFFFF"/>
          </a:fontRef>
        </p:style>
        <p:txBody>
          <a:bodyPr rtlCol="0" anchor="ctr"/>
          <a:lstStyle/>
          <a:p>
            <a:pPr algn="ctr"/>
            <a:endParaRPr lang="zh-CN" altLang="en-US"/>
          </a:p>
        </p:txBody>
      </p:sp>
      <p:cxnSp>
        <p:nvCxnSpPr>
          <p:cNvPr id="442" name="直接连接符 441"/>
          <p:cNvCxnSpPr/>
          <p:nvPr>
            <p:custDataLst>
              <p:tags r:id="rId11"/>
            </p:custDataLst>
          </p:nvPr>
        </p:nvCxnSpPr>
        <p:spPr>
          <a:xfrm>
            <a:off x="1061720" y="5859780"/>
            <a:ext cx="4202430" cy="0"/>
          </a:xfrm>
          <a:prstGeom prst="line">
            <a:avLst/>
          </a:prstGeom>
          <a:ln>
            <a:solidFill>
              <a:srgbClr val="FFFFFF">
                <a:lumMod val="75000"/>
              </a:srgbClr>
            </a:solidFill>
          </a:ln>
        </p:spPr>
        <p:style>
          <a:lnRef idx="1">
            <a:srgbClr val="376FFF"/>
          </a:lnRef>
          <a:fillRef idx="0">
            <a:srgbClr val="376FFF"/>
          </a:fillRef>
          <a:effectRef idx="0">
            <a:srgbClr val="376FFF"/>
          </a:effectRef>
          <a:fontRef idx="minor">
            <a:srgbClr val="000000"/>
          </a:fontRef>
        </p:style>
      </p:cxnSp>
      <p:cxnSp>
        <p:nvCxnSpPr>
          <p:cNvPr id="417" name="直接连接符 416"/>
          <p:cNvCxnSpPr/>
          <p:nvPr>
            <p:custDataLst>
              <p:tags r:id="rId12"/>
            </p:custDataLst>
          </p:nvPr>
        </p:nvCxnSpPr>
        <p:spPr>
          <a:xfrm>
            <a:off x="1089025" y="1885315"/>
            <a:ext cx="590550" cy="0"/>
          </a:xfrm>
          <a:prstGeom prst="line">
            <a:avLst/>
          </a:prstGeom>
          <a:ln w="19050">
            <a:solidFill>
              <a:srgbClr val="FFFFFF"/>
            </a:solidFill>
          </a:ln>
        </p:spPr>
        <p:style>
          <a:lnRef idx="1">
            <a:srgbClr val="376FFF"/>
          </a:lnRef>
          <a:fillRef idx="0">
            <a:srgbClr val="376FFF"/>
          </a:fillRef>
          <a:effectRef idx="0">
            <a:srgbClr val="376FFF"/>
          </a:effectRef>
          <a:fontRef idx="minor">
            <a:srgbClr val="000000"/>
          </a:fontRef>
        </p:style>
      </p:cxnSp>
      <p:sp>
        <p:nvSpPr>
          <p:cNvPr id="3" name="Oval 37"/>
          <p:cNvSpPr/>
          <p:nvPr>
            <p:custDataLst>
              <p:tags r:id="rId13"/>
            </p:custDataLst>
          </p:nvPr>
        </p:nvSpPr>
        <p:spPr>
          <a:xfrm>
            <a:off x="2971165" y="5096510"/>
            <a:ext cx="290830" cy="288925"/>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639" h="606722">
                <a:moveTo>
                  <a:pt x="217638" y="134690"/>
                </a:moveTo>
                <a:cubicBezTo>
                  <a:pt x="221565" y="135712"/>
                  <a:pt x="225102" y="138223"/>
                  <a:pt x="227327" y="142001"/>
                </a:cubicBezTo>
                <a:cubicBezTo>
                  <a:pt x="231688" y="149467"/>
                  <a:pt x="229196" y="159155"/>
                  <a:pt x="221720" y="163599"/>
                </a:cubicBezTo>
                <a:cubicBezTo>
                  <a:pt x="172238" y="192574"/>
                  <a:pt x="141535" y="246169"/>
                  <a:pt x="141535" y="303320"/>
                </a:cubicBezTo>
                <a:cubicBezTo>
                  <a:pt x="141535" y="392734"/>
                  <a:pt x="214334" y="465350"/>
                  <a:pt x="303775" y="465350"/>
                </a:cubicBezTo>
                <a:cubicBezTo>
                  <a:pt x="393305" y="465350"/>
                  <a:pt x="466015" y="392734"/>
                  <a:pt x="466015" y="303320"/>
                </a:cubicBezTo>
                <a:cubicBezTo>
                  <a:pt x="466015" y="246169"/>
                  <a:pt x="435312" y="192574"/>
                  <a:pt x="385919" y="163599"/>
                </a:cubicBezTo>
                <a:cubicBezTo>
                  <a:pt x="378443" y="159155"/>
                  <a:pt x="375862" y="149467"/>
                  <a:pt x="380312" y="142001"/>
                </a:cubicBezTo>
                <a:cubicBezTo>
                  <a:pt x="384762" y="134446"/>
                  <a:pt x="394462" y="131957"/>
                  <a:pt x="401938" y="136312"/>
                </a:cubicBezTo>
                <a:cubicBezTo>
                  <a:pt x="461031" y="171065"/>
                  <a:pt x="497698" y="235059"/>
                  <a:pt x="497698" y="303320"/>
                </a:cubicBezTo>
                <a:cubicBezTo>
                  <a:pt x="497698" y="410155"/>
                  <a:pt x="410749" y="496992"/>
                  <a:pt x="303775" y="496992"/>
                </a:cubicBezTo>
                <a:cubicBezTo>
                  <a:pt x="196890" y="496992"/>
                  <a:pt x="109941" y="410155"/>
                  <a:pt x="109941" y="303320"/>
                </a:cubicBezTo>
                <a:cubicBezTo>
                  <a:pt x="109941" y="235059"/>
                  <a:pt x="146607" y="171065"/>
                  <a:pt x="205612" y="136312"/>
                </a:cubicBezTo>
                <a:cubicBezTo>
                  <a:pt x="209395" y="134135"/>
                  <a:pt x="213711" y="133668"/>
                  <a:pt x="217638" y="134690"/>
                </a:cubicBezTo>
                <a:close/>
                <a:moveTo>
                  <a:pt x="303775" y="88701"/>
                </a:moveTo>
                <a:cubicBezTo>
                  <a:pt x="312483" y="88701"/>
                  <a:pt x="319591" y="95723"/>
                  <a:pt x="319591" y="104433"/>
                </a:cubicBezTo>
                <a:lnTo>
                  <a:pt x="319591" y="303347"/>
                </a:lnTo>
                <a:cubicBezTo>
                  <a:pt x="319591" y="312058"/>
                  <a:pt x="312483" y="319168"/>
                  <a:pt x="303775" y="319168"/>
                </a:cubicBezTo>
                <a:cubicBezTo>
                  <a:pt x="295067" y="319168"/>
                  <a:pt x="288048" y="312058"/>
                  <a:pt x="288048" y="303347"/>
                </a:cubicBezTo>
                <a:lnTo>
                  <a:pt x="288048" y="104433"/>
                </a:lnTo>
                <a:cubicBezTo>
                  <a:pt x="288048" y="95723"/>
                  <a:pt x="295067" y="88701"/>
                  <a:pt x="303775" y="88701"/>
                </a:cubicBezTo>
                <a:close/>
                <a:moveTo>
                  <a:pt x="303775" y="31549"/>
                </a:moveTo>
                <a:cubicBezTo>
                  <a:pt x="153712" y="31549"/>
                  <a:pt x="31597" y="153480"/>
                  <a:pt x="31597" y="303317"/>
                </a:cubicBezTo>
                <a:cubicBezTo>
                  <a:pt x="31597" y="453153"/>
                  <a:pt x="153712" y="575084"/>
                  <a:pt x="303775" y="575084"/>
                </a:cubicBezTo>
                <a:cubicBezTo>
                  <a:pt x="453838" y="575084"/>
                  <a:pt x="575953" y="453153"/>
                  <a:pt x="575953" y="303317"/>
                </a:cubicBezTo>
                <a:cubicBezTo>
                  <a:pt x="575953" y="153480"/>
                  <a:pt x="453838" y="31549"/>
                  <a:pt x="303775" y="31549"/>
                </a:cubicBezTo>
                <a:close/>
                <a:moveTo>
                  <a:pt x="303775" y="0"/>
                </a:moveTo>
                <a:cubicBezTo>
                  <a:pt x="471283" y="0"/>
                  <a:pt x="607639" y="136061"/>
                  <a:pt x="607639" y="303317"/>
                </a:cubicBezTo>
                <a:cubicBezTo>
                  <a:pt x="607639" y="470572"/>
                  <a:pt x="471283" y="606722"/>
                  <a:pt x="303775" y="606722"/>
                </a:cubicBezTo>
                <a:cubicBezTo>
                  <a:pt x="136267" y="606722"/>
                  <a:pt x="0" y="470572"/>
                  <a:pt x="0" y="303317"/>
                </a:cubicBezTo>
                <a:cubicBezTo>
                  <a:pt x="0" y="136061"/>
                  <a:pt x="136267" y="0"/>
                  <a:pt x="303775" y="0"/>
                </a:cubicBezTo>
                <a:close/>
              </a:path>
            </a:pathLst>
          </a:custGeom>
          <a:solidFill>
            <a:srgbClr val="FFFFFF"/>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solidFill>
                <a:srgbClr val="F84949"/>
              </a:solidFill>
              <a:cs typeface="荆南缘默体" pitchFamily="2" charset="-122"/>
            </a:endParaRPr>
          </a:p>
        </p:txBody>
      </p:sp>
      <p:sp>
        <p:nvSpPr>
          <p:cNvPr id="132" name="Oval 23"/>
          <p:cNvSpPr/>
          <p:nvPr>
            <p:custDataLst>
              <p:tags r:id="rId14"/>
            </p:custDataLst>
          </p:nvPr>
        </p:nvSpPr>
        <p:spPr>
          <a:xfrm>
            <a:off x="1272540" y="5097145"/>
            <a:ext cx="258445" cy="269875"/>
          </a:xfrm>
          <a:custGeom>
            <a:avLst/>
            <a:gdLst>
              <a:gd name="connsiteX0" fmla="*/ 244584 w 510088"/>
              <a:gd name="connsiteY0" fmla="*/ 269606 h 532904"/>
              <a:gd name="connsiteX1" fmla="*/ 203537 w 510088"/>
              <a:gd name="connsiteY1" fmla="*/ 310696 h 532904"/>
              <a:gd name="connsiteX2" fmla="*/ 244584 w 510088"/>
              <a:gd name="connsiteY2" fmla="*/ 351739 h 532904"/>
              <a:gd name="connsiteX3" fmla="*/ 285679 w 510088"/>
              <a:gd name="connsiteY3" fmla="*/ 310696 h 532904"/>
              <a:gd name="connsiteX4" fmla="*/ 244584 w 510088"/>
              <a:gd name="connsiteY4" fmla="*/ 269606 h 532904"/>
              <a:gd name="connsiteX5" fmla="*/ 333059 w 510088"/>
              <a:gd name="connsiteY5" fmla="*/ 135861 h 532904"/>
              <a:gd name="connsiteX6" fmla="*/ 344868 w 510088"/>
              <a:gd name="connsiteY6" fmla="*/ 137432 h 532904"/>
              <a:gd name="connsiteX7" fmla="*/ 352059 w 510088"/>
              <a:gd name="connsiteY7" fmla="*/ 146955 h 532904"/>
              <a:gd name="connsiteX8" fmla="*/ 341059 w 510088"/>
              <a:gd name="connsiteY8" fmla="*/ 166048 h 532904"/>
              <a:gd name="connsiteX9" fmla="*/ 319773 w 510088"/>
              <a:gd name="connsiteY9" fmla="*/ 171761 h 532904"/>
              <a:gd name="connsiteX10" fmla="*/ 316964 w 510088"/>
              <a:gd name="connsiteY10" fmla="*/ 175380 h 532904"/>
              <a:gd name="connsiteX11" fmla="*/ 316964 w 510088"/>
              <a:gd name="connsiteY11" fmla="*/ 306792 h 532904"/>
              <a:gd name="connsiteX12" fmla="*/ 317059 w 510088"/>
              <a:gd name="connsiteY12" fmla="*/ 310696 h 532904"/>
              <a:gd name="connsiteX13" fmla="*/ 244536 w 510088"/>
              <a:gd name="connsiteY13" fmla="*/ 383211 h 532904"/>
              <a:gd name="connsiteX14" fmla="*/ 191585 w 510088"/>
              <a:gd name="connsiteY14" fmla="*/ 360262 h 532904"/>
              <a:gd name="connsiteX15" fmla="*/ 172157 w 510088"/>
              <a:gd name="connsiteY15" fmla="*/ 305840 h 532904"/>
              <a:gd name="connsiteX16" fmla="*/ 237441 w 510088"/>
              <a:gd name="connsiteY16" fmla="*/ 238467 h 532904"/>
              <a:gd name="connsiteX17" fmla="*/ 285774 w 510088"/>
              <a:gd name="connsiteY17" fmla="*/ 251037 h 532904"/>
              <a:gd name="connsiteX18" fmla="*/ 285774 w 510088"/>
              <a:gd name="connsiteY18" fmla="*/ 166238 h 532904"/>
              <a:gd name="connsiteX19" fmla="*/ 302869 w 510088"/>
              <a:gd name="connsiteY19" fmla="*/ 143955 h 532904"/>
              <a:gd name="connsiteX20" fmla="*/ 121141 w 510088"/>
              <a:gd name="connsiteY20" fmla="*/ 32143 h 532904"/>
              <a:gd name="connsiteX21" fmla="*/ 32095 w 510088"/>
              <a:gd name="connsiteY21" fmla="*/ 121191 h 532904"/>
              <a:gd name="connsiteX22" fmla="*/ 32095 w 510088"/>
              <a:gd name="connsiteY22" fmla="*/ 411762 h 532904"/>
              <a:gd name="connsiteX23" fmla="*/ 121141 w 510088"/>
              <a:gd name="connsiteY23" fmla="*/ 500809 h 532904"/>
              <a:gd name="connsiteX24" fmla="*/ 388995 w 510088"/>
              <a:gd name="connsiteY24" fmla="*/ 500809 h 532904"/>
              <a:gd name="connsiteX25" fmla="*/ 478041 w 510088"/>
              <a:gd name="connsiteY25" fmla="*/ 411762 h 532904"/>
              <a:gd name="connsiteX26" fmla="*/ 478041 w 510088"/>
              <a:gd name="connsiteY26" fmla="*/ 121191 h 532904"/>
              <a:gd name="connsiteX27" fmla="*/ 388995 w 510088"/>
              <a:gd name="connsiteY27" fmla="*/ 32143 h 532904"/>
              <a:gd name="connsiteX28" fmla="*/ 121141 w 510088"/>
              <a:gd name="connsiteY28" fmla="*/ 0 h 532904"/>
              <a:gd name="connsiteX29" fmla="*/ 388995 w 510088"/>
              <a:gd name="connsiteY29" fmla="*/ 0 h 532904"/>
              <a:gd name="connsiteX30" fmla="*/ 510088 w 510088"/>
              <a:gd name="connsiteY30" fmla="*/ 121191 h 532904"/>
              <a:gd name="connsiteX31" fmla="*/ 510088 w 510088"/>
              <a:gd name="connsiteY31" fmla="*/ 411762 h 532904"/>
              <a:gd name="connsiteX32" fmla="*/ 388995 w 510088"/>
              <a:gd name="connsiteY32" fmla="*/ 532904 h 532904"/>
              <a:gd name="connsiteX33" fmla="*/ 121141 w 510088"/>
              <a:gd name="connsiteY33" fmla="*/ 532904 h 532904"/>
              <a:gd name="connsiteX34" fmla="*/ 0 w 510088"/>
              <a:gd name="connsiteY34" fmla="*/ 411762 h 532904"/>
              <a:gd name="connsiteX35" fmla="*/ 0 w 510088"/>
              <a:gd name="connsiteY35" fmla="*/ 121143 h 532904"/>
              <a:gd name="connsiteX36" fmla="*/ 121141 w 510088"/>
              <a:gd name="connsiteY36" fmla="*/ 0 h 532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10088" h="532904">
                <a:moveTo>
                  <a:pt x="244584" y="269606"/>
                </a:moveTo>
                <a:cubicBezTo>
                  <a:pt x="221965" y="269606"/>
                  <a:pt x="203537" y="288080"/>
                  <a:pt x="203537" y="310696"/>
                </a:cubicBezTo>
                <a:cubicBezTo>
                  <a:pt x="203537" y="333313"/>
                  <a:pt x="221965" y="351739"/>
                  <a:pt x="244584" y="351739"/>
                </a:cubicBezTo>
                <a:cubicBezTo>
                  <a:pt x="267203" y="351739"/>
                  <a:pt x="285679" y="333360"/>
                  <a:pt x="285679" y="310696"/>
                </a:cubicBezTo>
                <a:cubicBezTo>
                  <a:pt x="285679" y="288080"/>
                  <a:pt x="267203" y="269606"/>
                  <a:pt x="244584" y="269606"/>
                </a:cubicBezTo>
                <a:close/>
                <a:moveTo>
                  <a:pt x="333059" y="135861"/>
                </a:moveTo>
                <a:cubicBezTo>
                  <a:pt x="337011" y="134813"/>
                  <a:pt x="341249" y="135337"/>
                  <a:pt x="344868" y="137432"/>
                </a:cubicBezTo>
                <a:cubicBezTo>
                  <a:pt x="348487" y="139479"/>
                  <a:pt x="351059" y="142907"/>
                  <a:pt x="352059" y="146955"/>
                </a:cubicBezTo>
                <a:cubicBezTo>
                  <a:pt x="354344" y="155192"/>
                  <a:pt x="349392" y="163762"/>
                  <a:pt x="341059" y="166048"/>
                </a:cubicBezTo>
                <a:lnTo>
                  <a:pt x="319773" y="171761"/>
                </a:lnTo>
                <a:cubicBezTo>
                  <a:pt x="318107" y="172190"/>
                  <a:pt x="316964" y="173666"/>
                  <a:pt x="316964" y="175380"/>
                </a:cubicBezTo>
                <a:lnTo>
                  <a:pt x="316964" y="306792"/>
                </a:lnTo>
                <a:cubicBezTo>
                  <a:pt x="317011" y="307935"/>
                  <a:pt x="317059" y="309316"/>
                  <a:pt x="317059" y="310696"/>
                </a:cubicBezTo>
                <a:cubicBezTo>
                  <a:pt x="317059" y="350691"/>
                  <a:pt x="284536" y="383211"/>
                  <a:pt x="244536" y="383211"/>
                </a:cubicBezTo>
                <a:cubicBezTo>
                  <a:pt x="224584" y="383211"/>
                  <a:pt x="205299" y="374831"/>
                  <a:pt x="191585" y="360262"/>
                </a:cubicBezTo>
                <a:cubicBezTo>
                  <a:pt x="177728" y="345454"/>
                  <a:pt x="170823" y="326171"/>
                  <a:pt x="172157" y="305840"/>
                </a:cubicBezTo>
                <a:cubicBezTo>
                  <a:pt x="174442" y="270797"/>
                  <a:pt x="202489" y="241800"/>
                  <a:pt x="237441" y="238467"/>
                </a:cubicBezTo>
                <a:cubicBezTo>
                  <a:pt x="254631" y="236801"/>
                  <a:pt x="271774" y="241324"/>
                  <a:pt x="285774" y="251037"/>
                </a:cubicBezTo>
                <a:lnTo>
                  <a:pt x="285774" y="166238"/>
                </a:lnTo>
                <a:cubicBezTo>
                  <a:pt x="285774" y="155811"/>
                  <a:pt x="292821" y="146669"/>
                  <a:pt x="302869" y="143955"/>
                </a:cubicBezTo>
                <a:close/>
                <a:moveTo>
                  <a:pt x="121141" y="32143"/>
                </a:moveTo>
                <a:cubicBezTo>
                  <a:pt x="71999" y="32143"/>
                  <a:pt x="32095" y="72048"/>
                  <a:pt x="32095" y="121191"/>
                </a:cubicBezTo>
                <a:lnTo>
                  <a:pt x="32095" y="411762"/>
                </a:lnTo>
                <a:cubicBezTo>
                  <a:pt x="32095" y="460857"/>
                  <a:pt x="71999" y="500809"/>
                  <a:pt x="121141" y="500809"/>
                </a:cubicBezTo>
                <a:lnTo>
                  <a:pt x="388995" y="500809"/>
                </a:lnTo>
                <a:cubicBezTo>
                  <a:pt x="438089" y="500809"/>
                  <a:pt x="478041" y="460857"/>
                  <a:pt x="478041" y="411762"/>
                </a:cubicBezTo>
                <a:lnTo>
                  <a:pt x="478041" y="121191"/>
                </a:lnTo>
                <a:cubicBezTo>
                  <a:pt x="478041" y="72048"/>
                  <a:pt x="438089" y="32143"/>
                  <a:pt x="388995" y="32143"/>
                </a:cubicBezTo>
                <a:close/>
                <a:moveTo>
                  <a:pt x="121141" y="0"/>
                </a:moveTo>
                <a:lnTo>
                  <a:pt x="388995" y="0"/>
                </a:lnTo>
                <a:cubicBezTo>
                  <a:pt x="455756" y="0"/>
                  <a:pt x="510088" y="54334"/>
                  <a:pt x="510088" y="121191"/>
                </a:cubicBezTo>
                <a:lnTo>
                  <a:pt x="510088" y="411762"/>
                </a:lnTo>
                <a:cubicBezTo>
                  <a:pt x="510088" y="478571"/>
                  <a:pt x="455756" y="532904"/>
                  <a:pt x="388995" y="532904"/>
                </a:cubicBezTo>
                <a:lnTo>
                  <a:pt x="121141" y="532904"/>
                </a:lnTo>
                <a:cubicBezTo>
                  <a:pt x="54333" y="532904"/>
                  <a:pt x="0" y="478571"/>
                  <a:pt x="0" y="411762"/>
                </a:cubicBezTo>
                <a:lnTo>
                  <a:pt x="0" y="121143"/>
                </a:lnTo>
                <a:cubicBezTo>
                  <a:pt x="0" y="54334"/>
                  <a:pt x="54333" y="0"/>
                  <a:pt x="121141" y="0"/>
                </a:cubicBezTo>
                <a:close/>
              </a:path>
            </a:pathLst>
          </a:custGeom>
          <a:solidFill>
            <a:srgbClr val="FFFFFF"/>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solidFill>
                <a:srgbClr val="FFFFFF"/>
              </a:solidFill>
              <a:cs typeface="荆南缘默体" pitchFamily="2" charset="-122"/>
            </a:endParaRPr>
          </a:p>
        </p:txBody>
      </p:sp>
      <p:sp>
        <p:nvSpPr>
          <p:cNvPr id="133" name="Oval 24"/>
          <p:cNvSpPr/>
          <p:nvPr>
            <p:custDataLst>
              <p:tags r:id="rId15"/>
            </p:custDataLst>
          </p:nvPr>
        </p:nvSpPr>
        <p:spPr>
          <a:xfrm>
            <a:off x="3852545" y="5097145"/>
            <a:ext cx="258445" cy="269875"/>
          </a:xfrm>
          <a:custGeom>
            <a:avLst/>
            <a:gdLst>
              <a:gd name="connsiteX0" fmla="*/ 219264 w 510386"/>
              <a:gd name="connsiteY0" fmla="*/ 200090 h 532805"/>
              <a:gd name="connsiteX1" fmla="*/ 219264 w 510386"/>
              <a:gd name="connsiteY1" fmla="*/ 332743 h 532805"/>
              <a:gd name="connsiteX2" fmla="*/ 323819 w 510386"/>
              <a:gd name="connsiteY2" fmla="*/ 266393 h 532805"/>
              <a:gd name="connsiteX3" fmla="*/ 219973 w 510386"/>
              <a:gd name="connsiteY3" fmla="*/ 168177 h 532805"/>
              <a:gd name="connsiteX4" fmla="*/ 235793 w 510386"/>
              <a:gd name="connsiteY4" fmla="*/ 173035 h 532805"/>
              <a:gd name="connsiteX5" fmla="*/ 341157 w 510386"/>
              <a:gd name="connsiteY5" fmla="*/ 239910 h 532805"/>
              <a:gd name="connsiteX6" fmla="*/ 355733 w 510386"/>
              <a:gd name="connsiteY6" fmla="*/ 266345 h 532805"/>
              <a:gd name="connsiteX7" fmla="*/ 341205 w 510386"/>
              <a:gd name="connsiteY7" fmla="*/ 292828 h 532805"/>
              <a:gd name="connsiteX8" fmla="*/ 235745 w 510386"/>
              <a:gd name="connsiteY8" fmla="*/ 359703 h 532805"/>
              <a:gd name="connsiteX9" fmla="*/ 218978 w 510386"/>
              <a:gd name="connsiteY9" fmla="*/ 364561 h 532805"/>
              <a:gd name="connsiteX10" fmla="*/ 203831 w 510386"/>
              <a:gd name="connsiteY10" fmla="*/ 360703 h 532805"/>
              <a:gd name="connsiteX11" fmla="*/ 187588 w 510386"/>
              <a:gd name="connsiteY11" fmla="*/ 333267 h 532805"/>
              <a:gd name="connsiteX12" fmla="*/ 187588 w 510386"/>
              <a:gd name="connsiteY12" fmla="*/ 199471 h 532805"/>
              <a:gd name="connsiteX13" fmla="*/ 203831 w 510386"/>
              <a:gd name="connsiteY13" fmla="*/ 172035 h 532805"/>
              <a:gd name="connsiteX14" fmla="*/ 219973 w 510386"/>
              <a:gd name="connsiteY14" fmla="*/ 168177 h 532805"/>
              <a:gd name="connsiteX15" fmla="*/ 123287 w 510386"/>
              <a:gd name="connsiteY15" fmla="*/ 39523 h 532805"/>
              <a:gd name="connsiteX16" fmla="*/ 39524 w 510386"/>
              <a:gd name="connsiteY16" fmla="*/ 123284 h 532805"/>
              <a:gd name="connsiteX17" fmla="*/ 39524 w 510386"/>
              <a:gd name="connsiteY17" fmla="*/ 409473 h 532805"/>
              <a:gd name="connsiteX18" fmla="*/ 123287 w 510386"/>
              <a:gd name="connsiteY18" fmla="*/ 493234 h 532805"/>
              <a:gd name="connsiteX19" fmla="*/ 387099 w 510386"/>
              <a:gd name="connsiteY19" fmla="*/ 493234 h 532805"/>
              <a:gd name="connsiteX20" fmla="*/ 470862 w 510386"/>
              <a:gd name="connsiteY20" fmla="*/ 409473 h 532805"/>
              <a:gd name="connsiteX21" fmla="*/ 470862 w 510386"/>
              <a:gd name="connsiteY21" fmla="*/ 123284 h 532805"/>
              <a:gd name="connsiteX22" fmla="*/ 387099 w 510386"/>
              <a:gd name="connsiteY22" fmla="*/ 39523 h 532805"/>
              <a:gd name="connsiteX23" fmla="*/ 123287 w 510386"/>
              <a:gd name="connsiteY23" fmla="*/ 0 h 532805"/>
              <a:gd name="connsiteX24" fmla="*/ 387099 w 510386"/>
              <a:gd name="connsiteY24" fmla="*/ 0 h 532805"/>
              <a:gd name="connsiteX25" fmla="*/ 510386 w 510386"/>
              <a:gd name="connsiteY25" fmla="*/ 123284 h 532805"/>
              <a:gd name="connsiteX26" fmla="*/ 510386 w 510386"/>
              <a:gd name="connsiteY26" fmla="*/ 409521 h 532805"/>
              <a:gd name="connsiteX27" fmla="*/ 387099 w 510386"/>
              <a:gd name="connsiteY27" fmla="*/ 532805 h 532805"/>
              <a:gd name="connsiteX28" fmla="*/ 123287 w 510386"/>
              <a:gd name="connsiteY28" fmla="*/ 532805 h 532805"/>
              <a:gd name="connsiteX29" fmla="*/ 0 w 510386"/>
              <a:gd name="connsiteY29" fmla="*/ 409521 h 532805"/>
              <a:gd name="connsiteX30" fmla="*/ 0 w 510386"/>
              <a:gd name="connsiteY30" fmla="*/ 123284 h 532805"/>
              <a:gd name="connsiteX31" fmla="*/ 123287 w 510386"/>
              <a:gd name="connsiteY31" fmla="*/ 0 h 532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10386" h="532805">
                <a:moveTo>
                  <a:pt x="219264" y="200090"/>
                </a:moveTo>
                <a:lnTo>
                  <a:pt x="219264" y="332743"/>
                </a:lnTo>
                <a:lnTo>
                  <a:pt x="323819" y="266393"/>
                </a:lnTo>
                <a:close/>
                <a:moveTo>
                  <a:pt x="219973" y="168177"/>
                </a:moveTo>
                <a:cubicBezTo>
                  <a:pt x="225492" y="168344"/>
                  <a:pt x="230958" y="169963"/>
                  <a:pt x="235793" y="173035"/>
                </a:cubicBezTo>
                <a:lnTo>
                  <a:pt x="341157" y="239910"/>
                </a:lnTo>
                <a:cubicBezTo>
                  <a:pt x="350255" y="245721"/>
                  <a:pt x="355733" y="255628"/>
                  <a:pt x="355733" y="266345"/>
                </a:cubicBezTo>
                <a:cubicBezTo>
                  <a:pt x="355733" y="277158"/>
                  <a:pt x="350303" y="287065"/>
                  <a:pt x="341205" y="292828"/>
                </a:cubicBezTo>
                <a:lnTo>
                  <a:pt x="235745" y="359703"/>
                </a:lnTo>
                <a:cubicBezTo>
                  <a:pt x="230649" y="362989"/>
                  <a:pt x="224790" y="364561"/>
                  <a:pt x="218978" y="364561"/>
                </a:cubicBezTo>
                <a:cubicBezTo>
                  <a:pt x="213739" y="364561"/>
                  <a:pt x="208547" y="363323"/>
                  <a:pt x="203831" y="360703"/>
                </a:cubicBezTo>
                <a:cubicBezTo>
                  <a:pt x="193828" y="355225"/>
                  <a:pt x="187588" y="344699"/>
                  <a:pt x="187588" y="333267"/>
                </a:cubicBezTo>
                <a:lnTo>
                  <a:pt x="187588" y="199471"/>
                </a:lnTo>
                <a:cubicBezTo>
                  <a:pt x="187588" y="188039"/>
                  <a:pt x="193828" y="177560"/>
                  <a:pt x="203831" y="172035"/>
                </a:cubicBezTo>
                <a:cubicBezTo>
                  <a:pt x="208880" y="169296"/>
                  <a:pt x="214453" y="168010"/>
                  <a:pt x="219973" y="168177"/>
                </a:cubicBezTo>
                <a:close/>
                <a:moveTo>
                  <a:pt x="123287" y="39523"/>
                </a:moveTo>
                <a:cubicBezTo>
                  <a:pt x="77096" y="39523"/>
                  <a:pt x="39524" y="77094"/>
                  <a:pt x="39524" y="123284"/>
                </a:cubicBezTo>
                <a:lnTo>
                  <a:pt x="39524" y="409473"/>
                </a:lnTo>
                <a:cubicBezTo>
                  <a:pt x="39524" y="455663"/>
                  <a:pt x="77096" y="493234"/>
                  <a:pt x="123287" y="493234"/>
                </a:cubicBezTo>
                <a:lnTo>
                  <a:pt x="387099" y="493234"/>
                </a:lnTo>
                <a:cubicBezTo>
                  <a:pt x="433290" y="493234"/>
                  <a:pt x="470862" y="455663"/>
                  <a:pt x="470862" y="409473"/>
                </a:cubicBezTo>
                <a:lnTo>
                  <a:pt x="470862" y="123284"/>
                </a:lnTo>
                <a:cubicBezTo>
                  <a:pt x="470862" y="77094"/>
                  <a:pt x="433290" y="39523"/>
                  <a:pt x="387099" y="39523"/>
                </a:cubicBezTo>
                <a:close/>
                <a:moveTo>
                  <a:pt x="123287" y="0"/>
                </a:moveTo>
                <a:lnTo>
                  <a:pt x="387099" y="0"/>
                </a:lnTo>
                <a:cubicBezTo>
                  <a:pt x="455100" y="0"/>
                  <a:pt x="510386" y="55333"/>
                  <a:pt x="510386" y="123284"/>
                </a:cubicBezTo>
                <a:lnTo>
                  <a:pt x="510386" y="409521"/>
                </a:lnTo>
                <a:cubicBezTo>
                  <a:pt x="510386" y="477520"/>
                  <a:pt x="455100" y="532805"/>
                  <a:pt x="387099" y="532805"/>
                </a:cubicBezTo>
                <a:lnTo>
                  <a:pt x="123287" y="532805"/>
                </a:lnTo>
                <a:cubicBezTo>
                  <a:pt x="55334" y="532805"/>
                  <a:pt x="0" y="477520"/>
                  <a:pt x="0" y="409521"/>
                </a:cubicBezTo>
                <a:lnTo>
                  <a:pt x="0" y="123284"/>
                </a:lnTo>
                <a:cubicBezTo>
                  <a:pt x="0" y="55333"/>
                  <a:pt x="55334" y="0"/>
                  <a:pt x="123287" y="0"/>
                </a:cubicBezTo>
                <a:close/>
              </a:path>
            </a:pathLst>
          </a:custGeom>
          <a:solidFill>
            <a:srgbClr val="FFFFFF"/>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solidFill>
                <a:srgbClr val="FFFFFF"/>
              </a:solidFill>
              <a:cs typeface="荆南缘默体" pitchFamily="2" charset="-122"/>
            </a:endParaRPr>
          </a:p>
        </p:txBody>
      </p:sp>
      <p:pic>
        <p:nvPicPr>
          <p:cNvPr id="5" name="图片 4" descr="E:/设计图片素材4/pexels-huy-phan-316220-2277385.jpgpexels-huy-phan-316220-2277385"/>
          <p:cNvPicPr>
            <a:picLocks noChangeAspect="1"/>
          </p:cNvPicPr>
          <p:nvPr>
            <p:custDataLst>
              <p:tags r:id="rId16"/>
            </p:custDataLst>
          </p:nvPr>
        </p:nvPicPr>
        <p:blipFill>
          <a:blip r:embed="rId17"/>
          <a:srcRect l="5288" r="5288"/>
          <a:stretch>
            <a:fillRect/>
          </a:stretch>
        </p:blipFill>
        <p:spPr>
          <a:xfrm>
            <a:off x="6177280" y="2006600"/>
            <a:ext cx="4929505" cy="3644265"/>
          </a:xfrm>
          <a:prstGeom prst="rect">
            <a:avLst/>
          </a:prstGeom>
          <a:solidFill>
            <a:schemeClr val="accent1"/>
          </a:solidFill>
        </p:spPr>
      </p:pic>
    </p:spTree>
    <p:custDataLst>
      <p:tags r:id="rId18"/>
    </p:custData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sym typeface="+mn-ea"/>
              </a:rPr>
              <a:t>政策通系列</a:t>
            </a:r>
            <a:endParaRPr lang="zh-CN" altLang="en-US"/>
          </a:p>
        </p:txBody>
      </p:sp>
      <p:sp>
        <p:nvSpPr>
          <p:cNvPr id="8" name="矩形 7"/>
          <p:cNvSpPr/>
          <p:nvPr>
            <p:custDataLst>
              <p:tags r:id="rId2"/>
            </p:custDataLst>
          </p:nvPr>
        </p:nvSpPr>
        <p:spPr>
          <a:xfrm>
            <a:off x="5284897" y="1419275"/>
            <a:ext cx="515492" cy="515160"/>
          </a:xfrm>
          <a:prstGeom prst="rect">
            <a:avLst/>
          </a:pr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3"/>
            </p:custDataLst>
          </p:nvPr>
        </p:nvSpPr>
        <p:spPr>
          <a:xfrm>
            <a:off x="598042" y="3910591"/>
            <a:ext cx="2217218" cy="234047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custDataLst>
              <p:tags r:id="rId4"/>
            </p:custDataLst>
          </p:nvPr>
        </p:nvPicPr>
        <p:blipFill rotWithShape="1">
          <a:blip r:embed="rId5"/>
          <a:srcRect l="23534" t="288" r="12126" b="-288"/>
          <a:stretch>
            <a:fillRect/>
          </a:stretch>
        </p:blipFill>
        <p:spPr>
          <a:xfrm>
            <a:off x="779780" y="1678305"/>
            <a:ext cx="4505325" cy="4410710"/>
          </a:xfrm>
          <a:custGeom>
            <a:avLst/>
            <a:gdLst>
              <a:gd name="connsiteX0" fmla="*/ 0 w 3823547"/>
              <a:gd name="connsiteY0" fmla="*/ 0 h 4347652"/>
              <a:gd name="connsiteX1" fmla="*/ 3823547 w 3823547"/>
              <a:gd name="connsiteY1" fmla="*/ 0 h 4347652"/>
              <a:gd name="connsiteX2" fmla="*/ 3823547 w 3823547"/>
              <a:gd name="connsiteY2" fmla="*/ 4347652 h 4347652"/>
              <a:gd name="connsiteX3" fmla="*/ 0 w 3823547"/>
              <a:gd name="connsiteY3" fmla="*/ 4347652 h 4347652"/>
            </a:gdLst>
            <a:ahLst/>
            <a:cxnLst>
              <a:cxn ang="0">
                <a:pos x="connsiteX0" y="connsiteY0"/>
              </a:cxn>
              <a:cxn ang="0">
                <a:pos x="connsiteX1" y="connsiteY1"/>
              </a:cxn>
              <a:cxn ang="0">
                <a:pos x="connsiteX2" y="connsiteY2"/>
              </a:cxn>
              <a:cxn ang="0">
                <a:pos x="connsiteX3" y="connsiteY3"/>
              </a:cxn>
            </a:cxnLst>
            <a:rect l="l" t="t" r="r" b="b"/>
            <a:pathLst>
              <a:path w="3823547" h="4347652">
                <a:moveTo>
                  <a:pt x="0" y="0"/>
                </a:moveTo>
                <a:lnTo>
                  <a:pt x="3823547" y="0"/>
                </a:lnTo>
                <a:lnTo>
                  <a:pt x="3823547" y="4347652"/>
                </a:lnTo>
                <a:lnTo>
                  <a:pt x="0" y="4347652"/>
                </a:lnTo>
                <a:close/>
              </a:path>
            </a:pathLst>
          </a:custGeom>
          <a:solidFill>
            <a:schemeClr val="accent1"/>
          </a:solidFill>
          <a:ln w="9525" cap="flat" cmpd="sng" algn="ctr">
            <a:solidFill>
              <a:schemeClr val="accent1">
                <a:alpha val="20000"/>
              </a:schemeClr>
            </a:solidFill>
            <a:prstDash val="solid"/>
            <a:round/>
            <a:headEnd type="none" w="med" len="med"/>
            <a:tailEnd type="none" w="med" len="med"/>
          </a:ln>
        </p:spPr>
      </p:pic>
      <p:sp>
        <p:nvSpPr>
          <p:cNvPr id="7" name="矩形 6"/>
          <p:cNvSpPr/>
          <p:nvPr>
            <p:custDataLst>
              <p:tags r:id="rId6"/>
            </p:custDataLst>
          </p:nvPr>
        </p:nvSpPr>
        <p:spPr>
          <a:xfrm>
            <a:off x="4888143" y="5350110"/>
            <a:ext cx="911730" cy="9111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custDataLst>
              <p:tags r:id="rId7"/>
            </p:custDataLst>
          </p:nvPr>
        </p:nvSpPr>
        <p:spPr>
          <a:xfrm>
            <a:off x="5142042" y="5636235"/>
            <a:ext cx="403933" cy="338893"/>
          </a:xfrm>
          <a:custGeom>
            <a:avLst/>
            <a:gdLst>
              <a:gd name="connsiteX0" fmla="*/ 407793 w 815585"/>
              <a:gd name="connsiteY0" fmla="*/ 291035 h 684263"/>
              <a:gd name="connsiteX1" fmla="*/ 291281 w 815585"/>
              <a:gd name="connsiteY1" fmla="*/ 407547 h 684263"/>
              <a:gd name="connsiteX2" fmla="*/ 407793 w 815585"/>
              <a:gd name="connsiteY2" fmla="*/ 524059 h 684263"/>
              <a:gd name="connsiteX3" fmla="*/ 524305 w 815585"/>
              <a:gd name="connsiteY3" fmla="*/ 407547 h 684263"/>
              <a:gd name="connsiteX4" fmla="*/ 407793 w 815585"/>
              <a:gd name="connsiteY4" fmla="*/ 291035 h 684263"/>
              <a:gd name="connsiteX5" fmla="*/ 153123 w 815585"/>
              <a:gd name="connsiteY5" fmla="*/ 252901 h 684263"/>
              <a:gd name="connsiteX6" fmla="*/ 122174 w 815585"/>
              <a:gd name="connsiteY6" fmla="*/ 283849 h 684263"/>
              <a:gd name="connsiteX7" fmla="*/ 153123 w 815585"/>
              <a:gd name="connsiteY7" fmla="*/ 314798 h 684263"/>
              <a:gd name="connsiteX8" fmla="*/ 184071 w 815585"/>
              <a:gd name="connsiteY8" fmla="*/ 283849 h 684263"/>
              <a:gd name="connsiteX9" fmla="*/ 153123 w 815585"/>
              <a:gd name="connsiteY9" fmla="*/ 252901 h 684263"/>
              <a:gd name="connsiteX10" fmla="*/ 407793 w 815585"/>
              <a:gd name="connsiteY10" fmla="*/ 232779 h 684263"/>
              <a:gd name="connsiteX11" fmla="*/ 582561 w 815585"/>
              <a:gd name="connsiteY11" fmla="*/ 407547 h 684263"/>
              <a:gd name="connsiteX12" fmla="*/ 407793 w 815585"/>
              <a:gd name="connsiteY12" fmla="*/ 582315 h 684263"/>
              <a:gd name="connsiteX13" fmla="*/ 233025 w 815585"/>
              <a:gd name="connsiteY13" fmla="*/ 407547 h 684263"/>
              <a:gd name="connsiteX14" fmla="*/ 407793 w 815585"/>
              <a:gd name="connsiteY14" fmla="*/ 232779 h 684263"/>
              <a:gd name="connsiteX15" fmla="*/ 153123 w 815585"/>
              <a:gd name="connsiteY15" fmla="*/ 212850 h 684263"/>
              <a:gd name="connsiteX16" fmla="*/ 224122 w 815585"/>
              <a:gd name="connsiteY16" fmla="*/ 283849 h 684263"/>
              <a:gd name="connsiteX17" fmla="*/ 153123 w 815585"/>
              <a:gd name="connsiteY17" fmla="*/ 354849 h 684263"/>
              <a:gd name="connsiteX18" fmla="*/ 82123 w 815585"/>
              <a:gd name="connsiteY18" fmla="*/ 283849 h 684263"/>
              <a:gd name="connsiteX19" fmla="*/ 153123 w 815585"/>
              <a:gd name="connsiteY19" fmla="*/ 212850 h 684263"/>
              <a:gd name="connsiteX20" fmla="*/ 58256 w 815585"/>
              <a:gd name="connsiteY20" fmla="*/ 189087 h 684263"/>
              <a:gd name="connsiteX21" fmla="*/ 58256 w 815585"/>
              <a:gd name="connsiteY21" fmla="*/ 626007 h 684263"/>
              <a:gd name="connsiteX22" fmla="*/ 757329 w 815585"/>
              <a:gd name="connsiteY22" fmla="*/ 626007 h 684263"/>
              <a:gd name="connsiteX23" fmla="*/ 757329 w 815585"/>
              <a:gd name="connsiteY23" fmla="*/ 189087 h 684263"/>
              <a:gd name="connsiteX24" fmla="*/ 568461 w 815585"/>
              <a:gd name="connsiteY24" fmla="*/ 189087 h 684263"/>
              <a:gd name="connsiteX25" fmla="*/ 567998 w 815585"/>
              <a:gd name="connsiteY25" fmla="*/ 189333 h 684263"/>
              <a:gd name="connsiteX26" fmla="*/ 247589 w 815585"/>
              <a:gd name="connsiteY26" fmla="*/ 189333 h 684263"/>
              <a:gd name="connsiteX27" fmla="*/ 247128 w 815585"/>
              <a:gd name="connsiteY27" fmla="*/ 189087 h 684263"/>
              <a:gd name="connsiteX28" fmla="*/ 646059 w 815585"/>
              <a:gd name="connsiteY28" fmla="*/ 100107 h 684263"/>
              <a:gd name="connsiteX29" fmla="*/ 646059 w 815585"/>
              <a:gd name="connsiteY29" fmla="*/ 130831 h 684263"/>
              <a:gd name="connsiteX30" fmla="*/ 729802 w 815585"/>
              <a:gd name="connsiteY30" fmla="*/ 130831 h 684263"/>
              <a:gd name="connsiteX31" fmla="*/ 729802 w 815585"/>
              <a:gd name="connsiteY31" fmla="*/ 100107 h 684263"/>
              <a:gd name="connsiteX32" fmla="*/ 320573 w 815585"/>
              <a:gd name="connsiteY32" fmla="*/ 58256 h 684263"/>
              <a:gd name="connsiteX33" fmla="*/ 291008 w 815585"/>
              <a:gd name="connsiteY33" fmla="*/ 130831 h 684263"/>
              <a:gd name="connsiteX34" fmla="*/ 524579 w 815585"/>
              <a:gd name="connsiteY34" fmla="*/ 130831 h 684263"/>
              <a:gd name="connsiteX35" fmla="*/ 495014 w 815585"/>
              <a:gd name="connsiteY35" fmla="*/ 58256 h 684263"/>
              <a:gd name="connsiteX36" fmla="*/ 300994 w 815585"/>
              <a:gd name="connsiteY36" fmla="*/ 0 h 684263"/>
              <a:gd name="connsiteX37" fmla="*/ 514593 w 815585"/>
              <a:gd name="connsiteY37" fmla="*/ 0 h 684263"/>
              <a:gd name="connsiteX38" fmla="*/ 541600 w 815585"/>
              <a:gd name="connsiteY38" fmla="*/ 18142 h 684263"/>
              <a:gd name="connsiteX39" fmla="*/ 587506 w 815585"/>
              <a:gd name="connsiteY39" fmla="*/ 130831 h 684263"/>
              <a:gd name="connsiteX40" fmla="*/ 606008 w 815585"/>
              <a:gd name="connsiteY40" fmla="*/ 130831 h 684263"/>
              <a:gd name="connsiteX41" fmla="*/ 606008 w 815585"/>
              <a:gd name="connsiteY41" fmla="*/ 80082 h 684263"/>
              <a:gd name="connsiteX42" fmla="*/ 626034 w 815585"/>
              <a:gd name="connsiteY42" fmla="*/ 60056 h 684263"/>
              <a:gd name="connsiteX43" fmla="*/ 749828 w 815585"/>
              <a:gd name="connsiteY43" fmla="*/ 60056 h 684263"/>
              <a:gd name="connsiteX44" fmla="*/ 769853 w 815585"/>
              <a:gd name="connsiteY44" fmla="*/ 80082 h 684263"/>
              <a:gd name="connsiteX45" fmla="*/ 769853 w 815585"/>
              <a:gd name="connsiteY45" fmla="*/ 130831 h 684263"/>
              <a:gd name="connsiteX46" fmla="*/ 786457 w 815585"/>
              <a:gd name="connsiteY46" fmla="*/ 130831 h 684263"/>
              <a:gd name="connsiteX47" fmla="*/ 815585 w 815585"/>
              <a:gd name="connsiteY47" fmla="*/ 159959 h 684263"/>
              <a:gd name="connsiteX48" fmla="*/ 815585 w 815585"/>
              <a:gd name="connsiteY48" fmla="*/ 655135 h 684263"/>
              <a:gd name="connsiteX49" fmla="*/ 786457 w 815585"/>
              <a:gd name="connsiteY49" fmla="*/ 684263 h 684263"/>
              <a:gd name="connsiteX50" fmla="*/ 29128 w 815585"/>
              <a:gd name="connsiteY50" fmla="*/ 684263 h 684263"/>
              <a:gd name="connsiteX51" fmla="*/ 0 w 815585"/>
              <a:gd name="connsiteY51" fmla="*/ 655135 h 684263"/>
              <a:gd name="connsiteX52" fmla="*/ 0 w 815585"/>
              <a:gd name="connsiteY52" fmla="*/ 159959 h 684263"/>
              <a:gd name="connsiteX53" fmla="*/ 29128 w 815585"/>
              <a:gd name="connsiteY53" fmla="*/ 130831 h 684263"/>
              <a:gd name="connsiteX54" fmla="*/ 228109 w 815585"/>
              <a:gd name="connsiteY54" fmla="*/ 130831 h 684263"/>
              <a:gd name="connsiteX55" fmla="*/ 274014 w 815585"/>
              <a:gd name="connsiteY55" fmla="*/ 18142 h 684263"/>
              <a:gd name="connsiteX56" fmla="*/ 300994 w 815585"/>
              <a:gd name="connsiteY56" fmla="*/ 0 h 684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815585" h="684263">
                <a:moveTo>
                  <a:pt x="407793" y="291035"/>
                </a:moveTo>
                <a:cubicBezTo>
                  <a:pt x="343446" y="291035"/>
                  <a:pt x="291281" y="343199"/>
                  <a:pt x="291281" y="407547"/>
                </a:cubicBezTo>
                <a:cubicBezTo>
                  <a:pt x="291281" y="471894"/>
                  <a:pt x="343446" y="524059"/>
                  <a:pt x="407793" y="524059"/>
                </a:cubicBezTo>
                <a:cubicBezTo>
                  <a:pt x="472141" y="524059"/>
                  <a:pt x="524305" y="471894"/>
                  <a:pt x="524305" y="407547"/>
                </a:cubicBezTo>
                <a:cubicBezTo>
                  <a:pt x="524235" y="343228"/>
                  <a:pt x="472112" y="291105"/>
                  <a:pt x="407793" y="291035"/>
                </a:cubicBezTo>
                <a:close/>
                <a:moveTo>
                  <a:pt x="153123" y="252901"/>
                </a:moveTo>
                <a:cubicBezTo>
                  <a:pt x="136030" y="252901"/>
                  <a:pt x="122174" y="266757"/>
                  <a:pt x="122174" y="283849"/>
                </a:cubicBezTo>
                <a:cubicBezTo>
                  <a:pt x="122174" y="300942"/>
                  <a:pt x="136030" y="314798"/>
                  <a:pt x="153123" y="314798"/>
                </a:cubicBezTo>
                <a:cubicBezTo>
                  <a:pt x="170215" y="314798"/>
                  <a:pt x="184071" y="300942"/>
                  <a:pt x="184071" y="283849"/>
                </a:cubicBezTo>
                <a:cubicBezTo>
                  <a:pt x="184071" y="266757"/>
                  <a:pt x="170215" y="252901"/>
                  <a:pt x="153123" y="252901"/>
                </a:cubicBezTo>
                <a:close/>
                <a:moveTo>
                  <a:pt x="407793" y="232779"/>
                </a:moveTo>
                <a:cubicBezTo>
                  <a:pt x="504162" y="232779"/>
                  <a:pt x="582561" y="311179"/>
                  <a:pt x="582561" y="407547"/>
                </a:cubicBezTo>
                <a:cubicBezTo>
                  <a:pt x="582561" y="503915"/>
                  <a:pt x="504162" y="582315"/>
                  <a:pt x="407793" y="582315"/>
                </a:cubicBezTo>
                <a:cubicBezTo>
                  <a:pt x="311425" y="582315"/>
                  <a:pt x="233025" y="503915"/>
                  <a:pt x="233025" y="407547"/>
                </a:cubicBezTo>
                <a:cubicBezTo>
                  <a:pt x="233025" y="311179"/>
                  <a:pt x="311425" y="232779"/>
                  <a:pt x="407793" y="232779"/>
                </a:cubicBezTo>
                <a:close/>
                <a:moveTo>
                  <a:pt x="153123" y="212850"/>
                </a:moveTo>
                <a:cubicBezTo>
                  <a:pt x="192334" y="212850"/>
                  <a:pt x="224122" y="244638"/>
                  <a:pt x="224122" y="283849"/>
                </a:cubicBezTo>
                <a:cubicBezTo>
                  <a:pt x="224077" y="323043"/>
                  <a:pt x="192316" y="354803"/>
                  <a:pt x="153123" y="354849"/>
                </a:cubicBezTo>
                <a:cubicBezTo>
                  <a:pt x="113911" y="354849"/>
                  <a:pt x="82123" y="323061"/>
                  <a:pt x="82123" y="283849"/>
                </a:cubicBezTo>
                <a:cubicBezTo>
                  <a:pt x="82123" y="244638"/>
                  <a:pt x="113911" y="212850"/>
                  <a:pt x="153123" y="212850"/>
                </a:cubicBezTo>
                <a:close/>
                <a:moveTo>
                  <a:pt x="58256" y="189087"/>
                </a:moveTo>
                <a:lnTo>
                  <a:pt x="58256" y="626007"/>
                </a:lnTo>
                <a:lnTo>
                  <a:pt x="757329" y="626007"/>
                </a:lnTo>
                <a:lnTo>
                  <a:pt x="757329" y="189087"/>
                </a:lnTo>
                <a:lnTo>
                  <a:pt x="568461" y="189087"/>
                </a:lnTo>
                <a:lnTo>
                  <a:pt x="567998" y="189333"/>
                </a:lnTo>
                <a:lnTo>
                  <a:pt x="247589" y="189333"/>
                </a:lnTo>
                <a:lnTo>
                  <a:pt x="247128" y="189087"/>
                </a:lnTo>
                <a:close/>
                <a:moveTo>
                  <a:pt x="646059" y="100107"/>
                </a:moveTo>
                <a:lnTo>
                  <a:pt x="646059" y="130831"/>
                </a:lnTo>
                <a:lnTo>
                  <a:pt x="729802" y="130831"/>
                </a:lnTo>
                <a:lnTo>
                  <a:pt x="729802" y="100107"/>
                </a:lnTo>
                <a:close/>
                <a:moveTo>
                  <a:pt x="320573" y="58256"/>
                </a:moveTo>
                <a:lnTo>
                  <a:pt x="291008" y="130831"/>
                </a:lnTo>
                <a:lnTo>
                  <a:pt x="524579" y="130831"/>
                </a:lnTo>
                <a:lnTo>
                  <a:pt x="495014" y="58256"/>
                </a:lnTo>
                <a:close/>
                <a:moveTo>
                  <a:pt x="300994" y="0"/>
                </a:moveTo>
                <a:lnTo>
                  <a:pt x="514593" y="0"/>
                </a:lnTo>
                <a:cubicBezTo>
                  <a:pt x="526448" y="-12"/>
                  <a:pt x="537128" y="7162"/>
                  <a:pt x="541600" y="18142"/>
                </a:cubicBezTo>
                <a:lnTo>
                  <a:pt x="587506" y="130831"/>
                </a:lnTo>
                <a:lnTo>
                  <a:pt x="606008" y="130831"/>
                </a:lnTo>
                <a:lnTo>
                  <a:pt x="606008" y="80082"/>
                </a:lnTo>
                <a:cubicBezTo>
                  <a:pt x="606008" y="69022"/>
                  <a:pt x="614974" y="60056"/>
                  <a:pt x="626034" y="60056"/>
                </a:cubicBezTo>
                <a:lnTo>
                  <a:pt x="749828" y="60056"/>
                </a:lnTo>
                <a:cubicBezTo>
                  <a:pt x="760887" y="60056"/>
                  <a:pt x="769853" y="69022"/>
                  <a:pt x="769853" y="80082"/>
                </a:cubicBezTo>
                <a:lnTo>
                  <a:pt x="769853" y="130831"/>
                </a:lnTo>
                <a:lnTo>
                  <a:pt x="786457" y="130831"/>
                </a:lnTo>
                <a:cubicBezTo>
                  <a:pt x="802544" y="130831"/>
                  <a:pt x="815585" y="143872"/>
                  <a:pt x="815585" y="159959"/>
                </a:cubicBezTo>
                <a:lnTo>
                  <a:pt x="815585" y="655135"/>
                </a:lnTo>
                <a:cubicBezTo>
                  <a:pt x="815585" y="671222"/>
                  <a:pt x="802544" y="684263"/>
                  <a:pt x="786457" y="684263"/>
                </a:cubicBezTo>
                <a:lnTo>
                  <a:pt x="29128" y="684263"/>
                </a:lnTo>
                <a:cubicBezTo>
                  <a:pt x="13041" y="684263"/>
                  <a:pt x="0" y="671222"/>
                  <a:pt x="0" y="655135"/>
                </a:cubicBezTo>
                <a:lnTo>
                  <a:pt x="0" y="159959"/>
                </a:lnTo>
                <a:cubicBezTo>
                  <a:pt x="0" y="143872"/>
                  <a:pt x="13041" y="130831"/>
                  <a:pt x="29128" y="130831"/>
                </a:cubicBezTo>
                <a:lnTo>
                  <a:pt x="228109" y="130831"/>
                </a:lnTo>
                <a:lnTo>
                  <a:pt x="274014" y="18142"/>
                </a:lnTo>
                <a:cubicBezTo>
                  <a:pt x="278481" y="7171"/>
                  <a:pt x="289149" y="-1"/>
                  <a:pt x="300994" y="0"/>
                </a:cubicBezTo>
                <a:close/>
              </a:path>
            </a:pathLst>
          </a:custGeom>
          <a:solidFill>
            <a:srgbClr val="FFFFFF"/>
          </a:solidFill>
          <a:ln w="904" cap="flat">
            <a:noFill/>
            <a:prstDash val="solid"/>
            <a:miter/>
          </a:ln>
        </p:spPr>
        <p:txBody>
          <a:bodyPr rtlCol="0" anchor="ctr"/>
          <a:lstStyle/>
          <a:p>
            <a:endParaRPr lang="zh-CN" altLang="en-US"/>
          </a:p>
        </p:txBody>
      </p:sp>
      <p:sp>
        <p:nvSpPr>
          <p:cNvPr id="5" name="边界"/>
          <p:cNvSpPr/>
          <p:nvPr>
            <p:custDataLst>
              <p:tags r:id="rId8"/>
            </p:custDataLst>
          </p:nvPr>
        </p:nvSpPr>
        <p:spPr>
          <a:xfrm>
            <a:off x="6356985" y="1583055"/>
            <a:ext cx="5183505" cy="4573905"/>
          </a:xfrm>
          <a:prstGeom prst="rect">
            <a:avLst/>
          </a:prstGeom>
          <a:solidFill>
            <a:srgbClr val="FFFFFF">
              <a:alpha val="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pic>
        <p:nvPicPr>
          <p:cNvPr id="6" name="图片 22" descr="333639373138363b343435303739363bd2b5cef1bcbcc4dc"/>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6363970" y="1979930"/>
            <a:ext cx="403860" cy="403860"/>
          </a:xfrm>
          <a:prstGeom prst="rect">
            <a:avLst/>
          </a:prstGeom>
          <a:effectLst>
            <a:outerShdw blurRad="228600" dist="38100" dir="2700000" algn="tl" rotWithShape="0">
              <a:schemeClr val="accent1">
                <a:alpha val="15000"/>
              </a:schemeClr>
            </a:outerShdw>
          </a:effectLst>
        </p:spPr>
      </p:pic>
      <p:sp>
        <p:nvSpPr>
          <p:cNvPr id="10" name="文本框 8"/>
          <p:cNvSpPr txBox="1"/>
          <p:nvPr>
            <p:custDataLst>
              <p:tags r:id="rId12"/>
            </p:custDataLst>
          </p:nvPr>
        </p:nvSpPr>
        <p:spPr>
          <a:xfrm>
            <a:off x="7045960" y="1783080"/>
            <a:ext cx="4542790" cy="1197610"/>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30000"/>
              </a:lnSpc>
            </a:pPr>
            <a:r>
              <a:rPr lang="zh-CN" altLang="en-US" sz="2000" kern="0" spc="0" dirty="0">
                <a:ln>
                  <a:noFill/>
                  <a:prstDash val="sysDot"/>
                </a:ln>
                <a:solidFill>
                  <a:schemeClr val="tx1">
                    <a:lumMod val="85000"/>
                    <a:lumOff val="15000"/>
                  </a:schemeClr>
                </a:solidFill>
                <a:latin typeface="+mn-ea"/>
                <a:ea typeface="+mn-ea"/>
                <a:sym typeface="+mn-ea"/>
              </a:rPr>
              <a:t>聚焦政策法规的专业解读服务，系统梳理和深度解读相关政策法规。</a:t>
            </a:r>
            <a:endParaRPr lang="zh-CN" altLang="en-US" sz="2000" kern="0" spc="0" dirty="0">
              <a:ln>
                <a:noFill/>
                <a:prstDash val="sysDot"/>
              </a:ln>
              <a:solidFill>
                <a:schemeClr val="tx1">
                  <a:lumMod val="85000"/>
                  <a:lumOff val="15000"/>
                </a:schemeClr>
              </a:solidFill>
              <a:latin typeface="+mn-ea"/>
              <a:ea typeface="+mn-ea"/>
              <a:sym typeface="+mn-ea"/>
            </a:endParaRPr>
          </a:p>
          <a:p>
            <a:pPr indent="0" fontAlgn="auto">
              <a:lnSpc>
                <a:spcPct val="130000"/>
              </a:lnSpc>
            </a:pPr>
            <a:endParaRPr lang="zh-CN" altLang="en-US" sz="2000" kern="0" spc="0" dirty="0">
              <a:ln>
                <a:noFill/>
                <a:prstDash val="sysDot"/>
              </a:ln>
              <a:solidFill>
                <a:schemeClr val="tx1">
                  <a:lumMod val="85000"/>
                  <a:lumOff val="15000"/>
                </a:schemeClr>
              </a:solidFill>
              <a:latin typeface="+mn-ea"/>
              <a:ea typeface="+mn-ea"/>
              <a:sym typeface="+mn-ea"/>
            </a:endParaRPr>
          </a:p>
        </p:txBody>
      </p:sp>
      <p:pic>
        <p:nvPicPr>
          <p:cNvPr id="11" name="图片 25" descr="333639373138363b343435303831323bbacbcbe3b9a4d7f7"/>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6365240" y="5358130"/>
            <a:ext cx="401320" cy="401320"/>
          </a:xfrm>
          <a:prstGeom prst="rect">
            <a:avLst/>
          </a:prstGeom>
          <a:effectLst>
            <a:outerShdw blurRad="228600" dist="38100" dir="2700000" algn="tl" rotWithShape="0">
              <a:schemeClr val="accent1">
                <a:alpha val="15000"/>
              </a:schemeClr>
            </a:outerShdw>
          </a:effectLst>
        </p:spPr>
      </p:pic>
      <p:sp>
        <p:nvSpPr>
          <p:cNvPr id="12" name="文本框 8"/>
          <p:cNvSpPr txBox="1"/>
          <p:nvPr>
            <p:custDataLst>
              <p:tags r:id="rId16"/>
            </p:custDataLst>
          </p:nvPr>
        </p:nvSpPr>
        <p:spPr>
          <a:xfrm>
            <a:off x="6997065" y="5206365"/>
            <a:ext cx="4542790" cy="1197610"/>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40000"/>
              </a:lnSpc>
            </a:pPr>
            <a:r>
              <a:rPr lang="zh-CN" altLang="en-US" sz="2000">
                <a:sym typeface="+mn-ea"/>
              </a:rPr>
              <a:t>政策变化时第一时间更新并推送预警，提供政策对比功能。</a:t>
            </a:r>
            <a:endParaRPr lang="zh-CN" altLang="en-US" sz="2000"/>
          </a:p>
          <a:p>
            <a:pPr indent="0" fontAlgn="auto">
              <a:lnSpc>
                <a:spcPct val="140000"/>
              </a:lnSpc>
            </a:pPr>
            <a:endParaRPr lang="zh-CN" altLang="en-US" sz="2000" kern="0" dirty="0">
              <a:ln>
                <a:noFill/>
                <a:prstDash val="sysDot"/>
              </a:ln>
              <a:solidFill>
                <a:schemeClr val="tx1">
                  <a:lumMod val="85000"/>
                  <a:lumOff val="15000"/>
                </a:schemeClr>
              </a:solidFill>
              <a:latin typeface="+mn-ea"/>
              <a:sym typeface="+mn-ea"/>
            </a:endParaRPr>
          </a:p>
        </p:txBody>
      </p:sp>
      <p:pic>
        <p:nvPicPr>
          <p:cNvPr id="13" name="图片 27" descr="333639373138363b343435303831343bb9b5cda8b9dcc0ed"/>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6363970" y="3668395"/>
            <a:ext cx="403860" cy="403860"/>
          </a:xfrm>
          <a:prstGeom prst="rect">
            <a:avLst/>
          </a:prstGeom>
          <a:effectLst>
            <a:outerShdw blurRad="228600" dist="38100" dir="2700000" algn="tl" rotWithShape="0">
              <a:schemeClr val="accent1">
                <a:alpha val="15000"/>
              </a:schemeClr>
            </a:outerShdw>
          </a:effectLst>
        </p:spPr>
      </p:pic>
      <p:sp>
        <p:nvSpPr>
          <p:cNvPr id="14" name="文本框 8"/>
          <p:cNvSpPr txBox="1"/>
          <p:nvPr>
            <p:custDataLst>
              <p:tags r:id="rId20"/>
            </p:custDataLst>
          </p:nvPr>
        </p:nvSpPr>
        <p:spPr>
          <a:xfrm>
            <a:off x="7045960" y="3395345"/>
            <a:ext cx="4542790" cy="1197610"/>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40000"/>
              </a:lnSpc>
            </a:pPr>
            <a:r>
              <a:rPr lang="zh-CN" altLang="en-US" sz="2000">
                <a:sym typeface="+mn-ea"/>
              </a:rPr>
              <a:t>涵盖中国对非政策、非洲各国投资法律、双边经贸协定、国际贸易规则，并提供对应政策解读</a:t>
            </a:r>
            <a:endParaRPr lang="zh-CN" altLang="en-US" sz="2000"/>
          </a:p>
          <a:p>
            <a:pPr indent="0" fontAlgn="auto">
              <a:lnSpc>
                <a:spcPct val="140000"/>
              </a:lnSpc>
            </a:pPr>
            <a:endParaRPr lang="zh-CN" altLang="en-US" sz="2000" kern="0" dirty="0">
              <a:ln>
                <a:noFill/>
                <a:prstDash val="sysDot"/>
              </a:ln>
              <a:solidFill>
                <a:schemeClr val="tx1">
                  <a:lumMod val="85000"/>
                  <a:lumOff val="15000"/>
                </a:schemeClr>
              </a:solidFill>
              <a:latin typeface="+mn-ea"/>
              <a:sym typeface="+mn-ea"/>
            </a:endParaRPr>
          </a:p>
        </p:txBody>
      </p:sp>
      <p:cxnSp>
        <p:nvCxnSpPr>
          <p:cNvPr id="15" name="直接连接符 14"/>
          <p:cNvCxnSpPr/>
          <p:nvPr>
            <p:custDataLst>
              <p:tags r:id="rId21"/>
            </p:custDataLst>
          </p:nvPr>
        </p:nvCxnSpPr>
        <p:spPr>
          <a:xfrm>
            <a:off x="6997290" y="3026410"/>
            <a:ext cx="4543200" cy="0"/>
          </a:xfrm>
          <a:prstGeom prst="line">
            <a:avLst/>
          </a:prstGeom>
          <a:ln w="9525">
            <a:solidFill>
              <a:schemeClr val="tx1">
                <a:lumMod val="65000"/>
                <a:lumOff val="35000"/>
                <a:alpha val="35000"/>
              </a:schemeClr>
            </a:solidFill>
          </a:ln>
        </p:spPr>
        <p:style>
          <a:lnRef idx="2">
            <a:schemeClr val="accent1"/>
          </a:lnRef>
          <a:fillRef idx="0">
            <a:srgbClr val="FFFFFF"/>
          </a:fillRef>
          <a:effectRef idx="0">
            <a:srgbClr val="FFFFFF"/>
          </a:effectRef>
          <a:fontRef idx="minor">
            <a:schemeClr val="tx1"/>
          </a:fontRef>
        </p:style>
      </p:cxnSp>
      <p:cxnSp>
        <p:nvCxnSpPr>
          <p:cNvPr id="16" name="直接连接符 15"/>
          <p:cNvCxnSpPr/>
          <p:nvPr>
            <p:custDataLst>
              <p:tags r:id="rId22"/>
            </p:custDataLst>
          </p:nvPr>
        </p:nvCxnSpPr>
        <p:spPr>
          <a:xfrm>
            <a:off x="6997925" y="4715510"/>
            <a:ext cx="4543200" cy="0"/>
          </a:xfrm>
          <a:prstGeom prst="line">
            <a:avLst/>
          </a:prstGeom>
          <a:ln w="9525">
            <a:solidFill>
              <a:schemeClr val="tx1">
                <a:lumMod val="65000"/>
                <a:lumOff val="35000"/>
                <a:alpha val="35000"/>
              </a:schemeClr>
            </a:solidFill>
          </a:ln>
        </p:spPr>
        <p:style>
          <a:lnRef idx="2">
            <a:schemeClr val="accent1"/>
          </a:lnRef>
          <a:fillRef idx="0">
            <a:srgbClr val="FFFFFF"/>
          </a:fillRef>
          <a:effectRef idx="0">
            <a:srgbClr val="FFFFFF"/>
          </a:effectRef>
          <a:fontRef idx="minor">
            <a:schemeClr val="tx1"/>
          </a:fontRef>
        </p:style>
      </p:cxnSp>
    </p:spTree>
    <p:custDataLst>
      <p:tags r:id="rId2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custDataLst>
              <p:tags r:id="rId1"/>
            </p:custDataLst>
          </p:nvPr>
        </p:nvSpPr>
        <p:spPr>
          <a:xfrm>
            <a:off x="6068060" y="1559560"/>
            <a:ext cx="5100320" cy="4224020"/>
          </a:xfrm>
          <a:prstGeom prst="rect">
            <a:avLst/>
          </a:prstGeom>
          <a:gradFill>
            <a:gsLst>
              <a:gs pos="0">
                <a:schemeClr val="accent1">
                  <a:lumMod val="60000"/>
                  <a:lumOff val="40000"/>
                  <a:alpha val="35000"/>
                </a:schemeClr>
              </a:gs>
              <a:gs pos="100000">
                <a:schemeClr val="accent1">
                  <a:alpha val="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 1"/>
          <p:cNvSpPr>
            <a:spLocks noGrp="1"/>
          </p:cNvSpPr>
          <p:nvPr>
            <p:ph type="title"/>
            <p:custDataLst>
              <p:tags r:id="rId2"/>
            </p:custDataLst>
          </p:nvPr>
        </p:nvSpPr>
        <p:spPr/>
        <p:txBody>
          <a:bodyPr/>
          <a:lstStyle/>
          <a:p>
            <a:r>
              <a:rPr lang="zh-CN" altLang="en-US">
                <a:sym typeface="+mn-ea"/>
              </a:rPr>
              <a:t>研究通系列</a:t>
            </a:r>
            <a:endParaRPr lang="zh-CN" altLang="en-US"/>
          </a:p>
        </p:txBody>
      </p:sp>
      <p:sp>
        <p:nvSpPr>
          <p:cNvPr id="63" name="文本框 62"/>
          <p:cNvSpPr txBox="1"/>
          <p:nvPr>
            <p:custDataLst>
              <p:tags r:id="rId3"/>
            </p:custDataLst>
          </p:nvPr>
        </p:nvSpPr>
        <p:spPr>
          <a:xfrm>
            <a:off x="609600" y="2476500"/>
            <a:ext cx="4959350" cy="2823845"/>
          </a:xfrm>
          <a:prstGeom prst="rect">
            <a:avLst/>
          </a:prstGeom>
          <a:noFill/>
        </p:spPr>
        <p:txBody>
          <a:bodyPr wrap="square" lIns="0" tIns="0" rIns="0" bIns="0" rtlCol="0">
            <a:normAutofit fontScale="90000" lnSpcReduction="10000"/>
          </a:bodyPr>
          <a:lstStyle/>
          <a:p>
            <a:pPr indent="0" algn="l" fontAlgn="auto">
              <a:lnSpc>
                <a:spcPct val="150000"/>
              </a:lnSpc>
            </a:pPr>
            <a:r>
              <a:rPr lang="en-US" altLang="zh-CN" sz="2000" kern="0" dirty="0">
                <a:ln>
                  <a:noFill/>
                  <a:prstDash val="sysDot"/>
                </a:ln>
                <a:solidFill>
                  <a:schemeClr val="tx1">
                    <a:lumMod val="85000"/>
                    <a:lumOff val="15000"/>
                  </a:schemeClr>
                </a:solidFill>
                <a:latin typeface="+mn-ea"/>
                <a:sym typeface="+mn-ea"/>
              </a:rPr>
              <a:t>“</a:t>
            </a:r>
            <a:r>
              <a:rPr lang="zh-CN" altLang="en-US" sz="2000" kern="0" dirty="0">
                <a:ln>
                  <a:noFill/>
                  <a:prstDash val="sysDot"/>
                </a:ln>
                <a:solidFill>
                  <a:schemeClr val="tx1">
                    <a:lumMod val="85000"/>
                    <a:lumOff val="15000"/>
                  </a:schemeClr>
                </a:solidFill>
                <a:latin typeface="+mn-ea"/>
                <a:sym typeface="+mn-ea"/>
              </a:rPr>
              <a:t>研究通</a:t>
            </a:r>
            <a:r>
              <a:rPr lang="en-US" altLang="zh-CN" sz="2000" kern="0" dirty="0">
                <a:ln>
                  <a:noFill/>
                  <a:prstDash val="sysDot"/>
                </a:ln>
                <a:solidFill>
                  <a:schemeClr val="tx1">
                    <a:lumMod val="85000"/>
                    <a:lumOff val="15000"/>
                  </a:schemeClr>
                </a:solidFill>
                <a:latin typeface="+mn-ea"/>
                <a:sym typeface="+mn-ea"/>
              </a:rPr>
              <a:t>”</a:t>
            </a:r>
            <a:r>
              <a:rPr lang="zh-CN" altLang="en-US" sz="2000" kern="0" dirty="0">
                <a:ln>
                  <a:noFill/>
                  <a:prstDash val="sysDot"/>
                </a:ln>
                <a:solidFill>
                  <a:schemeClr val="tx1">
                    <a:lumMod val="85000"/>
                    <a:lumOff val="15000"/>
                  </a:schemeClr>
                </a:solidFill>
                <a:latin typeface="+mn-ea"/>
                <a:sym typeface="+mn-ea"/>
              </a:rPr>
              <a:t>系列聚焦学术研究的数据文献服务。该系列面向高校科研机构、智库研究人员、政府部门等用户，提供中非经贸领域的文献检索、数据查询、研究动态追踪等服务。系统汇集国内外顶级期刊论文、权威研究报告、博士学位论文等高质量学术资源，支持按主题、作者、机构、时间等多维度检索。</a:t>
            </a:r>
            <a:endParaRPr lang="zh-CN" altLang="en-US" sz="2000" kern="0" dirty="0">
              <a:ln>
                <a:noFill/>
                <a:prstDash val="sysDot"/>
              </a:ln>
              <a:solidFill>
                <a:schemeClr val="tx1">
                  <a:lumMod val="85000"/>
                  <a:lumOff val="15000"/>
                </a:schemeClr>
              </a:solidFill>
              <a:latin typeface="+mn-ea"/>
              <a:sym typeface="+mn-ea"/>
            </a:endParaRPr>
          </a:p>
        </p:txBody>
      </p:sp>
      <p:sp>
        <p:nvSpPr>
          <p:cNvPr id="6" name="装饰"/>
          <p:cNvSpPr/>
          <p:nvPr>
            <p:custDataLst>
              <p:tags r:id="rId4"/>
            </p:custDataLst>
          </p:nvPr>
        </p:nvSpPr>
        <p:spPr>
          <a:xfrm rot="10800000">
            <a:off x="609600" y="1805305"/>
            <a:ext cx="438150" cy="379095"/>
          </a:xfrm>
          <a:custGeom>
            <a:avLst/>
            <a:gdLst/>
            <a:ahLst/>
            <a:cxnLst/>
            <a:rect l="l" t="t" r="r" b="b"/>
            <a:pathLst>
              <a:path w="14292586" h="12354751">
                <a:moveTo>
                  <a:pt x="1" y="0"/>
                </a:moveTo>
                <a:lnTo>
                  <a:pt x="6016804" y="0"/>
                </a:lnTo>
                <a:lnTo>
                  <a:pt x="6016804" y="4339700"/>
                </a:lnTo>
                <a:cubicBezTo>
                  <a:pt x="6016804" y="6110134"/>
                  <a:pt x="5863353" y="7499112"/>
                  <a:pt x="5556444" y="8506676"/>
                </a:cubicBezTo>
                <a:cubicBezTo>
                  <a:pt x="5249537" y="9514240"/>
                  <a:pt x="4930378" y="10186854"/>
                  <a:pt x="4095301" y="10992906"/>
                </a:cubicBezTo>
                <a:cubicBezTo>
                  <a:pt x="3260225" y="11798956"/>
                  <a:pt x="2680814" y="12040837"/>
                  <a:pt x="1455066" y="12354750"/>
                </a:cubicBezTo>
                <a:lnTo>
                  <a:pt x="598736" y="10512869"/>
                </a:lnTo>
                <a:cubicBezTo>
                  <a:pt x="1455066" y="10185628"/>
                  <a:pt x="1976770" y="10039677"/>
                  <a:pt x="2781416" y="9204842"/>
                </a:cubicBezTo>
                <a:cubicBezTo>
                  <a:pt x="3586062" y="8370008"/>
                  <a:pt x="3645413" y="7562531"/>
                  <a:pt x="3645413" y="6868493"/>
                </a:cubicBezTo>
                <a:lnTo>
                  <a:pt x="1" y="6868493"/>
                </a:lnTo>
                <a:close/>
                <a:moveTo>
                  <a:pt x="8275783" y="0"/>
                </a:moveTo>
                <a:lnTo>
                  <a:pt x="14292586" y="0"/>
                </a:lnTo>
                <a:lnTo>
                  <a:pt x="14292586" y="4339700"/>
                </a:lnTo>
                <a:cubicBezTo>
                  <a:pt x="14292586" y="6110134"/>
                  <a:pt x="14139135" y="7499112"/>
                  <a:pt x="13832227" y="8506676"/>
                </a:cubicBezTo>
                <a:cubicBezTo>
                  <a:pt x="13525318" y="9514240"/>
                  <a:pt x="13206159" y="10186854"/>
                  <a:pt x="12371083" y="10992906"/>
                </a:cubicBezTo>
                <a:cubicBezTo>
                  <a:pt x="11536006" y="11798956"/>
                  <a:pt x="10956597" y="12040837"/>
                  <a:pt x="9730848" y="12354750"/>
                </a:cubicBezTo>
                <a:lnTo>
                  <a:pt x="8874518" y="10512869"/>
                </a:lnTo>
                <a:cubicBezTo>
                  <a:pt x="9730848" y="10185628"/>
                  <a:pt x="10252552" y="10039677"/>
                  <a:pt x="11057198" y="9204842"/>
                </a:cubicBezTo>
                <a:cubicBezTo>
                  <a:pt x="11861845" y="8370008"/>
                  <a:pt x="11921195" y="7562531"/>
                  <a:pt x="11921195" y="6868493"/>
                </a:cubicBezTo>
                <a:lnTo>
                  <a:pt x="8275783" y="6868493"/>
                </a:lnTo>
                <a:close/>
              </a:path>
            </a:pathLst>
          </a:custGeom>
          <a:solidFill>
            <a:schemeClr val="accent1">
              <a:lumMod val="60000"/>
              <a:lumOff val="40000"/>
              <a:alpha val="5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28" name="直接连接符 27"/>
          <p:cNvCxnSpPr/>
          <p:nvPr>
            <p:custDataLst>
              <p:tags r:id="rId5"/>
            </p:custDataLst>
          </p:nvPr>
        </p:nvCxnSpPr>
        <p:spPr>
          <a:xfrm>
            <a:off x="609600" y="5602605"/>
            <a:ext cx="4859020" cy="0"/>
          </a:xfrm>
          <a:prstGeom prst="line">
            <a:avLst/>
          </a:prstGeom>
          <a:ln w="25400">
            <a:solidFill>
              <a:schemeClr val="accent1">
                <a:lumMod val="60000"/>
                <a:lumOff val="40000"/>
                <a:alpha val="50000"/>
              </a:schemeClr>
            </a:solidFill>
          </a:ln>
        </p:spPr>
        <p:style>
          <a:lnRef idx="2">
            <a:schemeClr val="accent1"/>
          </a:lnRef>
          <a:fillRef idx="0">
            <a:srgbClr val="FFFFFF"/>
          </a:fillRef>
          <a:effectRef idx="0">
            <a:srgbClr val="FFFFFF"/>
          </a:effectRef>
          <a:fontRef idx="minor">
            <a:schemeClr val="tx1"/>
          </a:fontRef>
        </p:style>
      </p:cxnSp>
      <p:pic>
        <p:nvPicPr>
          <p:cNvPr id="4" name="图片 3" descr="F:/素材图片5/jimeng-2025-07-22-5245-两瓶洗发水放置在枯木和青苔背景前，周围洗发水周围放有的丹参、艾叶，上方画面大面积_.jpgjimeng-2025-07-22-5245-两瓶洗发水放置在枯木和青苔背景前，周围洗发水周围放有的丹参、艾叶，上方画面大面积_"/>
          <p:cNvPicPr>
            <a:picLocks noChangeAspect="1"/>
          </p:cNvPicPr>
          <p:nvPr>
            <p:custDataLst>
              <p:tags r:id="rId6"/>
            </p:custDataLst>
          </p:nvPr>
        </p:nvPicPr>
        <p:blipFill>
          <a:blip r:embed="rId7"/>
          <a:srcRect l="19626" r="918"/>
          <a:stretch>
            <a:fillRect/>
          </a:stretch>
        </p:blipFill>
        <p:spPr>
          <a:xfrm>
            <a:off x="6331268" y="1804988"/>
            <a:ext cx="4573905" cy="3736975"/>
          </a:xfrm>
          <a:custGeom>
            <a:avLst/>
            <a:gdLst/>
            <a:ahLst/>
            <a:cxnLst>
              <a:cxn ang="3">
                <a:pos x="hc" y="t"/>
              </a:cxn>
              <a:cxn ang="cd2">
                <a:pos x="l" y="vc"/>
              </a:cxn>
              <a:cxn ang="cd4">
                <a:pos x="hc" y="b"/>
              </a:cxn>
              <a:cxn ang="0">
                <a:pos x="r" y="vc"/>
              </a:cxn>
            </a:cxnLst>
            <a:rect l="l" t="t" r="r" b="b"/>
            <a:pathLst>
              <a:path w="7203" h="5885">
                <a:moveTo>
                  <a:pt x="0" y="0"/>
                </a:moveTo>
                <a:lnTo>
                  <a:pt x="7203" y="0"/>
                </a:lnTo>
                <a:lnTo>
                  <a:pt x="7203" y="5885"/>
                </a:lnTo>
                <a:lnTo>
                  <a:pt x="0" y="5885"/>
                </a:lnTo>
                <a:lnTo>
                  <a:pt x="0" y="0"/>
                </a:lnTo>
                <a:close/>
              </a:path>
            </a:pathLst>
          </a:custGeom>
          <a:solidFill>
            <a:schemeClr val="accent1"/>
          </a:solidFill>
          <a:ln w="22225">
            <a:gradFill>
              <a:gsLst>
                <a:gs pos="0">
                  <a:schemeClr val="accent1"/>
                </a:gs>
                <a:gs pos="100000">
                  <a:schemeClr val="accent1">
                    <a:lumMod val="60000"/>
                    <a:lumOff val="40000"/>
                    <a:alpha val="0"/>
                  </a:schemeClr>
                </a:gs>
              </a:gsLst>
              <a:lin ang="5400000" scaled="1"/>
            </a:gradFill>
          </a:ln>
          <a:effectLst>
            <a:reflection blurRad="12700" stA="24000" endA="300" endPos="19000" dir="5400000" sy="-100000" algn="bl" rotWithShape="0"/>
          </a:effectLst>
        </p:spPr>
      </p:pic>
    </p:spTree>
    <p:custDataLst>
      <p:tags r:id="rId8"/>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标题 27"/>
          <p:cNvSpPr>
            <a:spLocks noGrp="1"/>
          </p:cNvSpPr>
          <p:nvPr>
            <p:ph type="title"/>
            <p:custDataLst>
              <p:tags r:id="rId1"/>
            </p:custDataLst>
          </p:nvPr>
        </p:nvSpPr>
        <p:spPr/>
        <p:txBody>
          <a:bodyPr>
            <a:normAutofit/>
          </a:bodyPr>
          <a:lstStyle/>
          <a:p>
            <a:r>
              <a:rPr lang="zh-CN" altLang="en-US">
                <a:sym typeface="+mn-ea"/>
              </a:rPr>
              <a:t>资讯通系列</a:t>
            </a:r>
            <a:endParaRPr lang="zh-CN" altLang="en-US"/>
          </a:p>
        </p:txBody>
      </p:sp>
      <p:sp>
        <p:nvSpPr>
          <p:cNvPr id="23" name="圆角矩形 22"/>
          <p:cNvSpPr/>
          <p:nvPr>
            <p:custDataLst>
              <p:tags r:id="rId2"/>
            </p:custDataLst>
          </p:nvPr>
        </p:nvSpPr>
        <p:spPr>
          <a:xfrm>
            <a:off x="6657340" y="3404235"/>
            <a:ext cx="4648200" cy="2860040"/>
          </a:xfrm>
          <a:prstGeom prst="roundRect">
            <a:avLst>
              <a:gd name="adj" fmla="val 7029"/>
            </a:avLst>
          </a:prstGeom>
          <a:solidFill>
            <a:schemeClr val="accent1">
              <a:lumMod val="60000"/>
              <a:lumOff val="4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24" name="圆角矩形 23"/>
          <p:cNvSpPr/>
          <p:nvPr>
            <p:custDataLst>
              <p:tags r:id="rId3"/>
            </p:custDataLst>
          </p:nvPr>
        </p:nvSpPr>
        <p:spPr>
          <a:xfrm>
            <a:off x="6513830" y="3078480"/>
            <a:ext cx="4936490" cy="3037840"/>
          </a:xfrm>
          <a:prstGeom prst="roundRect">
            <a:avLst>
              <a:gd name="adj" fmla="val 7029"/>
            </a:avLst>
          </a:prstGeom>
          <a:solidFill>
            <a:schemeClr val="accent1">
              <a:lumMod val="60000"/>
              <a:lumOff val="40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25" name="圆角矩形 24"/>
          <p:cNvSpPr/>
          <p:nvPr>
            <p:custDataLst>
              <p:tags r:id="rId4"/>
            </p:custDataLst>
          </p:nvPr>
        </p:nvSpPr>
        <p:spPr>
          <a:xfrm>
            <a:off x="6381115" y="1689100"/>
            <a:ext cx="5200650" cy="4258945"/>
          </a:xfrm>
          <a:prstGeom prst="roundRect">
            <a:avLst>
              <a:gd name="adj" fmla="val 947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pic>
        <p:nvPicPr>
          <p:cNvPr id="31" name="图片 30" descr="E:/工作文件/临时素材/VCG211387634253.jpgVCG211387634253"/>
          <p:cNvPicPr>
            <a:picLocks noChangeAspect="1"/>
          </p:cNvPicPr>
          <p:nvPr>
            <p:custDataLst>
              <p:tags r:id="rId5"/>
            </p:custDataLst>
          </p:nvPr>
        </p:nvPicPr>
        <p:blipFill>
          <a:blip r:embed="rId6"/>
          <a:srcRect l="18668" t="-1238" r="1215" b="1238"/>
          <a:stretch>
            <a:fillRect/>
          </a:stretch>
        </p:blipFill>
        <p:spPr>
          <a:xfrm>
            <a:off x="6584950" y="1868805"/>
            <a:ext cx="4792345" cy="3899535"/>
          </a:xfrm>
          <a:prstGeom prst="roundRect">
            <a:avLst>
              <a:gd name="adj" fmla="val 10072"/>
            </a:avLst>
          </a:prstGeom>
          <a:solidFill>
            <a:schemeClr val="accent1">
              <a:alpha val="0"/>
            </a:schemeClr>
          </a:solidFill>
          <a:ln>
            <a:solidFill>
              <a:schemeClr val="accent1">
                <a:alpha val="20000"/>
              </a:schemeClr>
            </a:solidFill>
          </a:ln>
        </p:spPr>
      </p:pic>
      <p:sp>
        <p:nvSpPr>
          <p:cNvPr id="6" name="边界"/>
          <p:cNvSpPr/>
          <p:nvPr>
            <p:custDataLst>
              <p:tags r:id="rId7"/>
            </p:custDataLst>
          </p:nvPr>
        </p:nvSpPr>
        <p:spPr>
          <a:xfrm>
            <a:off x="594678" y="1649095"/>
            <a:ext cx="5183505" cy="4573905"/>
          </a:xfrm>
          <a:prstGeom prst="rect">
            <a:avLst/>
          </a:prstGeom>
          <a:solidFill>
            <a:srgbClr val="FFFFFF">
              <a:alpha val="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87" name="正文"/>
          <p:cNvSpPr txBox="1"/>
          <p:nvPr>
            <p:custDataLst>
              <p:tags r:id="rId8"/>
            </p:custDataLst>
          </p:nvPr>
        </p:nvSpPr>
        <p:spPr>
          <a:xfrm>
            <a:off x="1242695" y="2493010"/>
            <a:ext cx="4526915" cy="1163955"/>
          </a:xfrm>
          <a:prstGeom prst="rect">
            <a:avLst/>
          </a:prstGeom>
          <a:noFill/>
        </p:spPr>
        <p:txBody>
          <a:bodyPr wrap="square" lIns="0" tIns="0" rIns="0" bIns="0" rtlCol="0" anchor="t" anchorCtr="0">
            <a:noAutofit/>
          </a:bodyPr>
          <a:lstStyle/>
          <a:p>
            <a:pPr indent="0" algn="just" fontAlgn="auto">
              <a:lnSpc>
                <a:spcPct val="150000"/>
              </a:lnSpc>
              <a:spcBef>
                <a:spcPts val="0"/>
              </a:spcBef>
              <a:spcAft>
                <a:spcPts val="0"/>
              </a:spcAft>
            </a:pPr>
            <a:r>
              <a:rPr lang="en-US" altLang="zh-CN" sz="1600" kern="0" dirty="0">
                <a:ln>
                  <a:noFill/>
                  <a:prstDash val="sysDot"/>
                </a:ln>
                <a:solidFill>
                  <a:schemeClr val="tx1">
                    <a:lumMod val="85000"/>
                    <a:lumOff val="15000"/>
                  </a:schemeClr>
                </a:solidFill>
                <a:latin typeface="+mn-ea"/>
                <a:sym typeface="+mn-ea"/>
              </a:rPr>
              <a:t>“</a:t>
            </a:r>
            <a:r>
              <a:rPr lang="zh-CN" altLang="en-US" sz="1600" kern="0" dirty="0">
                <a:ln>
                  <a:noFill/>
                  <a:prstDash val="sysDot"/>
                </a:ln>
                <a:solidFill>
                  <a:schemeClr val="tx1">
                    <a:lumMod val="85000"/>
                    <a:lumOff val="15000"/>
                  </a:schemeClr>
                </a:solidFill>
                <a:latin typeface="+mn-ea"/>
                <a:sym typeface="+mn-ea"/>
              </a:rPr>
              <a:t>资讯通</a:t>
            </a:r>
            <a:r>
              <a:rPr lang="en-US" altLang="zh-CN" sz="1600" kern="0" dirty="0">
                <a:ln>
                  <a:noFill/>
                  <a:prstDash val="sysDot"/>
                </a:ln>
                <a:solidFill>
                  <a:schemeClr val="tx1">
                    <a:lumMod val="85000"/>
                    <a:lumOff val="15000"/>
                  </a:schemeClr>
                </a:solidFill>
                <a:latin typeface="+mn-ea"/>
                <a:sym typeface="+mn-ea"/>
              </a:rPr>
              <a:t>”</a:t>
            </a:r>
            <a:r>
              <a:rPr lang="zh-CN" altLang="en-US" sz="1600" kern="0" dirty="0">
                <a:ln>
                  <a:noFill/>
                  <a:prstDash val="sysDot"/>
                </a:ln>
                <a:solidFill>
                  <a:schemeClr val="tx1">
                    <a:lumMod val="85000"/>
                    <a:lumOff val="15000"/>
                  </a:schemeClr>
                </a:solidFill>
                <a:latin typeface="+mn-ea"/>
                <a:sym typeface="+mn-ea"/>
              </a:rPr>
              <a:t>系列聚焦实时动态的信息推送服务。该系列持续追踪中非经贸领域的最新动态，包括政策发布、项目签约、市场变化、风险事件等信息。</a:t>
            </a:r>
            <a:endParaRPr lang="zh-CN" altLang="en-US" sz="1600" kern="0" dirty="0">
              <a:ln>
                <a:noFill/>
                <a:prstDash val="sysDot"/>
              </a:ln>
              <a:solidFill>
                <a:schemeClr val="tx1">
                  <a:lumMod val="85000"/>
                  <a:lumOff val="15000"/>
                </a:schemeClr>
              </a:solidFill>
              <a:latin typeface="+mn-ea"/>
              <a:sym typeface="+mn-ea"/>
            </a:endParaRPr>
          </a:p>
        </p:txBody>
      </p:sp>
      <p:sp>
        <p:nvSpPr>
          <p:cNvPr id="88" name="标题"/>
          <p:cNvSpPr txBox="1"/>
          <p:nvPr>
            <p:custDataLst>
              <p:tags r:id="rId9"/>
            </p:custDataLst>
          </p:nvPr>
        </p:nvSpPr>
        <p:spPr>
          <a:xfrm>
            <a:off x="1242695" y="2056130"/>
            <a:ext cx="4526280" cy="440690"/>
          </a:xfrm>
          <a:prstGeom prst="rect">
            <a:avLst/>
          </a:prstGeom>
          <a:noFill/>
        </p:spPr>
        <p:txBody>
          <a:bodyPr wrap="square" lIns="0" tIns="0" rIns="0" bIns="71755" rtlCol="0" anchor="b" anchorCtr="0">
            <a:noAutofit/>
          </a:bodyPr>
          <a:lstStyle/>
          <a:p>
            <a:pPr indent="0" algn="l" fontAlgn="auto">
              <a:lnSpc>
                <a:spcPct val="120000"/>
              </a:lnSpc>
            </a:pPr>
            <a:r>
              <a:rPr lang="zh-CN" altLang="en-US" sz="2000" b="1" dirty="0">
                <a:solidFill>
                  <a:schemeClr val="tx1">
                    <a:lumMod val="85000"/>
                    <a:lumOff val="15000"/>
                  </a:schemeClr>
                </a:solidFill>
                <a:uFillTx/>
                <a:latin typeface="+mn-ea"/>
                <a:sym typeface="+mn-ea"/>
              </a:rPr>
              <a:t>核心定位</a:t>
            </a:r>
            <a:endParaRPr lang="zh-CN" altLang="en-US" sz="2000" b="1" dirty="0">
              <a:solidFill>
                <a:schemeClr val="tx1">
                  <a:lumMod val="85000"/>
                  <a:lumOff val="15000"/>
                </a:schemeClr>
              </a:solidFill>
              <a:uFillTx/>
              <a:latin typeface="+mn-ea"/>
              <a:sym typeface="+mn-ea"/>
            </a:endParaRPr>
          </a:p>
        </p:txBody>
      </p:sp>
      <p:sp>
        <p:nvSpPr>
          <p:cNvPr id="89" name="圆角矩形 88"/>
          <p:cNvSpPr>
            <a:spLocks noChangeAspect="1"/>
          </p:cNvSpPr>
          <p:nvPr>
            <p:custDataLst>
              <p:tags r:id="rId10"/>
            </p:custDataLst>
          </p:nvPr>
        </p:nvSpPr>
        <p:spPr>
          <a:xfrm>
            <a:off x="603885" y="2128520"/>
            <a:ext cx="469265" cy="467995"/>
          </a:xfrm>
          <a:prstGeom prst="roundRect">
            <a:avLst>
              <a:gd name="adj" fmla="val 10363"/>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en-US" altLang="zh-CN" sz="2000" b="1">
              <a:latin typeface="+mn-ea"/>
              <a:cs typeface="微软雅黑" panose="020B0503020204020204" charset="-122"/>
              <a:sym typeface="+mn-ea"/>
            </a:endParaRPr>
          </a:p>
        </p:txBody>
      </p:sp>
      <p:pic>
        <p:nvPicPr>
          <p:cNvPr id="90" name="图片 89" descr="32313538333935363b32313538333934333bb6d4bbb0"/>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712470" y="2236470"/>
            <a:ext cx="252095" cy="252095"/>
          </a:xfrm>
          <a:prstGeom prst="rect">
            <a:avLst/>
          </a:prstGeom>
        </p:spPr>
      </p:pic>
      <p:sp>
        <p:nvSpPr>
          <p:cNvPr id="44" name="正文"/>
          <p:cNvSpPr txBox="1"/>
          <p:nvPr>
            <p:custDataLst>
              <p:tags r:id="rId14"/>
            </p:custDataLst>
          </p:nvPr>
        </p:nvSpPr>
        <p:spPr>
          <a:xfrm>
            <a:off x="1242695" y="4752975"/>
            <a:ext cx="4526915" cy="1163955"/>
          </a:xfrm>
          <a:prstGeom prst="rect">
            <a:avLst/>
          </a:prstGeom>
          <a:noFill/>
        </p:spPr>
        <p:txBody>
          <a:bodyPr wrap="square" lIns="0" tIns="0" rIns="0" bIns="0" rtlCol="0" anchor="t" anchorCtr="0">
            <a:noAutofit/>
          </a:bodyPr>
          <a:lstStyle/>
          <a:p>
            <a:pPr indent="0" algn="just" fontAlgn="auto">
              <a:lnSpc>
                <a:spcPct val="150000"/>
              </a:lnSpc>
              <a:spcBef>
                <a:spcPts val="0"/>
              </a:spcBef>
              <a:spcAft>
                <a:spcPts val="0"/>
              </a:spcAft>
            </a:pPr>
            <a:r>
              <a:rPr lang="zh-CN" altLang="en-US" sz="1600" kern="0" dirty="0">
                <a:ln>
                  <a:noFill/>
                  <a:prstDash val="sysDot"/>
                </a:ln>
                <a:solidFill>
                  <a:schemeClr val="tx1">
                    <a:lumMod val="85000"/>
                    <a:lumOff val="15000"/>
                  </a:schemeClr>
                </a:solidFill>
                <a:latin typeface="+mn-ea"/>
                <a:sym typeface="+mn-ea"/>
              </a:rPr>
              <a:t>系统通过自然语言处理技术自动识别重要信息，按照用户订阅的国家、行业、主题进行个性化推送。资讯通提供日报、周报、专题报告等多种形式，用户可根据需求灵活订阅。</a:t>
            </a:r>
            <a:endParaRPr lang="zh-CN" altLang="en-US" sz="1600" kern="0" dirty="0">
              <a:ln>
                <a:noFill/>
                <a:prstDash val="sysDot"/>
              </a:ln>
              <a:solidFill>
                <a:schemeClr val="tx1">
                  <a:lumMod val="85000"/>
                  <a:lumOff val="15000"/>
                </a:schemeClr>
              </a:solidFill>
              <a:latin typeface="+mn-ea"/>
              <a:sym typeface="+mn-ea"/>
            </a:endParaRPr>
          </a:p>
        </p:txBody>
      </p:sp>
      <p:sp>
        <p:nvSpPr>
          <p:cNvPr id="45" name="标题"/>
          <p:cNvSpPr txBox="1"/>
          <p:nvPr>
            <p:custDataLst>
              <p:tags r:id="rId15"/>
            </p:custDataLst>
          </p:nvPr>
        </p:nvSpPr>
        <p:spPr>
          <a:xfrm>
            <a:off x="1242695" y="4316095"/>
            <a:ext cx="4526280" cy="440690"/>
          </a:xfrm>
          <a:prstGeom prst="rect">
            <a:avLst/>
          </a:prstGeom>
          <a:noFill/>
        </p:spPr>
        <p:txBody>
          <a:bodyPr wrap="square" lIns="0" tIns="0" rIns="0" bIns="71755" rtlCol="0" anchor="b" anchorCtr="0">
            <a:noAutofit/>
          </a:bodyPr>
          <a:lstStyle/>
          <a:p>
            <a:pPr indent="0" algn="l" fontAlgn="auto">
              <a:lnSpc>
                <a:spcPct val="120000"/>
              </a:lnSpc>
            </a:pPr>
            <a:r>
              <a:rPr lang="zh-CN" altLang="en-US" sz="2000" b="1" dirty="0">
                <a:solidFill>
                  <a:schemeClr val="tx1">
                    <a:lumMod val="85000"/>
                    <a:lumOff val="15000"/>
                  </a:schemeClr>
                </a:solidFill>
                <a:uFillTx/>
                <a:latin typeface="+mn-ea"/>
                <a:sym typeface="+mn-ea"/>
              </a:rPr>
              <a:t>服务形式</a:t>
            </a:r>
            <a:endParaRPr lang="zh-CN" altLang="en-US" sz="2000" b="1" dirty="0">
              <a:solidFill>
                <a:schemeClr val="tx1">
                  <a:lumMod val="85000"/>
                  <a:lumOff val="15000"/>
                </a:schemeClr>
              </a:solidFill>
              <a:uFillTx/>
              <a:latin typeface="+mn-ea"/>
              <a:sym typeface="+mn-ea"/>
            </a:endParaRPr>
          </a:p>
        </p:txBody>
      </p:sp>
      <p:sp>
        <p:nvSpPr>
          <p:cNvPr id="53" name="圆角矩形 52"/>
          <p:cNvSpPr>
            <a:spLocks noChangeAspect="1"/>
          </p:cNvSpPr>
          <p:nvPr>
            <p:custDataLst>
              <p:tags r:id="rId16"/>
            </p:custDataLst>
          </p:nvPr>
        </p:nvSpPr>
        <p:spPr>
          <a:xfrm>
            <a:off x="603885" y="4388485"/>
            <a:ext cx="469265" cy="467995"/>
          </a:xfrm>
          <a:prstGeom prst="roundRect">
            <a:avLst>
              <a:gd name="adj" fmla="val 10363"/>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en-US" altLang="zh-CN" sz="2000" b="1">
              <a:latin typeface="+mn-ea"/>
              <a:cs typeface="微软雅黑" panose="020B0503020204020204" charset="-122"/>
              <a:sym typeface="+mn-ea"/>
            </a:endParaRPr>
          </a:p>
        </p:txBody>
      </p:sp>
      <p:pic>
        <p:nvPicPr>
          <p:cNvPr id="54" name="图片 53" descr="32313538333935363b32313538333934373bcec4bcfebcd0"/>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712470" y="4496435"/>
            <a:ext cx="252095" cy="252095"/>
          </a:xfrm>
          <a:prstGeom prst="rect">
            <a:avLst/>
          </a:prstGeom>
        </p:spPr>
      </p:pic>
    </p:spTree>
    <p:custDataLst>
      <p:tags r:id="rId20"/>
    </p:custData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占位符 4"/>
          <p:cNvSpPr>
            <a:spLocks noGrp="1"/>
          </p:cNvSpPr>
          <p:nvPr>
            <p:ph type="body" idx="16387"/>
            <p:custDataLst>
              <p:tags r:id="rId1"/>
            </p:custDataLst>
          </p:nvPr>
        </p:nvSpPr>
        <p:spPr/>
        <p:txBody>
          <a:bodyPr/>
          <a:p>
            <a:endParaRPr lang="zh-CN" altLang="en-US"/>
          </a:p>
        </p:txBody>
      </p:sp>
      <p:sp>
        <p:nvSpPr>
          <p:cNvPr id="3" name="标题 1"/>
          <p:cNvSpPr>
            <a:spLocks noGrp="1"/>
          </p:cNvSpPr>
          <p:nvPr>
            <p:ph type="title" idx="16385"/>
            <p:custDataLst>
              <p:tags r:id="rId2"/>
            </p:custDataLst>
          </p:nvPr>
        </p:nvSpPr>
        <p:spPr/>
        <p:txBody>
          <a:bodyPr>
            <a:normAutofit/>
          </a:bodyPr>
          <a:p>
            <a:r>
              <a:rPr lang="zh-CN" altLang="en-US">
                <a:sym typeface="+mn-ea"/>
              </a:rPr>
              <a:t>市场初步应用与意义</a:t>
            </a:r>
            <a:endParaRPr lang="zh-CN" altLang="en-US"/>
          </a:p>
        </p:txBody>
      </p:sp>
      <p:sp>
        <p:nvSpPr>
          <p:cNvPr id="4" name="文本占位符 6"/>
          <p:cNvSpPr>
            <a:spLocks noGrp="1"/>
          </p:cNvSpPr>
          <p:nvPr>
            <p:ph type="body" idx="16386"/>
            <p:custDataLst>
              <p:tags r:id="rId3"/>
            </p:custDataLst>
          </p:nvPr>
        </p:nvSpPr>
        <p:spPr/>
        <p:txBody>
          <a:bodyPr>
            <a:scene3d>
              <a:camera prst="orthographicFront"/>
              <a:lightRig rig="threePt" dir="t"/>
            </a:scene3d>
          </a:bodyPr>
          <a:p>
            <a:r>
              <a:rPr lang="en-US" altLang="en-US">
                <a:solidFill>
                  <a:schemeClr val="accent1"/>
                </a:solidFill>
                <a:effectLst>
                  <a:outerShdw blurRad="38100" dist="25400" dir="5400000" algn="ctr" rotWithShape="0">
                    <a:srgbClr val="6E747A">
                      <a:alpha val="43000"/>
                    </a:srgbClr>
                  </a:outerShdw>
                </a:effectLst>
              </a:rPr>
              <a:t>04</a:t>
            </a:r>
            <a:endParaRPr lang="en-US" altLang="en-US">
              <a:solidFill>
                <a:schemeClr val="accent1"/>
              </a:solidFill>
              <a:effectLst>
                <a:outerShdw blurRad="38100" dist="25400" dir="5400000" algn="ctr" rotWithShape="0">
                  <a:srgbClr val="6E747A">
                    <a:alpha val="43000"/>
                  </a:srgbClr>
                </a:outerShdw>
              </a:effectLst>
            </a:endParaRPr>
          </a:p>
        </p:txBody>
      </p:sp>
    </p:spTree>
    <p:custDataLst>
      <p:tags r:id="rId4"/>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任意多边形: 形状 45"/>
          <p:cNvSpPr/>
          <p:nvPr>
            <p:custDataLst>
              <p:tags r:id="rId1"/>
            </p:custDataLst>
          </p:nvPr>
        </p:nvSpPr>
        <p:spPr>
          <a:xfrm>
            <a:off x="5809554" y="4578838"/>
            <a:ext cx="2719539" cy="1430389"/>
          </a:xfrm>
          <a:custGeom>
            <a:avLst/>
            <a:gdLst>
              <a:gd name="connsiteX0" fmla="*/ 1334340 w 2668680"/>
              <a:gd name="connsiteY0" fmla="*/ 1534736 h 1534735"/>
              <a:gd name="connsiteX1" fmla="*/ 0 w 2668680"/>
              <a:gd name="connsiteY1" fmla="*/ 757593 h 1534735"/>
              <a:gd name="connsiteX2" fmla="*/ 1334340 w 2668680"/>
              <a:gd name="connsiteY2" fmla="*/ 0 h 1534735"/>
              <a:gd name="connsiteX3" fmla="*/ 2668681 w 2668680"/>
              <a:gd name="connsiteY3" fmla="*/ 762480 h 1534735"/>
            </a:gdLst>
            <a:ahLst/>
            <a:cxnLst>
              <a:cxn ang="0">
                <a:pos x="connsiteX0" y="connsiteY0"/>
              </a:cxn>
              <a:cxn ang="0">
                <a:pos x="connsiteX1" y="connsiteY1"/>
              </a:cxn>
              <a:cxn ang="0">
                <a:pos x="connsiteX2" y="connsiteY2"/>
              </a:cxn>
              <a:cxn ang="0">
                <a:pos x="connsiteX3" y="connsiteY3"/>
              </a:cxn>
            </a:cxnLst>
            <a:rect l="l" t="t" r="r" b="b"/>
            <a:pathLst>
              <a:path w="2668680" h="1534735">
                <a:moveTo>
                  <a:pt x="1334340" y="1534736"/>
                </a:moveTo>
                <a:lnTo>
                  <a:pt x="0" y="757593"/>
                </a:lnTo>
                <a:lnTo>
                  <a:pt x="1334340" y="0"/>
                </a:lnTo>
                <a:lnTo>
                  <a:pt x="2668681" y="762480"/>
                </a:lnTo>
                <a:close/>
              </a:path>
            </a:pathLst>
          </a:custGeom>
          <a:gradFill>
            <a:gsLst>
              <a:gs pos="100000">
                <a:schemeClr val="accent1">
                  <a:lumMod val="60000"/>
                  <a:lumOff val="40000"/>
                </a:schemeClr>
              </a:gs>
              <a:gs pos="35000">
                <a:schemeClr val="accent1">
                  <a:lumMod val="85000"/>
                  <a:lumOff val="15000"/>
                </a:schemeClr>
              </a:gs>
            </a:gsLst>
            <a:lin ang="10800000" scaled="0"/>
          </a:gradFill>
          <a:ln w="16291" cap="flat">
            <a:noFill/>
            <a:prstDash val="solid"/>
            <a:miter/>
          </a:ln>
        </p:spPr>
        <p:txBody>
          <a:bodyPr rtlCol="0" anchor="ctr"/>
          <a:lstStyle/>
          <a:p>
            <a:endParaRPr lang="zh-CN" altLang="en-US"/>
          </a:p>
        </p:txBody>
      </p:sp>
      <p:sp>
        <p:nvSpPr>
          <p:cNvPr id="52" name="任意多边形: 形状 51"/>
          <p:cNvSpPr/>
          <p:nvPr>
            <p:custDataLst>
              <p:tags r:id="rId2"/>
            </p:custDataLst>
          </p:nvPr>
        </p:nvSpPr>
        <p:spPr>
          <a:xfrm>
            <a:off x="6330881" y="4850642"/>
            <a:ext cx="1676883" cy="886781"/>
          </a:xfrm>
          <a:custGeom>
            <a:avLst/>
            <a:gdLst>
              <a:gd name="connsiteX0" fmla="*/ 826020 w 1645523"/>
              <a:gd name="connsiteY0" fmla="*/ 951471 h 951471"/>
              <a:gd name="connsiteX1" fmla="*/ 0 w 1645523"/>
              <a:gd name="connsiteY1" fmla="*/ 457814 h 951471"/>
              <a:gd name="connsiteX2" fmla="*/ 817874 w 1645523"/>
              <a:gd name="connsiteY2" fmla="*/ 0 h 951471"/>
              <a:gd name="connsiteX3" fmla="*/ 1645523 w 1645523"/>
              <a:gd name="connsiteY3" fmla="*/ 469219 h 951471"/>
            </a:gdLst>
            <a:ahLst/>
            <a:cxnLst>
              <a:cxn ang="0">
                <a:pos x="connsiteX0" y="connsiteY0"/>
              </a:cxn>
              <a:cxn ang="0">
                <a:pos x="connsiteX1" y="connsiteY1"/>
              </a:cxn>
              <a:cxn ang="0">
                <a:pos x="connsiteX2" y="connsiteY2"/>
              </a:cxn>
              <a:cxn ang="0">
                <a:pos x="connsiteX3" y="connsiteY3"/>
              </a:cxn>
            </a:cxnLst>
            <a:rect l="l" t="t" r="r" b="b"/>
            <a:pathLst>
              <a:path w="1645523" h="951471">
                <a:moveTo>
                  <a:pt x="826020" y="951471"/>
                </a:moveTo>
                <a:lnTo>
                  <a:pt x="0" y="457814"/>
                </a:lnTo>
                <a:lnTo>
                  <a:pt x="817874" y="0"/>
                </a:lnTo>
                <a:lnTo>
                  <a:pt x="1645523" y="469219"/>
                </a:lnTo>
                <a:close/>
              </a:path>
            </a:pathLst>
          </a:custGeom>
          <a:solidFill>
            <a:srgbClr val="FFFFFF"/>
          </a:solidFill>
          <a:ln w="16291" cap="flat">
            <a:noFill/>
            <a:prstDash val="solid"/>
            <a:miter/>
          </a:ln>
        </p:spPr>
        <p:txBody>
          <a:bodyPr rtlCol="0" anchor="ctr"/>
          <a:lstStyle/>
          <a:p>
            <a:endParaRPr lang="zh-CN" altLang="en-US"/>
          </a:p>
        </p:txBody>
      </p:sp>
      <p:sp>
        <p:nvSpPr>
          <p:cNvPr id="53" name="任意多边形: 形状 52"/>
          <p:cNvSpPr/>
          <p:nvPr>
            <p:custDataLst>
              <p:tags r:id="rId3"/>
            </p:custDataLst>
          </p:nvPr>
        </p:nvSpPr>
        <p:spPr>
          <a:xfrm>
            <a:off x="7169323" y="3099857"/>
            <a:ext cx="2717878" cy="1430389"/>
          </a:xfrm>
          <a:custGeom>
            <a:avLst/>
            <a:gdLst>
              <a:gd name="connsiteX0" fmla="*/ 1334340 w 2667051"/>
              <a:gd name="connsiteY0" fmla="*/ 1534736 h 1534735"/>
              <a:gd name="connsiteX1" fmla="*/ 0 w 2667051"/>
              <a:gd name="connsiteY1" fmla="*/ 757592 h 1534735"/>
              <a:gd name="connsiteX2" fmla="*/ 1334340 w 2667051"/>
              <a:gd name="connsiteY2" fmla="*/ 0 h 1534735"/>
              <a:gd name="connsiteX3" fmla="*/ 2667052 w 2667051"/>
              <a:gd name="connsiteY3" fmla="*/ 764110 h 1534735"/>
            </a:gdLst>
            <a:ahLst/>
            <a:cxnLst>
              <a:cxn ang="0">
                <a:pos x="connsiteX0" y="connsiteY0"/>
              </a:cxn>
              <a:cxn ang="0">
                <a:pos x="connsiteX1" y="connsiteY1"/>
              </a:cxn>
              <a:cxn ang="0">
                <a:pos x="connsiteX2" y="connsiteY2"/>
              </a:cxn>
              <a:cxn ang="0">
                <a:pos x="connsiteX3" y="connsiteY3"/>
              </a:cxn>
            </a:cxnLst>
            <a:rect l="l" t="t" r="r" b="b"/>
            <a:pathLst>
              <a:path w="2667051" h="1534735">
                <a:moveTo>
                  <a:pt x="1334340" y="1534736"/>
                </a:moveTo>
                <a:lnTo>
                  <a:pt x="0" y="757592"/>
                </a:lnTo>
                <a:lnTo>
                  <a:pt x="1334340" y="0"/>
                </a:lnTo>
                <a:lnTo>
                  <a:pt x="2667052" y="764110"/>
                </a:lnTo>
                <a:close/>
              </a:path>
            </a:pathLst>
          </a:custGeom>
          <a:gradFill>
            <a:gsLst>
              <a:gs pos="100000">
                <a:schemeClr val="accent1">
                  <a:lumMod val="60000"/>
                  <a:lumOff val="40000"/>
                </a:schemeClr>
              </a:gs>
              <a:gs pos="35000">
                <a:schemeClr val="accent1">
                  <a:lumMod val="85000"/>
                  <a:lumOff val="15000"/>
                </a:schemeClr>
              </a:gs>
            </a:gsLst>
            <a:lin ang="10800000" scaled="0"/>
          </a:gradFill>
          <a:ln w="16291" cap="flat">
            <a:noFill/>
            <a:prstDash val="solid"/>
            <a:miter/>
          </a:ln>
        </p:spPr>
        <p:txBody>
          <a:bodyPr rtlCol="0" anchor="ctr"/>
          <a:lstStyle/>
          <a:p>
            <a:endParaRPr lang="zh-CN" altLang="en-US"/>
          </a:p>
        </p:txBody>
      </p:sp>
      <p:sp>
        <p:nvSpPr>
          <p:cNvPr id="54" name="任意多边形: 形状 53"/>
          <p:cNvSpPr/>
          <p:nvPr>
            <p:custDataLst>
              <p:tags r:id="rId4"/>
            </p:custDataLst>
          </p:nvPr>
        </p:nvSpPr>
        <p:spPr>
          <a:xfrm>
            <a:off x="7690651" y="3371661"/>
            <a:ext cx="1676883" cy="886780"/>
          </a:xfrm>
          <a:custGeom>
            <a:avLst/>
            <a:gdLst>
              <a:gd name="connsiteX0" fmla="*/ 826020 w 1645523"/>
              <a:gd name="connsiteY0" fmla="*/ 951471 h 951470"/>
              <a:gd name="connsiteX1" fmla="*/ 0 w 1645523"/>
              <a:gd name="connsiteY1" fmla="*/ 459443 h 951470"/>
              <a:gd name="connsiteX2" fmla="*/ 817874 w 1645523"/>
              <a:gd name="connsiteY2" fmla="*/ 0 h 951470"/>
              <a:gd name="connsiteX3" fmla="*/ 1645523 w 1645523"/>
              <a:gd name="connsiteY3" fmla="*/ 470848 h 951470"/>
            </a:gdLst>
            <a:ahLst/>
            <a:cxnLst>
              <a:cxn ang="0">
                <a:pos x="connsiteX0" y="connsiteY0"/>
              </a:cxn>
              <a:cxn ang="0">
                <a:pos x="connsiteX1" y="connsiteY1"/>
              </a:cxn>
              <a:cxn ang="0">
                <a:pos x="connsiteX2" y="connsiteY2"/>
              </a:cxn>
              <a:cxn ang="0">
                <a:pos x="connsiteX3" y="connsiteY3"/>
              </a:cxn>
            </a:cxnLst>
            <a:rect l="l" t="t" r="r" b="b"/>
            <a:pathLst>
              <a:path w="1645523" h="951470">
                <a:moveTo>
                  <a:pt x="826020" y="951471"/>
                </a:moveTo>
                <a:lnTo>
                  <a:pt x="0" y="459443"/>
                </a:lnTo>
                <a:lnTo>
                  <a:pt x="817874" y="0"/>
                </a:lnTo>
                <a:lnTo>
                  <a:pt x="1645523" y="470848"/>
                </a:lnTo>
                <a:close/>
              </a:path>
            </a:pathLst>
          </a:custGeom>
          <a:solidFill>
            <a:srgbClr val="FFFFFF"/>
          </a:solidFill>
          <a:ln w="16291" cap="flat">
            <a:noFill/>
            <a:prstDash val="solid"/>
            <a:miter/>
          </a:ln>
        </p:spPr>
        <p:txBody>
          <a:bodyPr rtlCol="0" anchor="ctr"/>
          <a:lstStyle/>
          <a:p>
            <a:endParaRPr lang="zh-CN" altLang="en-US"/>
          </a:p>
        </p:txBody>
      </p:sp>
      <p:sp>
        <p:nvSpPr>
          <p:cNvPr id="57" name="任意多边形: 形状 56"/>
          <p:cNvSpPr/>
          <p:nvPr>
            <p:custDataLst>
              <p:tags r:id="rId5"/>
            </p:custDataLst>
          </p:nvPr>
        </p:nvSpPr>
        <p:spPr>
          <a:xfrm>
            <a:off x="8529093" y="1620877"/>
            <a:ext cx="2717878" cy="1430389"/>
          </a:xfrm>
          <a:custGeom>
            <a:avLst/>
            <a:gdLst>
              <a:gd name="connsiteX0" fmla="*/ 1332711 w 2667051"/>
              <a:gd name="connsiteY0" fmla="*/ 1534736 h 1534735"/>
              <a:gd name="connsiteX1" fmla="*/ 0 w 2667051"/>
              <a:gd name="connsiteY1" fmla="*/ 759222 h 1534735"/>
              <a:gd name="connsiteX2" fmla="*/ 1332711 w 2667051"/>
              <a:gd name="connsiteY2" fmla="*/ 0 h 1534735"/>
              <a:gd name="connsiteX3" fmla="*/ 2667051 w 2667051"/>
              <a:gd name="connsiteY3" fmla="*/ 764110 h 1534735"/>
            </a:gdLst>
            <a:ahLst/>
            <a:cxnLst>
              <a:cxn ang="0">
                <a:pos x="connsiteX0" y="connsiteY0"/>
              </a:cxn>
              <a:cxn ang="0">
                <a:pos x="connsiteX1" y="connsiteY1"/>
              </a:cxn>
              <a:cxn ang="0">
                <a:pos x="connsiteX2" y="connsiteY2"/>
              </a:cxn>
              <a:cxn ang="0">
                <a:pos x="connsiteX3" y="connsiteY3"/>
              </a:cxn>
            </a:cxnLst>
            <a:rect l="l" t="t" r="r" b="b"/>
            <a:pathLst>
              <a:path w="2667051" h="1534735">
                <a:moveTo>
                  <a:pt x="1332711" y="1534736"/>
                </a:moveTo>
                <a:lnTo>
                  <a:pt x="0" y="759222"/>
                </a:lnTo>
                <a:lnTo>
                  <a:pt x="1332711" y="0"/>
                </a:lnTo>
                <a:lnTo>
                  <a:pt x="2667051" y="764110"/>
                </a:lnTo>
                <a:close/>
              </a:path>
            </a:pathLst>
          </a:custGeom>
          <a:gradFill>
            <a:gsLst>
              <a:gs pos="100000">
                <a:schemeClr val="accent1">
                  <a:lumMod val="60000"/>
                  <a:lumOff val="40000"/>
                </a:schemeClr>
              </a:gs>
              <a:gs pos="35000">
                <a:schemeClr val="accent1">
                  <a:lumMod val="85000"/>
                  <a:lumOff val="15000"/>
                </a:schemeClr>
              </a:gs>
            </a:gsLst>
            <a:lin ang="10800000" scaled="0"/>
          </a:gradFill>
          <a:ln w="16291" cap="flat">
            <a:noFill/>
            <a:prstDash val="solid"/>
            <a:miter/>
          </a:ln>
        </p:spPr>
        <p:txBody>
          <a:bodyPr rtlCol="0" anchor="ctr"/>
          <a:lstStyle/>
          <a:p>
            <a:endParaRPr lang="zh-CN" altLang="en-US"/>
          </a:p>
        </p:txBody>
      </p:sp>
      <p:sp>
        <p:nvSpPr>
          <p:cNvPr id="60" name="任意多边形: 形状 59"/>
          <p:cNvSpPr/>
          <p:nvPr>
            <p:custDataLst>
              <p:tags r:id="rId6"/>
            </p:custDataLst>
          </p:nvPr>
        </p:nvSpPr>
        <p:spPr>
          <a:xfrm>
            <a:off x="9048760" y="1892681"/>
            <a:ext cx="1678543" cy="886781"/>
          </a:xfrm>
          <a:custGeom>
            <a:avLst/>
            <a:gdLst>
              <a:gd name="connsiteX0" fmla="*/ 827649 w 1647152"/>
              <a:gd name="connsiteY0" fmla="*/ 951471 h 951471"/>
              <a:gd name="connsiteX1" fmla="*/ 0 w 1647152"/>
              <a:gd name="connsiteY1" fmla="*/ 459443 h 951471"/>
              <a:gd name="connsiteX2" fmla="*/ 819503 w 1647152"/>
              <a:gd name="connsiteY2" fmla="*/ 0 h 951471"/>
              <a:gd name="connsiteX3" fmla="*/ 1647153 w 1647152"/>
              <a:gd name="connsiteY3" fmla="*/ 470848 h 951471"/>
            </a:gdLst>
            <a:ahLst/>
            <a:cxnLst>
              <a:cxn ang="0">
                <a:pos x="connsiteX0" y="connsiteY0"/>
              </a:cxn>
              <a:cxn ang="0">
                <a:pos x="connsiteX1" y="connsiteY1"/>
              </a:cxn>
              <a:cxn ang="0">
                <a:pos x="connsiteX2" y="connsiteY2"/>
              </a:cxn>
              <a:cxn ang="0">
                <a:pos x="connsiteX3" y="connsiteY3"/>
              </a:cxn>
            </a:cxnLst>
            <a:rect l="l" t="t" r="r" b="b"/>
            <a:pathLst>
              <a:path w="1647152" h="951471">
                <a:moveTo>
                  <a:pt x="827649" y="951471"/>
                </a:moveTo>
                <a:lnTo>
                  <a:pt x="0" y="459443"/>
                </a:lnTo>
                <a:lnTo>
                  <a:pt x="819503" y="0"/>
                </a:lnTo>
                <a:lnTo>
                  <a:pt x="1647153" y="470848"/>
                </a:lnTo>
                <a:close/>
              </a:path>
            </a:pathLst>
          </a:custGeom>
          <a:solidFill>
            <a:srgbClr val="FFFFFF"/>
          </a:solidFill>
          <a:ln w="16291" cap="flat">
            <a:noFill/>
            <a:prstDash val="solid"/>
            <a:miter/>
          </a:ln>
        </p:spPr>
        <p:txBody>
          <a:bodyPr rtlCol="0" anchor="ctr"/>
          <a:lstStyle/>
          <a:p>
            <a:endParaRPr lang="zh-CN" altLang="en-US"/>
          </a:p>
        </p:txBody>
      </p:sp>
      <p:sp>
        <p:nvSpPr>
          <p:cNvPr id="61" name="任意多边形: 形状 60"/>
          <p:cNvSpPr/>
          <p:nvPr>
            <p:custDataLst>
              <p:tags r:id="rId7"/>
            </p:custDataLst>
          </p:nvPr>
        </p:nvSpPr>
        <p:spPr>
          <a:xfrm>
            <a:off x="7166783" y="3801496"/>
            <a:ext cx="1359769" cy="1483536"/>
          </a:xfrm>
          <a:custGeom>
            <a:avLst/>
            <a:gdLst>
              <a:gd name="connsiteX0" fmla="*/ 0 w 1334340"/>
              <a:gd name="connsiteY0" fmla="*/ 0 h 1591759"/>
              <a:gd name="connsiteX1" fmla="*/ 0 w 1334340"/>
              <a:gd name="connsiteY1" fmla="*/ 829279 h 1591759"/>
              <a:gd name="connsiteX2" fmla="*/ 1334340 w 1334340"/>
              <a:gd name="connsiteY2" fmla="*/ 1591759 h 1591759"/>
              <a:gd name="connsiteX3" fmla="*/ 1334340 w 1334340"/>
              <a:gd name="connsiteY3" fmla="*/ 777144 h 1591759"/>
            </a:gdLst>
            <a:ahLst/>
            <a:cxnLst>
              <a:cxn ang="0">
                <a:pos x="connsiteX0" y="connsiteY0"/>
              </a:cxn>
              <a:cxn ang="0">
                <a:pos x="connsiteX1" y="connsiteY1"/>
              </a:cxn>
              <a:cxn ang="0">
                <a:pos x="connsiteX2" y="connsiteY2"/>
              </a:cxn>
              <a:cxn ang="0">
                <a:pos x="connsiteX3" y="connsiteY3"/>
              </a:cxn>
            </a:cxnLst>
            <a:rect l="l" t="t" r="r" b="b"/>
            <a:pathLst>
              <a:path w="1334340" h="1591759">
                <a:moveTo>
                  <a:pt x="0" y="0"/>
                </a:moveTo>
                <a:lnTo>
                  <a:pt x="0" y="829279"/>
                </a:lnTo>
                <a:lnTo>
                  <a:pt x="1334340" y="1591759"/>
                </a:lnTo>
                <a:lnTo>
                  <a:pt x="1334340" y="777144"/>
                </a:lnTo>
                <a:close/>
              </a:path>
            </a:pathLst>
          </a:custGeom>
          <a:solidFill>
            <a:schemeClr val="tx1">
              <a:lumMod val="25000"/>
              <a:lumOff val="75000"/>
              <a:alpha val="25000"/>
            </a:schemeClr>
          </a:solidFill>
          <a:ln w="16291" cap="flat">
            <a:noFill/>
            <a:prstDash val="solid"/>
            <a:miter/>
          </a:ln>
        </p:spPr>
        <p:txBody>
          <a:bodyPr rtlCol="0" anchor="ctr"/>
          <a:lstStyle/>
          <a:p>
            <a:endParaRPr lang="zh-CN" altLang="en-US"/>
          </a:p>
        </p:txBody>
      </p:sp>
      <p:sp>
        <p:nvSpPr>
          <p:cNvPr id="62" name="任意多边形: 形状 61"/>
          <p:cNvSpPr/>
          <p:nvPr>
            <p:custDataLst>
              <p:tags r:id="rId8"/>
            </p:custDataLst>
          </p:nvPr>
        </p:nvSpPr>
        <p:spPr>
          <a:xfrm>
            <a:off x="8529093" y="2328479"/>
            <a:ext cx="1358109" cy="1483535"/>
          </a:xfrm>
          <a:custGeom>
            <a:avLst/>
            <a:gdLst>
              <a:gd name="connsiteX0" fmla="*/ 0 w 1332711"/>
              <a:gd name="connsiteY0" fmla="*/ 0 h 1591758"/>
              <a:gd name="connsiteX1" fmla="*/ 0 w 1332711"/>
              <a:gd name="connsiteY1" fmla="*/ 827650 h 1591758"/>
              <a:gd name="connsiteX2" fmla="*/ 1332711 w 1332711"/>
              <a:gd name="connsiteY2" fmla="*/ 1591759 h 1591758"/>
              <a:gd name="connsiteX3" fmla="*/ 1332711 w 1332711"/>
              <a:gd name="connsiteY3" fmla="*/ 775514 h 1591758"/>
            </a:gdLst>
            <a:ahLst/>
            <a:cxnLst>
              <a:cxn ang="0">
                <a:pos x="connsiteX0" y="connsiteY0"/>
              </a:cxn>
              <a:cxn ang="0">
                <a:pos x="connsiteX1" y="connsiteY1"/>
              </a:cxn>
              <a:cxn ang="0">
                <a:pos x="connsiteX2" y="connsiteY2"/>
              </a:cxn>
              <a:cxn ang="0">
                <a:pos x="connsiteX3" y="connsiteY3"/>
              </a:cxn>
            </a:cxnLst>
            <a:rect l="l" t="t" r="r" b="b"/>
            <a:pathLst>
              <a:path w="1332711" h="1591758">
                <a:moveTo>
                  <a:pt x="0" y="0"/>
                </a:moveTo>
                <a:lnTo>
                  <a:pt x="0" y="827650"/>
                </a:lnTo>
                <a:lnTo>
                  <a:pt x="1332711" y="1591759"/>
                </a:lnTo>
                <a:lnTo>
                  <a:pt x="1332711" y="775514"/>
                </a:lnTo>
                <a:close/>
              </a:path>
            </a:pathLst>
          </a:custGeom>
          <a:solidFill>
            <a:schemeClr val="tx1">
              <a:lumMod val="25000"/>
              <a:lumOff val="75000"/>
              <a:alpha val="25000"/>
            </a:schemeClr>
          </a:solidFill>
          <a:ln w="16291" cap="flat">
            <a:noFill/>
            <a:prstDash val="solid"/>
            <a:miter/>
          </a:ln>
        </p:spPr>
        <p:txBody>
          <a:bodyPr rtlCol="0" anchor="ctr"/>
          <a:lstStyle/>
          <a:p>
            <a:endParaRPr lang="zh-CN" altLang="en-US"/>
          </a:p>
        </p:txBody>
      </p:sp>
      <p:sp>
        <p:nvSpPr>
          <p:cNvPr id="63" name="任意多边形: 形状 62"/>
          <p:cNvSpPr/>
          <p:nvPr>
            <p:custDataLst>
              <p:tags r:id="rId9"/>
            </p:custDataLst>
          </p:nvPr>
        </p:nvSpPr>
        <p:spPr>
          <a:xfrm>
            <a:off x="7169323" y="2333035"/>
            <a:ext cx="4077648" cy="3864481"/>
          </a:xfrm>
          <a:custGeom>
            <a:avLst/>
            <a:gdLst>
              <a:gd name="connsiteX0" fmla="*/ 2667052 w 4001391"/>
              <a:gd name="connsiteY0" fmla="*/ 772256 h 4146393"/>
              <a:gd name="connsiteX1" fmla="*/ 2667052 w 4001391"/>
              <a:gd name="connsiteY1" fmla="*/ 1586871 h 4146393"/>
              <a:gd name="connsiteX2" fmla="*/ 1334340 w 4001391"/>
              <a:gd name="connsiteY2" fmla="*/ 2357498 h 4146393"/>
              <a:gd name="connsiteX3" fmla="*/ 1334340 w 4001391"/>
              <a:gd name="connsiteY3" fmla="*/ 3172113 h 4146393"/>
              <a:gd name="connsiteX4" fmla="*/ 0 w 4001391"/>
              <a:gd name="connsiteY4" fmla="*/ 3944369 h 4146393"/>
              <a:gd name="connsiteX5" fmla="*/ 0 w 4001391"/>
              <a:gd name="connsiteY5" fmla="*/ 4146393 h 4146393"/>
              <a:gd name="connsiteX6" fmla="*/ 1502151 w 4001391"/>
              <a:gd name="connsiteY6" fmla="*/ 3273126 h 4146393"/>
              <a:gd name="connsiteX7" fmla="*/ 1502151 w 4001391"/>
              <a:gd name="connsiteY7" fmla="*/ 2456881 h 4146393"/>
              <a:gd name="connsiteX8" fmla="*/ 2825087 w 4001391"/>
              <a:gd name="connsiteY8" fmla="*/ 1687884 h 4146393"/>
              <a:gd name="connsiteX9" fmla="*/ 2825087 w 4001391"/>
              <a:gd name="connsiteY9" fmla="*/ 863493 h 4146393"/>
              <a:gd name="connsiteX10" fmla="*/ 4001392 w 4001391"/>
              <a:gd name="connsiteY10" fmla="*/ 190620 h 4146393"/>
              <a:gd name="connsiteX11" fmla="*/ 4001392 w 4001391"/>
              <a:gd name="connsiteY11" fmla="*/ 0 h 414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01391" h="4146393">
                <a:moveTo>
                  <a:pt x="2667052" y="772256"/>
                </a:moveTo>
                <a:lnTo>
                  <a:pt x="2667052" y="1586871"/>
                </a:lnTo>
                <a:lnTo>
                  <a:pt x="1334340" y="2357498"/>
                </a:lnTo>
                <a:lnTo>
                  <a:pt x="1334340" y="3172113"/>
                </a:lnTo>
                <a:lnTo>
                  <a:pt x="0" y="3944369"/>
                </a:lnTo>
                <a:lnTo>
                  <a:pt x="0" y="4146393"/>
                </a:lnTo>
                <a:lnTo>
                  <a:pt x="1502151" y="3273126"/>
                </a:lnTo>
                <a:lnTo>
                  <a:pt x="1502151" y="2456881"/>
                </a:lnTo>
                <a:lnTo>
                  <a:pt x="2825087" y="1687884"/>
                </a:lnTo>
                <a:lnTo>
                  <a:pt x="2825087" y="863493"/>
                </a:lnTo>
                <a:lnTo>
                  <a:pt x="4001392" y="190620"/>
                </a:lnTo>
                <a:lnTo>
                  <a:pt x="4001392" y="0"/>
                </a:lnTo>
                <a:close/>
              </a:path>
            </a:pathLst>
          </a:custGeom>
          <a:solidFill>
            <a:schemeClr val="tx1">
              <a:lumMod val="35000"/>
              <a:lumOff val="65000"/>
              <a:alpha val="35000"/>
            </a:schemeClr>
          </a:solidFill>
          <a:ln w="16291" cap="flat">
            <a:noFill/>
            <a:prstDash val="solid"/>
            <a:miter/>
          </a:ln>
        </p:spPr>
        <p:txBody>
          <a:bodyPr rtlCol="0" anchor="ctr"/>
          <a:lstStyle/>
          <a:p>
            <a:endParaRPr lang="zh-CN" altLang="en-US"/>
          </a:p>
        </p:txBody>
      </p:sp>
      <p:sp>
        <p:nvSpPr>
          <p:cNvPr id="64" name="任意多边形: 形状 63"/>
          <p:cNvSpPr/>
          <p:nvPr>
            <p:custDataLst>
              <p:tags r:id="rId10"/>
            </p:custDataLst>
          </p:nvPr>
        </p:nvSpPr>
        <p:spPr>
          <a:xfrm>
            <a:off x="5809554" y="5284921"/>
            <a:ext cx="1359769" cy="912594"/>
          </a:xfrm>
          <a:custGeom>
            <a:avLst/>
            <a:gdLst>
              <a:gd name="connsiteX0" fmla="*/ 1334340 w 1334340"/>
              <a:gd name="connsiteY0" fmla="*/ 777143 h 979167"/>
              <a:gd name="connsiteX1" fmla="*/ 0 w 1334340"/>
              <a:gd name="connsiteY1" fmla="*/ 0 h 979167"/>
              <a:gd name="connsiteX2" fmla="*/ 0 w 1334340"/>
              <a:gd name="connsiteY2" fmla="*/ 215058 h 979167"/>
              <a:gd name="connsiteX3" fmla="*/ 1334340 w 1334340"/>
              <a:gd name="connsiteY3" fmla="*/ 979168 h 979167"/>
            </a:gdLst>
            <a:ahLst/>
            <a:cxnLst>
              <a:cxn ang="0">
                <a:pos x="connsiteX0" y="connsiteY0"/>
              </a:cxn>
              <a:cxn ang="0">
                <a:pos x="connsiteX1" y="connsiteY1"/>
              </a:cxn>
              <a:cxn ang="0">
                <a:pos x="connsiteX2" y="connsiteY2"/>
              </a:cxn>
              <a:cxn ang="0">
                <a:pos x="connsiteX3" y="connsiteY3"/>
              </a:cxn>
            </a:cxnLst>
            <a:rect l="l" t="t" r="r" b="b"/>
            <a:pathLst>
              <a:path w="1334340" h="979167">
                <a:moveTo>
                  <a:pt x="1334340" y="777143"/>
                </a:moveTo>
                <a:lnTo>
                  <a:pt x="0" y="0"/>
                </a:lnTo>
                <a:lnTo>
                  <a:pt x="0" y="215058"/>
                </a:lnTo>
                <a:lnTo>
                  <a:pt x="1334340" y="979168"/>
                </a:lnTo>
                <a:close/>
              </a:path>
            </a:pathLst>
          </a:custGeom>
          <a:solidFill>
            <a:schemeClr val="tx1">
              <a:lumMod val="25000"/>
              <a:lumOff val="75000"/>
              <a:alpha val="25000"/>
            </a:schemeClr>
          </a:solidFill>
          <a:ln w="1629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pic>
        <p:nvPicPr>
          <p:cNvPr id="28" name="图片 12" descr="343439383331313b343532303032383bbfcdbba7b9dcc0ed"/>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935322" y="5060032"/>
            <a:ext cx="468000" cy="468000"/>
          </a:xfrm>
          <a:prstGeom prst="rect">
            <a:avLst/>
          </a:prstGeom>
        </p:spPr>
      </p:pic>
      <p:pic>
        <p:nvPicPr>
          <p:cNvPr id="29" name="图片 19" descr="343439383331313b343532303033353bc4dcd0a7b7fecef1"/>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8295092" y="3581051"/>
            <a:ext cx="468000" cy="468000"/>
          </a:xfrm>
          <a:prstGeom prst="rect">
            <a:avLst/>
          </a:prstGeom>
        </p:spPr>
      </p:pic>
      <p:pic>
        <p:nvPicPr>
          <p:cNvPr id="30" name="图片 5" descr="343439383331313b343532303032323bb2fac6b7d5b9cabe"/>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9654031" y="2102071"/>
            <a:ext cx="468000" cy="468000"/>
          </a:xfrm>
          <a:prstGeom prst="rect">
            <a:avLst/>
          </a:prstGeom>
        </p:spPr>
      </p:pic>
      <p:sp>
        <p:nvSpPr>
          <p:cNvPr id="68" name="文本框 67"/>
          <p:cNvSpPr txBox="1"/>
          <p:nvPr>
            <p:custDataLst>
              <p:tags r:id="rId20"/>
            </p:custDataLst>
          </p:nvPr>
        </p:nvSpPr>
        <p:spPr>
          <a:xfrm>
            <a:off x="5879105" y="1375564"/>
            <a:ext cx="2485719" cy="1440000"/>
          </a:xfrm>
          <a:prstGeom prst="rect">
            <a:avLst/>
          </a:prstGeom>
          <a:noFill/>
        </p:spPr>
        <p:txBody>
          <a:bodyPr wrap="square" lIns="0" tIns="0" rIns="0" bIns="0">
            <a:noAutofit/>
          </a:bodyPr>
          <a:lstStyle/>
          <a:p>
            <a:pPr>
              <a:lnSpc>
                <a:spcPct val="150000"/>
              </a:lnSpc>
            </a:pPr>
            <a:r>
              <a:rPr lang="zh-CN" altLang="en-US" sz="1600" kern="0" spc="0" dirty="0">
                <a:ln>
                  <a:noFill/>
                  <a:prstDash val="sysDot"/>
                </a:ln>
                <a:solidFill>
                  <a:schemeClr val="tx1">
                    <a:lumMod val="85000"/>
                    <a:lumOff val="15000"/>
                  </a:schemeClr>
                </a:solidFill>
                <a:latin typeface="+mn-ea"/>
                <a:ea typeface="+mn-ea"/>
                <a:sym typeface="+mn-ea"/>
              </a:rPr>
              <a:t>与倬亿国际等中资企业达成合作，将企业一线投资运营经验与学术研究深度融合，优化知识库实用性</a:t>
            </a:r>
            <a:endParaRPr lang="zh-CN" altLang="en-US" sz="1600" kern="0" spc="0" dirty="0">
              <a:ln>
                <a:noFill/>
                <a:prstDash val="sysDot"/>
              </a:ln>
              <a:solidFill>
                <a:schemeClr val="tx1">
                  <a:lumMod val="85000"/>
                  <a:lumOff val="15000"/>
                </a:schemeClr>
              </a:solidFill>
              <a:latin typeface="+mn-ea"/>
              <a:ea typeface="+mn-ea"/>
              <a:sym typeface="+mn-ea"/>
            </a:endParaRPr>
          </a:p>
        </p:txBody>
      </p:sp>
      <p:sp>
        <p:nvSpPr>
          <p:cNvPr id="69" name="矩形 68"/>
          <p:cNvSpPr/>
          <p:nvPr>
            <p:custDataLst>
              <p:tags r:id="rId21"/>
            </p:custDataLst>
          </p:nvPr>
        </p:nvSpPr>
        <p:spPr>
          <a:xfrm>
            <a:off x="4387609" y="1372567"/>
            <a:ext cx="1158630" cy="5784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r"/>
            <a:r>
              <a:rPr lang="zh-CN" altLang="en-US" sz="2400" b="1" kern="0" dirty="0">
                <a:solidFill>
                  <a:schemeClr val="accent1"/>
                </a:solidFill>
                <a:cs typeface="+mn-lt"/>
              </a:rPr>
              <a:t>用户反馈</a:t>
            </a:r>
            <a:endParaRPr lang="zh-CN" altLang="en-US" sz="2400" b="1" kern="0" dirty="0">
              <a:solidFill>
                <a:schemeClr val="accent1"/>
              </a:solidFill>
              <a:cs typeface="+mn-lt"/>
            </a:endParaRPr>
          </a:p>
        </p:txBody>
      </p:sp>
      <p:sp>
        <p:nvSpPr>
          <p:cNvPr id="70" name="文本框 69"/>
          <p:cNvSpPr txBox="1"/>
          <p:nvPr>
            <p:custDataLst>
              <p:tags r:id="rId22"/>
            </p:custDataLst>
          </p:nvPr>
        </p:nvSpPr>
        <p:spPr>
          <a:xfrm>
            <a:off x="4451091" y="2984533"/>
            <a:ext cx="2485719" cy="1440000"/>
          </a:xfrm>
          <a:prstGeom prst="rect">
            <a:avLst/>
          </a:prstGeom>
          <a:noFill/>
        </p:spPr>
        <p:txBody>
          <a:bodyPr wrap="square" lIns="0" tIns="0" rIns="0" bIns="0">
            <a:noAutofit/>
          </a:bodyPr>
          <a:lstStyle/>
          <a:p>
            <a:pPr>
              <a:lnSpc>
                <a:spcPct val="150000"/>
              </a:lnSpc>
            </a:pPr>
            <a:r>
              <a:rPr lang="zh-CN" altLang="en-US" sz="1600" kern="0" spc="0" dirty="0">
                <a:ln>
                  <a:noFill/>
                  <a:prstDash val="sysDot"/>
                </a:ln>
                <a:solidFill>
                  <a:schemeClr val="tx1">
                    <a:lumMod val="85000"/>
                    <a:lumOff val="15000"/>
                  </a:schemeClr>
                </a:solidFill>
                <a:latin typeface="+mn-ea"/>
                <a:ea typeface="+mn-ea"/>
                <a:sym typeface="+mn-ea"/>
              </a:rPr>
              <a:t>重点服务尼日利亚、肯尼亚、南非等核心投资国，聚焦矿业、清洁能源、数字经济等中非合作重点领域</a:t>
            </a:r>
            <a:endParaRPr lang="zh-CN" altLang="en-US" sz="1600" kern="0" spc="0" dirty="0">
              <a:ln>
                <a:noFill/>
                <a:prstDash val="sysDot"/>
              </a:ln>
              <a:solidFill>
                <a:schemeClr val="tx1">
                  <a:lumMod val="85000"/>
                  <a:lumOff val="15000"/>
                </a:schemeClr>
              </a:solidFill>
              <a:latin typeface="+mn-ea"/>
              <a:ea typeface="+mn-ea"/>
              <a:sym typeface="+mn-ea"/>
            </a:endParaRPr>
          </a:p>
        </p:txBody>
      </p:sp>
      <p:sp>
        <p:nvSpPr>
          <p:cNvPr id="71" name="矩形 70"/>
          <p:cNvSpPr/>
          <p:nvPr>
            <p:custDataLst>
              <p:tags r:id="rId23"/>
            </p:custDataLst>
          </p:nvPr>
        </p:nvSpPr>
        <p:spPr>
          <a:xfrm>
            <a:off x="2982455" y="2980714"/>
            <a:ext cx="1158630" cy="5784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r"/>
            <a:r>
              <a:rPr lang="zh-CN" altLang="en-US" sz="2400" b="1" kern="0" dirty="0">
                <a:solidFill>
                  <a:schemeClr val="accent1"/>
                </a:solidFill>
                <a:cs typeface="+mn-lt"/>
              </a:rPr>
              <a:t>试点覆盖</a:t>
            </a:r>
            <a:endParaRPr lang="zh-CN" altLang="en-US" sz="2400" b="1" kern="0" dirty="0">
              <a:solidFill>
                <a:schemeClr val="accent1"/>
              </a:solidFill>
              <a:cs typeface="+mn-lt"/>
            </a:endParaRPr>
          </a:p>
        </p:txBody>
      </p:sp>
      <p:sp>
        <p:nvSpPr>
          <p:cNvPr id="72" name="文本框 71"/>
          <p:cNvSpPr txBox="1"/>
          <p:nvPr>
            <p:custDataLst>
              <p:tags r:id="rId24"/>
            </p:custDataLst>
          </p:nvPr>
        </p:nvSpPr>
        <p:spPr>
          <a:xfrm>
            <a:off x="2997122" y="4559114"/>
            <a:ext cx="2485719" cy="1440000"/>
          </a:xfrm>
          <a:prstGeom prst="rect">
            <a:avLst/>
          </a:prstGeom>
          <a:noFill/>
        </p:spPr>
        <p:txBody>
          <a:bodyPr wrap="square" lIns="0" tIns="0" rIns="0" bIns="0">
            <a:noAutofit/>
          </a:bodyPr>
          <a:lstStyle/>
          <a:p>
            <a:pPr>
              <a:lnSpc>
                <a:spcPct val="150000"/>
              </a:lnSpc>
            </a:pPr>
            <a:r>
              <a:rPr lang="zh-CN" altLang="en-US" sz="1600" kern="0" spc="0" dirty="0">
                <a:ln>
                  <a:noFill/>
                  <a:prstDash val="sysDot"/>
                </a:ln>
                <a:solidFill>
                  <a:schemeClr val="tx1">
                    <a:lumMod val="85000"/>
                    <a:lumOff val="15000"/>
                  </a:schemeClr>
                </a:solidFill>
                <a:latin typeface="+mn-ea"/>
                <a:ea typeface="+mn-ea"/>
                <a:sym typeface="+mn-ea"/>
              </a:rPr>
              <a:t>与倬亿国际等在非深耕多年的中资企业达成合作，将企业一线投资运营经验与学术研究深度融合，优化知识库实用性</a:t>
            </a:r>
            <a:endParaRPr lang="zh-CN" altLang="en-US" sz="1600" kern="0" spc="0" dirty="0">
              <a:ln>
                <a:noFill/>
                <a:prstDash val="sysDot"/>
              </a:ln>
              <a:solidFill>
                <a:schemeClr val="tx1">
                  <a:lumMod val="85000"/>
                  <a:lumOff val="15000"/>
                </a:schemeClr>
              </a:solidFill>
              <a:latin typeface="+mn-ea"/>
              <a:ea typeface="+mn-ea"/>
              <a:sym typeface="+mn-ea"/>
            </a:endParaRPr>
          </a:p>
        </p:txBody>
      </p:sp>
      <p:sp>
        <p:nvSpPr>
          <p:cNvPr id="73" name="矩形 72"/>
          <p:cNvSpPr/>
          <p:nvPr>
            <p:custDataLst>
              <p:tags r:id="rId25"/>
            </p:custDataLst>
          </p:nvPr>
        </p:nvSpPr>
        <p:spPr>
          <a:xfrm>
            <a:off x="1505626" y="4551731"/>
            <a:ext cx="1158630" cy="5784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r"/>
            <a:r>
              <a:rPr lang="zh-CN" altLang="en-US" sz="2400" b="1" kern="0" dirty="0">
                <a:solidFill>
                  <a:schemeClr val="accent1"/>
                </a:solidFill>
                <a:cs typeface="+mn-lt"/>
              </a:rPr>
              <a:t>合作落地</a:t>
            </a:r>
            <a:endParaRPr lang="zh-CN" altLang="en-US" sz="2400" b="1" kern="0" dirty="0">
              <a:solidFill>
                <a:schemeClr val="accent1"/>
              </a:solidFill>
              <a:cs typeface="+mn-lt"/>
            </a:endParaRPr>
          </a:p>
        </p:txBody>
      </p:sp>
      <p:sp>
        <p:nvSpPr>
          <p:cNvPr id="74" name="矩形 73"/>
          <p:cNvSpPr/>
          <p:nvPr>
            <p:custDataLst>
              <p:tags r:id="rId26"/>
            </p:custDataLst>
          </p:nvPr>
        </p:nvSpPr>
        <p:spPr>
          <a:xfrm>
            <a:off x="5638608" y="1448766"/>
            <a:ext cx="66421" cy="494532"/>
          </a:xfrm>
          <a:prstGeom prst="rect">
            <a:avLst/>
          </a:prstGeom>
          <a:gradFill>
            <a:gsLst>
              <a:gs pos="100000">
                <a:schemeClr val="accent1">
                  <a:lumMod val="40000"/>
                  <a:lumOff val="60000"/>
                </a:schemeClr>
              </a:gs>
              <a:gs pos="0">
                <a:schemeClr val="accent1">
                  <a:lumMod val="85000"/>
                  <a:lumOff val="1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p:cNvSpPr/>
          <p:nvPr>
            <p:custDataLst>
              <p:tags r:id="rId27"/>
            </p:custDataLst>
          </p:nvPr>
        </p:nvSpPr>
        <p:spPr>
          <a:xfrm>
            <a:off x="4213370" y="3059300"/>
            <a:ext cx="66421" cy="494532"/>
          </a:xfrm>
          <a:prstGeom prst="rect">
            <a:avLst/>
          </a:prstGeom>
          <a:gradFill>
            <a:gsLst>
              <a:gs pos="100000">
                <a:schemeClr val="accent1">
                  <a:lumMod val="40000"/>
                  <a:lumOff val="60000"/>
                </a:schemeClr>
              </a:gs>
              <a:gs pos="0">
                <a:schemeClr val="accent1">
                  <a:lumMod val="85000"/>
                  <a:lumOff val="1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p:cNvSpPr/>
          <p:nvPr>
            <p:custDataLst>
              <p:tags r:id="rId28"/>
            </p:custDataLst>
          </p:nvPr>
        </p:nvSpPr>
        <p:spPr>
          <a:xfrm>
            <a:off x="2752158" y="4630316"/>
            <a:ext cx="66421" cy="494532"/>
          </a:xfrm>
          <a:prstGeom prst="rect">
            <a:avLst/>
          </a:prstGeom>
          <a:gradFill>
            <a:gsLst>
              <a:gs pos="100000">
                <a:schemeClr val="accent1">
                  <a:lumMod val="40000"/>
                  <a:lumOff val="60000"/>
                </a:schemeClr>
              </a:gs>
              <a:gs pos="0">
                <a:schemeClr val="accent1">
                  <a:lumMod val="85000"/>
                  <a:lumOff val="1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7" name="直接连接符 76"/>
          <p:cNvCxnSpPr/>
          <p:nvPr>
            <p:custDataLst>
              <p:tags r:id="rId29"/>
            </p:custDataLst>
          </p:nvPr>
        </p:nvCxnSpPr>
        <p:spPr>
          <a:xfrm>
            <a:off x="8443913" y="1809750"/>
            <a:ext cx="1078706" cy="0"/>
          </a:xfrm>
          <a:prstGeom prst="line">
            <a:avLst/>
          </a:prstGeom>
          <a:ln>
            <a:headEnd type="ova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custDataLst>
              <p:tags r:id="rId30"/>
            </p:custDataLst>
          </p:nvPr>
        </p:nvCxnSpPr>
        <p:spPr>
          <a:xfrm>
            <a:off x="7019925" y="3417570"/>
            <a:ext cx="904875" cy="0"/>
          </a:xfrm>
          <a:prstGeom prst="line">
            <a:avLst/>
          </a:prstGeom>
          <a:ln>
            <a:headEnd type="ova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custDataLst>
              <p:tags r:id="rId31"/>
            </p:custDataLst>
          </p:nvPr>
        </p:nvCxnSpPr>
        <p:spPr>
          <a:xfrm>
            <a:off x="5581650" y="4991100"/>
            <a:ext cx="795338" cy="0"/>
          </a:xfrm>
          <a:prstGeom prst="line">
            <a:avLst/>
          </a:prstGeom>
          <a:ln>
            <a:headEnd type="oval"/>
          </a:ln>
        </p:spPr>
        <p:style>
          <a:lnRef idx="1">
            <a:schemeClr val="accent1"/>
          </a:lnRef>
          <a:fillRef idx="0">
            <a:schemeClr val="accent1"/>
          </a:fillRef>
          <a:effectRef idx="0">
            <a:schemeClr val="accent1"/>
          </a:effectRef>
          <a:fontRef idx="minor">
            <a:schemeClr val="tx1"/>
          </a:fontRef>
        </p:style>
      </p:cxnSp>
      <p:sp>
        <p:nvSpPr>
          <p:cNvPr id="34" name="标题 1"/>
          <p:cNvSpPr>
            <a:spLocks noGrp="1"/>
          </p:cNvSpPr>
          <p:nvPr>
            <p:ph type="title"/>
            <p:custDataLst>
              <p:tags r:id="rId32"/>
            </p:custDataLst>
          </p:nvPr>
        </p:nvSpPr>
        <p:spPr>
          <a:xfrm>
            <a:off x="615315" y="237490"/>
            <a:ext cx="3447415" cy="993775"/>
          </a:xfrm>
        </p:spPr>
        <p:txBody>
          <a:bodyPr>
            <a:normAutofit/>
          </a:bodyPr>
          <a:lstStyle/>
          <a:p>
            <a:r>
              <a:rPr lang="zh-CN" altLang="en-US"/>
              <a:t>市场初步应用</a:t>
            </a:r>
            <a:endParaRPr lang="zh-CN" altLang="en-US"/>
          </a:p>
        </p:txBody>
      </p:sp>
    </p:spTree>
    <p:custDataLst>
      <p:tags r:id="rId3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idx="16385"/>
            <p:custDataLst>
              <p:tags r:id="rId1"/>
            </p:custDataLst>
          </p:nvPr>
        </p:nvSpPr>
        <p:spPr/>
        <p:txBody>
          <a:bodyPr>
            <a:normAutofit/>
          </a:bodyPr>
          <a:p>
            <a:r>
              <a:rPr lang="zh-CN" altLang="en-US" sz="3200" b="1">
                <a:sym typeface="+mn-ea"/>
              </a:rPr>
              <a:t>核心应用场景成效</a:t>
            </a:r>
            <a:endParaRPr lang="zh-CN" altLang="en-US" sz="3200" b="1">
              <a:sym typeface="+mn-ea"/>
            </a:endParaRPr>
          </a:p>
        </p:txBody>
      </p:sp>
      <p:sp>
        <p:nvSpPr>
          <p:cNvPr id="4" name="任意多边形: 形状 42"/>
          <p:cNvSpPr/>
          <p:nvPr>
            <p:custDataLst>
              <p:tags r:id="rId2"/>
            </p:custDataLst>
          </p:nvPr>
        </p:nvSpPr>
        <p:spPr>
          <a:xfrm>
            <a:off x="0" y="3303588"/>
            <a:ext cx="12192000" cy="2143125"/>
          </a:xfrm>
          <a:custGeom>
            <a:avLst/>
            <a:gdLst>
              <a:gd name="connsiteX0" fmla="*/ 0 w 10458450"/>
              <a:gd name="connsiteY0" fmla="*/ 2894164 h 2894164"/>
              <a:gd name="connsiteX1" fmla="*/ 1600200 w 10458450"/>
              <a:gd name="connsiteY1" fmla="*/ 1255864 h 2894164"/>
              <a:gd name="connsiteX2" fmla="*/ 4133850 w 10458450"/>
              <a:gd name="connsiteY2" fmla="*/ 2036914 h 2894164"/>
              <a:gd name="connsiteX3" fmla="*/ 5886450 w 10458450"/>
              <a:gd name="connsiteY3" fmla="*/ 417664 h 2894164"/>
              <a:gd name="connsiteX4" fmla="*/ 7486650 w 10458450"/>
              <a:gd name="connsiteY4" fmla="*/ 874864 h 2894164"/>
              <a:gd name="connsiteX5" fmla="*/ 9067800 w 10458450"/>
              <a:gd name="connsiteY5" fmla="*/ 17614 h 2894164"/>
              <a:gd name="connsiteX6" fmla="*/ 10458450 w 10458450"/>
              <a:gd name="connsiteY6" fmla="*/ 379564 h 2894164"/>
              <a:gd name="connsiteX0-1" fmla="*/ 0 w 9988550"/>
              <a:gd name="connsiteY0-2" fmla="*/ 3021109 h 3021109"/>
              <a:gd name="connsiteX1-3" fmla="*/ 1130300 w 9988550"/>
              <a:gd name="connsiteY1-4" fmla="*/ 1255864 h 3021109"/>
              <a:gd name="connsiteX2-5" fmla="*/ 3663950 w 9988550"/>
              <a:gd name="connsiteY2-6" fmla="*/ 2036914 h 3021109"/>
              <a:gd name="connsiteX3-7" fmla="*/ 5416550 w 9988550"/>
              <a:gd name="connsiteY3-8" fmla="*/ 417664 h 3021109"/>
              <a:gd name="connsiteX4-9" fmla="*/ 7016750 w 9988550"/>
              <a:gd name="connsiteY4-10" fmla="*/ 874864 h 3021109"/>
              <a:gd name="connsiteX5-11" fmla="*/ 8597900 w 9988550"/>
              <a:gd name="connsiteY5-12" fmla="*/ 17614 h 3021109"/>
              <a:gd name="connsiteX6-13" fmla="*/ 9988550 w 9988550"/>
              <a:gd name="connsiteY6-14" fmla="*/ 379564 h 3021109"/>
              <a:gd name="connsiteX0-15" fmla="*/ 0 w 10864850"/>
              <a:gd name="connsiteY0-16" fmla="*/ 3004359 h 3004359"/>
              <a:gd name="connsiteX1-17" fmla="*/ 1130300 w 10864850"/>
              <a:gd name="connsiteY1-18" fmla="*/ 1239114 h 3004359"/>
              <a:gd name="connsiteX2-19" fmla="*/ 3663950 w 10864850"/>
              <a:gd name="connsiteY2-20" fmla="*/ 2020164 h 3004359"/>
              <a:gd name="connsiteX3-21" fmla="*/ 5416550 w 10864850"/>
              <a:gd name="connsiteY3-22" fmla="*/ 400914 h 3004359"/>
              <a:gd name="connsiteX4-23" fmla="*/ 7016750 w 10864850"/>
              <a:gd name="connsiteY4-24" fmla="*/ 858114 h 3004359"/>
              <a:gd name="connsiteX5-25" fmla="*/ 8597900 w 10864850"/>
              <a:gd name="connsiteY5-26" fmla="*/ 864 h 3004359"/>
              <a:gd name="connsiteX6-27" fmla="*/ 10864850 w 10864850"/>
              <a:gd name="connsiteY6-28" fmla="*/ 709959 h 30043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864850" h="3004359">
                <a:moveTo>
                  <a:pt x="0" y="3004359"/>
                </a:moveTo>
                <a:cubicBezTo>
                  <a:pt x="455612" y="2256646"/>
                  <a:pt x="519642" y="1403146"/>
                  <a:pt x="1130300" y="1239114"/>
                </a:cubicBezTo>
                <a:cubicBezTo>
                  <a:pt x="1740958" y="1075082"/>
                  <a:pt x="2949575" y="2159864"/>
                  <a:pt x="3663950" y="2020164"/>
                </a:cubicBezTo>
                <a:cubicBezTo>
                  <a:pt x="4378325" y="1880464"/>
                  <a:pt x="4857750" y="594589"/>
                  <a:pt x="5416550" y="400914"/>
                </a:cubicBezTo>
                <a:cubicBezTo>
                  <a:pt x="5975350" y="207239"/>
                  <a:pt x="6486525" y="924789"/>
                  <a:pt x="7016750" y="858114"/>
                </a:cubicBezTo>
                <a:cubicBezTo>
                  <a:pt x="7546975" y="791439"/>
                  <a:pt x="7956550" y="25557"/>
                  <a:pt x="8597900" y="864"/>
                </a:cubicBezTo>
                <a:cubicBezTo>
                  <a:pt x="9239250" y="-23829"/>
                  <a:pt x="10417175" y="487709"/>
                  <a:pt x="10864850" y="709959"/>
                </a:cubicBezTo>
              </a:path>
            </a:pathLst>
          </a:custGeom>
          <a:noFill/>
          <a:ln>
            <a:gradFill flip="none" rotWithShape="1">
              <a:gsLst>
                <a:gs pos="1770">
                  <a:schemeClr val="accent1">
                    <a:lumMod val="20000"/>
                    <a:lumOff val="80000"/>
                    <a:alpha val="0"/>
                  </a:schemeClr>
                </a:gs>
                <a:gs pos="26000">
                  <a:schemeClr val="accent1">
                    <a:lumMod val="20000"/>
                    <a:lumOff val="80000"/>
                    <a:alpha val="80000"/>
                  </a:schemeClr>
                </a:gs>
                <a:gs pos="97345">
                  <a:schemeClr val="accent1">
                    <a:alpha val="0"/>
                  </a:schemeClr>
                </a:gs>
                <a:gs pos="65000">
                  <a:schemeClr val="accent1">
                    <a:alpha val="10000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latin typeface="优设标题黑" panose="00000500000000000000" pitchFamily="2" charset="-122"/>
              <a:ea typeface="优设标题黑" panose="00000500000000000000" pitchFamily="2" charset="-122"/>
              <a:sym typeface="MiSans Normal" panose="00000500000000000000" charset="-122"/>
            </a:endParaRPr>
          </a:p>
        </p:txBody>
      </p:sp>
      <p:sp>
        <p:nvSpPr>
          <p:cNvPr id="10" name="任意多边形: 形状 45"/>
          <p:cNvSpPr/>
          <p:nvPr>
            <p:custDataLst>
              <p:tags r:id="rId3"/>
            </p:custDataLst>
          </p:nvPr>
        </p:nvSpPr>
        <p:spPr>
          <a:xfrm>
            <a:off x="140970" y="3302953"/>
            <a:ext cx="12035155" cy="2052955"/>
          </a:xfrm>
          <a:custGeom>
            <a:avLst/>
            <a:gdLst>
              <a:gd name="connsiteX0" fmla="*/ 0 w 10458450"/>
              <a:gd name="connsiteY0" fmla="*/ 2894164 h 2894164"/>
              <a:gd name="connsiteX1" fmla="*/ 1600200 w 10458450"/>
              <a:gd name="connsiteY1" fmla="*/ 1255864 h 2894164"/>
              <a:gd name="connsiteX2" fmla="*/ 4133850 w 10458450"/>
              <a:gd name="connsiteY2" fmla="*/ 2036914 h 2894164"/>
              <a:gd name="connsiteX3" fmla="*/ 5886450 w 10458450"/>
              <a:gd name="connsiteY3" fmla="*/ 417664 h 2894164"/>
              <a:gd name="connsiteX4" fmla="*/ 7486650 w 10458450"/>
              <a:gd name="connsiteY4" fmla="*/ 874864 h 2894164"/>
              <a:gd name="connsiteX5" fmla="*/ 9067800 w 10458450"/>
              <a:gd name="connsiteY5" fmla="*/ 17614 h 2894164"/>
              <a:gd name="connsiteX6" fmla="*/ 10458450 w 10458450"/>
              <a:gd name="connsiteY6" fmla="*/ 379564 h 2894164"/>
              <a:gd name="connsiteX0-1" fmla="*/ 0 w 10725150"/>
              <a:gd name="connsiteY0-2" fmla="*/ 2877595 h 2877595"/>
              <a:gd name="connsiteX1-3" fmla="*/ 1600200 w 10725150"/>
              <a:gd name="connsiteY1-4" fmla="*/ 1239295 h 2877595"/>
              <a:gd name="connsiteX2-5" fmla="*/ 4133850 w 10725150"/>
              <a:gd name="connsiteY2-6" fmla="*/ 2020345 h 2877595"/>
              <a:gd name="connsiteX3-7" fmla="*/ 5886450 w 10725150"/>
              <a:gd name="connsiteY3-8" fmla="*/ 401095 h 2877595"/>
              <a:gd name="connsiteX4-9" fmla="*/ 7486650 w 10725150"/>
              <a:gd name="connsiteY4-10" fmla="*/ 858295 h 2877595"/>
              <a:gd name="connsiteX5-11" fmla="*/ 9067800 w 10725150"/>
              <a:gd name="connsiteY5-12" fmla="*/ 1045 h 2877595"/>
              <a:gd name="connsiteX6-13" fmla="*/ 10725150 w 10725150"/>
              <a:gd name="connsiteY6-14" fmla="*/ 696788 h 28775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725150" h="2877595">
                <a:moveTo>
                  <a:pt x="0" y="2877595"/>
                </a:moveTo>
                <a:cubicBezTo>
                  <a:pt x="455612" y="2129882"/>
                  <a:pt x="911225" y="1382170"/>
                  <a:pt x="1600200" y="1239295"/>
                </a:cubicBezTo>
                <a:cubicBezTo>
                  <a:pt x="2289175" y="1096420"/>
                  <a:pt x="3419475" y="2160045"/>
                  <a:pt x="4133850" y="2020345"/>
                </a:cubicBezTo>
                <a:cubicBezTo>
                  <a:pt x="4848225" y="1880645"/>
                  <a:pt x="5327650" y="594770"/>
                  <a:pt x="5886450" y="401095"/>
                </a:cubicBezTo>
                <a:cubicBezTo>
                  <a:pt x="6445250" y="207420"/>
                  <a:pt x="6956425" y="924970"/>
                  <a:pt x="7486650" y="858295"/>
                </a:cubicBezTo>
                <a:cubicBezTo>
                  <a:pt x="8016875" y="791620"/>
                  <a:pt x="8528050" y="27963"/>
                  <a:pt x="9067800" y="1045"/>
                </a:cubicBezTo>
                <a:cubicBezTo>
                  <a:pt x="9607550" y="-25873"/>
                  <a:pt x="10277475" y="474538"/>
                  <a:pt x="10725150" y="696788"/>
                </a:cubicBezTo>
              </a:path>
            </a:pathLst>
          </a:custGeom>
          <a:noFill/>
          <a:ln>
            <a:gradFill flip="none" rotWithShape="1">
              <a:gsLst>
                <a:gs pos="1770">
                  <a:schemeClr val="accent1">
                    <a:lumMod val="20000"/>
                    <a:lumOff val="80000"/>
                    <a:alpha val="0"/>
                  </a:schemeClr>
                </a:gs>
                <a:gs pos="26000">
                  <a:schemeClr val="accent1">
                    <a:lumMod val="20000"/>
                    <a:lumOff val="80000"/>
                    <a:alpha val="80000"/>
                  </a:schemeClr>
                </a:gs>
                <a:gs pos="97345">
                  <a:schemeClr val="accent1">
                    <a:alpha val="0"/>
                  </a:schemeClr>
                </a:gs>
                <a:gs pos="65000">
                  <a:schemeClr val="accent1">
                    <a:alpha val="10000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latin typeface="优设标题黑" panose="00000500000000000000" pitchFamily="2" charset="-122"/>
              <a:ea typeface="优设标题黑" panose="00000500000000000000" pitchFamily="2" charset="-122"/>
              <a:sym typeface="MiSans Normal" panose="00000500000000000000" charset="-122"/>
            </a:endParaRPr>
          </a:p>
        </p:txBody>
      </p:sp>
      <p:sp>
        <p:nvSpPr>
          <p:cNvPr id="11" name="任意多边形: 形状 46"/>
          <p:cNvSpPr/>
          <p:nvPr>
            <p:custDataLst>
              <p:tags r:id="rId4"/>
            </p:custDataLst>
          </p:nvPr>
        </p:nvSpPr>
        <p:spPr>
          <a:xfrm>
            <a:off x="39370" y="3303588"/>
            <a:ext cx="12131675" cy="2120265"/>
          </a:xfrm>
          <a:custGeom>
            <a:avLst/>
            <a:gdLst>
              <a:gd name="connsiteX0" fmla="*/ 0 w 10458450"/>
              <a:gd name="connsiteY0" fmla="*/ 2894164 h 2894164"/>
              <a:gd name="connsiteX1" fmla="*/ 1600200 w 10458450"/>
              <a:gd name="connsiteY1" fmla="*/ 1255864 h 2894164"/>
              <a:gd name="connsiteX2" fmla="*/ 4133850 w 10458450"/>
              <a:gd name="connsiteY2" fmla="*/ 2036914 h 2894164"/>
              <a:gd name="connsiteX3" fmla="*/ 5886450 w 10458450"/>
              <a:gd name="connsiteY3" fmla="*/ 417664 h 2894164"/>
              <a:gd name="connsiteX4" fmla="*/ 7486650 w 10458450"/>
              <a:gd name="connsiteY4" fmla="*/ 874864 h 2894164"/>
              <a:gd name="connsiteX5" fmla="*/ 9067800 w 10458450"/>
              <a:gd name="connsiteY5" fmla="*/ 17614 h 2894164"/>
              <a:gd name="connsiteX6" fmla="*/ 10458450 w 10458450"/>
              <a:gd name="connsiteY6" fmla="*/ 379564 h 2894164"/>
              <a:gd name="connsiteX0-1" fmla="*/ 0 w 11144250"/>
              <a:gd name="connsiteY0-2" fmla="*/ 2989373 h 2989373"/>
              <a:gd name="connsiteX1-3" fmla="*/ 2286000 w 11144250"/>
              <a:gd name="connsiteY1-4" fmla="*/ 1255864 h 2989373"/>
              <a:gd name="connsiteX2-5" fmla="*/ 4819650 w 11144250"/>
              <a:gd name="connsiteY2-6" fmla="*/ 2036914 h 2989373"/>
              <a:gd name="connsiteX3-7" fmla="*/ 6572250 w 11144250"/>
              <a:gd name="connsiteY3-8" fmla="*/ 417664 h 2989373"/>
              <a:gd name="connsiteX4-9" fmla="*/ 8172450 w 11144250"/>
              <a:gd name="connsiteY4-10" fmla="*/ 874864 h 2989373"/>
              <a:gd name="connsiteX5-11" fmla="*/ 9753600 w 11144250"/>
              <a:gd name="connsiteY5-12" fmla="*/ 17614 h 2989373"/>
              <a:gd name="connsiteX6-13" fmla="*/ 11144250 w 11144250"/>
              <a:gd name="connsiteY6-14" fmla="*/ 379564 h 2989373"/>
              <a:gd name="connsiteX0-15" fmla="*/ 0 w 10810875"/>
              <a:gd name="connsiteY0-16" fmla="*/ 2972623 h 2972623"/>
              <a:gd name="connsiteX1-17" fmla="*/ 2286000 w 10810875"/>
              <a:gd name="connsiteY1-18" fmla="*/ 1239114 h 2972623"/>
              <a:gd name="connsiteX2-19" fmla="*/ 4819650 w 10810875"/>
              <a:gd name="connsiteY2-20" fmla="*/ 2020164 h 2972623"/>
              <a:gd name="connsiteX3-21" fmla="*/ 6572250 w 10810875"/>
              <a:gd name="connsiteY3-22" fmla="*/ 400914 h 2972623"/>
              <a:gd name="connsiteX4-23" fmla="*/ 8172450 w 10810875"/>
              <a:gd name="connsiteY4-24" fmla="*/ 858114 h 2972623"/>
              <a:gd name="connsiteX5-25" fmla="*/ 9753600 w 10810875"/>
              <a:gd name="connsiteY5-26" fmla="*/ 864 h 2972623"/>
              <a:gd name="connsiteX6-27" fmla="*/ 10810875 w 10810875"/>
              <a:gd name="connsiteY6-28" fmla="*/ 709959 h 297262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810875" h="2972623">
                <a:moveTo>
                  <a:pt x="0" y="2972623"/>
                </a:moveTo>
                <a:cubicBezTo>
                  <a:pt x="455612" y="2224910"/>
                  <a:pt x="1482725" y="1397857"/>
                  <a:pt x="2286000" y="1239114"/>
                </a:cubicBezTo>
                <a:cubicBezTo>
                  <a:pt x="3089275" y="1080371"/>
                  <a:pt x="4105275" y="2159864"/>
                  <a:pt x="4819650" y="2020164"/>
                </a:cubicBezTo>
                <a:cubicBezTo>
                  <a:pt x="5534025" y="1880464"/>
                  <a:pt x="6013450" y="594589"/>
                  <a:pt x="6572250" y="400914"/>
                </a:cubicBezTo>
                <a:cubicBezTo>
                  <a:pt x="7131050" y="207239"/>
                  <a:pt x="7642225" y="924789"/>
                  <a:pt x="8172450" y="858114"/>
                </a:cubicBezTo>
                <a:cubicBezTo>
                  <a:pt x="8702675" y="791439"/>
                  <a:pt x="9313863" y="25557"/>
                  <a:pt x="9753600" y="864"/>
                </a:cubicBezTo>
                <a:cubicBezTo>
                  <a:pt x="10193338" y="-23829"/>
                  <a:pt x="10363200" y="487709"/>
                  <a:pt x="10810875" y="709959"/>
                </a:cubicBezTo>
              </a:path>
            </a:pathLst>
          </a:custGeom>
          <a:noFill/>
          <a:ln>
            <a:gradFill flip="none" rotWithShape="1">
              <a:gsLst>
                <a:gs pos="1770">
                  <a:schemeClr val="accent1">
                    <a:lumMod val="20000"/>
                    <a:lumOff val="80000"/>
                    <a:alpha val="0"/>
                  </a:schemeClr>
                </a:gs>
                <a:gs pos="26000">
                  <a:schemeClr val="accent1">
                    <a:lumMod val="20000"/>
                    <a:lumOff val="80000"/>
                    <a:alpha val="80000"/>
                  </a:schemeClr>
                </a:gs>
                <a:gs pos="97345">
                  <a:schemeClr val="accent1">
                    <a:alpha val="0"/>
                  </a:schemeClr>
                </a:gs>
                <a:gs pos="65000">
                  <a:schemeClr val="accent1">
                    <a:alpha val="10000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latin typeface="优设标题黑" panose="00000500000000000000" pitchFamily="2" charset="-122"/>
              <a:ea typeface="优设标题黑" panose="00000500000000000000" pitchFamily="2" charset="-122"/>
              <a:sym typeface="MiSans Normal" panose="00000500000000000000" charset="-122"/>
            </a:endParaRPr>
          </a:p>
        </p:txBody>
      </p:sp>
      <p:sp>
        <p:nvSpPr>
          <p:cNvPr id="12" name="任意多边形: 形状 47"/>
          <p:cNvSpPr/>
          <p:nvPr>
            <p:custDataLst>
              <p:tags r:id="rId5"/>
            </p:custDataLst>
          </p:nvPr>
        </p:nvSpPr>
        <p:spPr>
          <a:xfrm>
            <a:off x="86995" y="3331528"/>
            <a:ext cx="12045950" cy="2138045"/>
          </a:xfrm>
          <a:custGeom>
            <a:avLst/>
            <a:gdLst>
              <a:gd name="connsiteX0" fmla="*/ 0 w 10458450"/>
              <a:gd name="connsiteY0" fmla="*/ 2894164 h 2894164"/>
              <a:gd name="connsiteX1" fmla="*/ 1600200 w 10458450"/>
              <a:gd name="connsiteY1" fmla="*/ 1255864 h 2894164"/>
              <a:gd name="connsiteX2" fmla="*/ 4133850 w 10458450"/>
              <a:gd name="connsiteY2" fmla="*/ 2036914 h 2894164"/>
              <a:gd name="connsiteX3" fmla="*/ 5886450 w 10458450"/>
              <a:gd name="connsiteY3" fmla="*/ 417664 h 2894164"/>
              <a:gd name="connsiteX4" fmla="*/ 7486650 w 10458450"/>
              <a:gd name="connsiteY4" fmla="*/ 874864 h 2894164"/>
              <a:gd name="connsiteX5" fmla="*/ 9067800 w 10458450"/>
              <a:gd name="connsiteY5" fmla="*/ 17614 h 2894164"/>
              <a:gd name="connsiteX6" fmla="*/ 10458450 w 10458450"/>
              <a:gd name="connsiteY6" fmla="*/ 379564 h 2894164"/>
              <a:gd name="connsiteX0-1" fmla="*/ 0 w 11696700"/>
              <a:gd name="connsiteY0-2" fmla="*/ 3052845 h 3052845"/>
              <a:gd name="connsiteX1-3" fmla="*/ 2838450 w 11696700"/>
              <a:gd name="connsiteY1-4" fmla="*/ 1255864 h 3052845"/>
              <a:gd name="connsiteX2-5" fmla="*/ 5372100 w 11696700"/>
              <a:gd name="connsiteY2-6" fmla="*/ 2036914 h 3052845"/>
              <a:gd name="connsiteX3-7" fmla="*/ 7124700 w 11696700"/>
              <a:gd name="connsiteY3-8" fmla="*/ 417664 h 3052845"/>
              <a:gd name="connsiteX4-9" fmla="*/ 8724900 w 11696700"/>
              <a:gd name="connsiteY4-10" fmla="*/ 874864 h 3052845"/>
              <a:gd name="connsiteX5-11" fmla="*/ 10306050 w 11696700"/>
              <a:gd name="connsiteY5-12" fmla="*/ 17614 h 3052845"/>
              <a:gd name="connsiteX6-13" fmla="*/ 11696700 w 11696700"/>
              <a:gd name="connsiteY6-14" fmla="*/ 379564 h 3052845"/>
              <a:gd name="connsiteX0-15" fmla="*/ 0 w 10734675"/>
              <a:gd name="connsiteY0-16" fmla="*/ 3036950 h 3036950"/>
              <a:gd name="connsiteX1-17" fmla="*/ 2838450 w 10734675"/>
              <a:gd name="connsiteY1-18" fmla="*/ 1239969 h 3036950"/>
              <a:gd name="connsiteX2-19" fmla="*/ 5372100 w 10734675"/>
              <a:gd name="connsiteY2-20" fmla="*/ 2021019 h 3036950"/>
              <a:gd name="connsiteX3-21" fmla="*/ 7124700 w 10734675"/>
              <a:gd name="connsiteY3-22" fmla="*/ 401769 h 3036950"/>
              <a:gd name="connsiteX4-23" fmla="*/ 8724900 w 10734675"/>
              <a:gd name="connsiteY4-24" fmla="*/ 858969 h 3036950"/>
              <a:gd name="connsiteX5-25" fmla="*/ 10306050 w 10734675"/>
              <a:gd name="connsiteY5-26" fmla="*/ 1719 h 3036950"/>
              <a:gd name="connsiteX6-27" fmla="*/ 10734675 w 10734675"/>
              <a:gd name="connsiteY6-28" fmla="*/ 657407 h 3036950"/>
              <a:gd name="connsiteX0-29" fmla="*/ 0 w 10734675"/>
              <a:gd name="connsiteY0-30" fmla="*/ 2997048 h 2997048"/>
              <a:gd name="connsiteX1-31" fmla="*/ 2838450 w 10734675"/>
              <a:gd name="connsiteY1-32" fmla="*/ 1200067 h 2997048"/>
              <a:gd name="connsiteX2-33" fmla="*/ 5372100 w 10734675"/>
              <a:gd name="connsiteY2-34" fmla="*/ 1981117 h 2997048"/>
              <a:gd name="connsiteX3-35" fmla="*/ 7124700 w 10734675"/>
              <a:gd name="connsiteY3-36" fmla="*/ 361867 h 2997048"/>
              <a:gd name="connsiteX4-37" fmla="*/ 8724900 w 10734675"/>
              <a:gd name="connsiteY4-38" fmla="*/ 819067 h 2997048"/>
              <a:gd name="connsiteX5-39" fmla="*/ 10020300 w 10734675"/>
              <a:gd name="connsiteY5-40" fmla="*/ 1872 h 2997048"/>
              <a:gd name="connsiteX6-41" fmla="*/ 10734675 w 10734675"/>
              <a:gd name="connsiteY6-42" fmla="*/ 617505 h 2997048"/>
              <a:gd name="connsiteX0-43" fmla="*/ 0 w 10734675"/>
              <a:gd name="connsiteY0-44" fmla="*/ 2997048 h 2997048"/>
              <a:gd name="connsiteX1-45" fmla="*/ 2838450 w 10734675"/>
              <a:gd name="connsiteY1-46" fmla="*/ 1200067 h 2997048"/>
              <a:gd name="connsiteX2-47" fmla="*/ 5372100 w 10734675"/>
              <a:gd name="connsiteY2-48" fmla="*/ 1981117 h 2997048"/>
              <a:gd name="connsiteX3-49" fmla="*/ 6768621 w 10734675"/>
              <a:gd name="connsiteY3-50" fmla="*/ 393912 h 2997048"/>
              <a:gd name="connsiteX4-51" fmla="*/ 8724900 w 10734675"/>
              <a:gd name="connsiteY4-52" fmla="*/ 819067 h 2997048"/>
              <a:gd name="connsiteX5-53" fmla="*/ 10020300 w 10734675"/>
              <a:gd name="connsiteY5-54" fmla="*/ 1872 h 2997048"/>
              <a:gd name="connsiteX6-55" fmla="*/ 10734675 w 10734675"/>
              <a:gd name="connsiteY6-56" fmla="*/ 617505 h 299704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734675" h="2997048">
                <a:moveTo>
                  <a:pt x="0" y="2997048"/>
                </a:moveTo>
                <a:cubicBezTo>
                  <a:pt x="455612" y="2249335"/>
                  <a:pt x="1943100" y="1369389"/>
                  <a:pt x="2838450" y="1200067"/>
                </a:cubicBezTo>
                <a:cubicBezTo>
                  <a:pt x="3733800" y="1030745"/>
                  <a:pt x="4717072" y="2115476"/>
                  <a:pt x="5372100" y="1981117"/>
                </a:cubicBezTo>
                <a:cubicBezTo>
                  <a:pt x="6027128" y="1846758"/>
                  <a:pt x="6209821" y="587587"/>
                  <a:pt x="6768621" y="393912"/>
                </a:cubicBezTo>
                <a:cubicBezTo>
                  <a:pt x="7327421" y="200237"/>
                  <a:pt x="8182954" y="884407"/>
                  <a:pt x="8724900" y="819067"/>
                </a:cubicBezTo>
                <a:cubicBezTo>
                  <a:pt x="9266846" y="753727"/>
                  <a:pt x="9685337" y="35466"/>
                  <a:pt x="10020300" y="1872"/>
                </a:cubicBezTo>
                <a:cubicBezTo>
                  <a:pt x="10355263" y="-31722"/>
                  <a:pt x="10287000" y="395255"/>
                  <a:pt x="10734675" y="617505"/>
                </a:cubicBezTo>
              </a:path>
            </a:pathLst>
          </a:custGeom>
          <a:noFill/>
          <a:ln>
            <a:gradFill flip="none" rotWithShape="1">
              <a:gsLst>
                <a:gs pos="1770">
                  <a:schemeClr val="accent1">
                    <a:lumMod val="20000"/>
                    <a:lumOff val="80000"/>
                    <a:alpha val="0"/>
                  </a:schemeClr>
                </a:gs>
                <a:gs pos="26000">
                  <a:schemeClr val="accent1">
                    <a:lumMod val="20000"/>
                    <a:lumOff val="80000"/>
                    <a:alpha val="100000"/>
                  </a:schemeClr>
                </a:gs>
                <a:gs pos="97345">
                  <a:schemeClr val="accent1">
                    <a:alpha val="0"/>
                  </a:schemeClr>
                </a:gs>
                <a:gs pos="65000">
                  <a:schemeClr val="accent1">
                    <a:alpha val="10000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优设标题黑" panose="00000500000000000000" pitchFamily="2" charset="-122"/>
              <a:ea typeface="优设标题黑" panose="00000500000000000000" pitchFamily="2" charset="-122"/>
            </a:endParaRPr>
          </a:p>
        </p:txBody>
      </p:sp>
      <p:sp>
        <p:nvSpPr>
          <p:cNvPr id="13" name="任意多边形: 形状 48"/>
          <p:cNvSpPr/>
          <p:nvPr>
            <p:custDataLst>
              <p:tags r:id="rId6"/>
            </p:custDataLst>
          </p:nvPr>
        </p:nvSpPr>
        <p:spPr>
          <a:xfrm>
            <a:off x="34925" y="3302953"/>
            <a:ext cx="12127865" cy="2128520"/>
          </a:xfrm>
          <a:custGeom>
            <a:avLst/>
            <a:gdLst>
              <a:gd name="connsiteX0" fmla="*/ 0 w 10458450"/>
              <a:gd name="connsiteY0" fmla="*/ 2894164 h 2894164"/>
              <a:gd name="connsiteX1" fmla="*/ 1600200 w 10458450"/>
              <a:gd name="connsiteY1" fmla="*/ 1255864 h 2894164"/>
              <a:gd name="connsiteX2" fmla="*/ 4133850 w 10458450"/>
              <a:gd name="connsiteY2" fmla="*/ 2036914 h 2894164"/>
              <a:gd name="connsiteX3" fmla="*/ 5886450 w 10458450"/>
              <a:gd name="connsiteY3" fmla="*/ 417664 h 2894164"/>
              <a:gd name="connsiteX4" fmla="*/ 7486650 w 10458450"/>
              <a:gd name="connsiteY4" fmla="*/ 874864 h 2894164"/>
              <a:gd name="connsiteX5" fmla="*/ 9067800 w 10458450"/>
              <a:gd name="connsiteY5" fmla="*/ 17614 h 2894164"/>
              <a:gd name="connsiteX6" fmla="*/ 10458450 w 10458450"/>
              <a:gd name="connsiteY6" fmla="*/ 379564 h 2894164"/>
              <a:gd name="connsiteX0-1" fmla="*/ 0 w 10255250"/>
              <a:gd name="connsiteY0-2" fmla="*/ 2999951 h 2999951"/>
              <a:gd name="connsiteX1-3" fmla="*/ 1397000 w 10255250"/>
              <a:gd name="connsiteY1-4" fmla="*/ 1255864 h 2999951"/>
              <a:gd name="connsiteX2-5" fmla="*/ 3930650 w 10255250"/>
              <a:gd name="connsiteY2-6" fmla="*/ 2036914 h 2999951"/>
              <a:gd name="connsiteX3-7" fmla="*/ 5683250 w 10255250"/>
              <a:gd name="connsiteY3-8" fmla="*/ 417664 h 2999951"/>
              <a:gd name="connsiteX4-9" fmla="*/ 7283450 w 10255250"/>
              <a:gd name="connsiteY4-10" fmla="*/ 874864 h 2999951"/>
              <a:gd name="connsiteX5-11" fmla="*/ 8864600 w 10255250"/>
              <a:gd name="connsiteY5-12" fmla="*/ 17614 h 2999951"/>
              <a:gd name="connsiteX6-13" fmla="*/ 10255250 w 10255250"/>
              <a:gd name="connsiteY6-14" fmla="*/ 379564 h 2999951"/>
              <a:gd name="connsiteX0-15" fmla="*/ 0 w 10807700"/>
              <a:gd name="connsiteY0-16" fmla="*/ 2983584 h 2983584"/>
              <a:gd name="connsiteX1-17" fmla="*/ 1397000 w 10807700"/>
              <a:gd name="connsiteY1-18" fmla="*/ 1239497 h 2983584"/>
              <a:gd name="connsiteX2-19" fmla="*/ 3930650 w 10807700"/>
              <a:gd name="connsiteY2-20" fmla="*/ 2020547 h 2983584"/>
              <a:gd name="connsiteX3-21" fmla="*/ 5683250 w 10807700"/>
              <a:gd name="connsiteY3-22" fmla="*/ 401297 h 2983584"/>
              <a:gd name="connsiteX4-23" fmla="*/ 7283450 w 10807700"/>
              <a:gd name="connsiteY4-24" fmla="*/ 858497 h 2983584"/>
              <a:gd name="connsiteX5-25" fmla="*/ 8864600 w 10807700"/>
              <a:gd name="connsiteY5-26" fmla="*/ 1247 h 2983584"/>
              <a:gd name="connsiteX6-27" fmla="*/ 10807700 w 10807700"/>
              <a:gd name="connsiteY6-28" fmla="*/ 683638 h 29835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807700" h="2983584">
                <a:moveTo>
                  <a:pt x="0" y="2983584"/>
                </a:moveTo>
                <a:cubicBezTo>
                  <a:pt x="455612" y="2235871"/>
                  <a:pt x="741892" y="1400003"/>
                  <a:pt x="1397000" y="1239497"/>
                </a:cubicBezTo>
                <a:cubicBezTo>
                  <a:pt x="2052108" y="1078991"/>
                  <a:pt x="3216275" y="2160247"/>
                  <a:pt x="3930650" y="2020547"/>
                </a:cubicBezTo>
                <a:cubicBezTo>
                  <a:pt x="4645025" y="1880847"/>
                  <a:pt x="5124450" y="594972"/>
                  <a:pt x="5683250" y="401297"/>
                </a:cubicBezTo>
                <a:cubicBezTo>
                  <a:pt x="6242050" y="207622"/>
                  <a:pt x="6753225" y="925172"/>
                  <a:pt x="7283450" y="858497"/>
                </a:cubicBezTo>
                <a:cubicBezTo>
                  <a:pt x="7813675" y="791822"/>
                  <a:pt x="8277225" y="30390"/>
                  <a:pt x="8864600" y="1247"/>
                </a:cubicBezTo>
                <a:cubicBezTo>
                  <a:pt x="9451975" y="-27896"/>
                  <a:pt x="10360025" y="461388"/>
                  <a:pt x="10807700" y="683638"/>
                </a:cubicBezTo>
              </a:path>
            </a:pathLst>
          </a:custGeom>
          <a:noFill/>
          <a:ln>
            <a:gradFill flip="none" rotWithShape="1">
              <a:gsLst>
                <a:gs pos="1770">
                  <a:schemeClr val="accent1">
                    <a:lumMod val="20000"/>
                    <a:lumOff val="80000"/>
                    <a:alpha val="0"/>
                  </a:schemeClr>
                </a:gs>
                <a:gs pos="26000">
                  <a:schemeClr val="accent1">
                    <a:lumMod val="20000"/>
                    <a:lumOff val="80000"/>
                    <a:alpha val="80000"/>
                  </a:schemeClr>
                </a:gs>
                <a:gs pos="97345">
                  <a:schemeClr val="accent1">
                    <a:alpha val="0"/>
                  </a:schemeClr>
                </a:gs>
                <a:gs pos="65000">
                  <a:schemeClr val="accent1">
                    <a:alpha val="10000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latin typeface="优设标题黑" panose="00000500000000000000" pitchFamily="2" charset="-122"/>
              <a:ea typeface="优设标题黑" panose="00000500000000000000" pitchFamily="2" charset="-122"/>
              <a:sym typeface="MiSans Normal" panose="00000500000000000000" charset="-122"/>
            </a:endParaRPr>
          </a:p>
        </p:txBody>
      </p:sp>
      <p:sp>
        <p:nvSpPr>
          <p:cNvPr id="14" name="任意多边形: 形状 49"/>
          <p:cNvSpPr/>
          <p:nvPr>
            <p:custDataLst>
              <p:tags r:id="rId7"/>
            </p:custDataLst>
          </p:nvPr>
        </p:nvSpPr>
        <p:spPr>
          <a:xfrm>
            <a:off x="307975" y="3302953"/>
            <a:ext cx="11864340" cy="2052955"/>
          </a:xfrm>
          <a:custGeom>
            <a:avLst/>
            <a:gdLst>
              <a:gd name="connsiteX0" fmla="*/ 0 w 10458450"/>
              <a:gd name="connsiteY0" fmla="*/ 2894164 h 2894164"/>
              <a:gd name="connsiteX1" fmla="*/ 1600200 w 10458450"/>
              <a:gd name="connsiteY1" fmla="*/ 1255864 h 2894164"/>
              <a:gd name="connsiteX2" fmla="*/ 4133850 w 10458450"/>
              <a:gd name="connsiteY2" fmla="*/ 2036914 h 2894164"/>
              <a:gd name="connsiteX3" fmla="*/ 5886450 w 10458450"/>
              <a:gd name="connsiteY3" fmla="*/ 417664 h 2894164"/>
              <a:gd name="connsiteX4" fmla="*/ 7486650 w 10458450"/>
              <a:gd name="connsiteY4" fmla="*/ 874864 h 2894164"/>
              <a:gd name="connsiteX5" fmla="*/ 9067800 w 10458450"/>
              <a:gd name="connsiteY5" fmla="*/ 17614 h 2894164"/>
              <a:gd name="connsiteX6" fmla="*/ 10458450 w 10458450"/>
              <a:gd name="connsiteY6" fmla="*/ 379564 h 2894164"/>
              <a:gd name="connsiteX0-1" fmla="*/ 0 w 10572750"/>
              <a:gd name="connsiteY0-2" fmla="*/ 2877797 h 2877797"/>
              <a:gd name="connsiteX1-3" fmla="*/ 1600200 w 10572750"/>
              <a:gd name="connsiteY1-4" fmla="*/ 1239497 h 2877797"/>
              <a:gd name="connsiteX2-5" fmla="*/ 4133850 w 10572750"/>
              <a:gd name="connsiteY2-6" fmla="*/ 2020547 h 2877797"/>
              <a:gd name="connsiteX3-7" fmla="*/ 5886450 w 10572750"/>
              <a:gd name="connsiteY3-8" fmla="*/ 401297 h 2877797"/>
              <a:gd name="connsiteX4-9" fmla="*/ 7486650 w 10572750"/>
              <a:gd name="connsiteY4-10" fmla="*/ 858497 h 2877797"/>
              <a:gd name="connsiteX5-11" fmla="*/ 9067800 w 10572750"/>
              <a:gd name="connsiteY5-12" fmla="*/ 1247 h 2877797"/>
              <a:gd name="connsiteX6-13" fmla="*/ 10572750 w 10572750"/>
              <a:gd name="connsiteY6-14" fmla="*/ 683638 h 2877797"/>
              <a:gd name="connsiteX0-15" fmla="*/ 0 w 10572750"/>
              <a:gd name="connsiteY0-16" fmla="*/ 2877797 h 2877797"/>
              <a:gd name="connsiteX1-17" fmla="*/ 1600200 w 10572750"/>
              <a:gd name="connsiteY1-18" fmla="*/ 1239497 h 2877797"/>
              <a:gd name="connsiteX2-19" fmla="*/ 4133850 w 10572750"/>
              <a:gd name="connsiteY2-20" fmla="*/ 2020547 h 2877797"/>
              <a:gd name="connsiteX3-21" fmla="*/ 5886450 w 10572750"/>
              <a:gd name="connsiteY3-22" fmla="*/ 401297 h 2877797"/>
              <a:gd name="connsiteX4-23" fmla="*/ 7486650 w 10572750"/>
              <a:gd name="connsiteY4-24" fmla="*/ 858497 h 2877797"/>
              <a:gd name="connsiteX5-25" fmla="*/ 9067800 w 10572750"/>
              <a:gd name="connsiteY5-26" fmla="*/ 1247 h 2877797"/>
              <a:gd name="connsiteX6-27" fmla="*/ 10572750 w 10572750"/>
              <a:gd name="connsiteY6-28" fmla="*/ 683638 h 28777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572750" h="2877797">
                <a:moveTo>
                  <a:pt x="0" y="2877797"/>
                </a:moveTo>
                <a:cubicBezTo>
                  <a:pt x="455612" y="2130084"/>
                  <a:pt x="911225" y="1382372"/>
                  <a:pt x="1600200" y="1239497"/>
                </a:cubicBezTo>
                <a:cubicBezTo>
                  <a:pt x="2289175" y="1096622"/>
                  <a:pt x="3419475" y="2160247"/>
                  <a:pt x="4133850" y="2020547"/>
                </a:cubicBezTo>
                <a:cubicBezTo>
                  <a:pt x="4848225" y="1880847"/>
                  <a:pt x="5464147" y="799698"/>
                  <a:pt x="5886450" y="401297"/>
                </a:cubicBezTo>
                <a:cubicBezTo>
                  <a:pt x="6308753" y="2896"/>
                  <a:pt x="6956425" y="925172"/>
                  <a:pt x="7486650" y="858497"/>
                </a:cubicBezTo>
                <a:cubicBezTo>
                  <a:pt x="8016875" y="791822"/>
                  <a:pt x="8553450" y="30390"/>
                  <a:pt x="9067800" y="1247"/>
                </a:cubicBezTo>
                <a:cubicBezTo>
                  <a:pt x="9582150" y="-27896"/>
                  <a:pt x="10125075" y="461388"/>
                  <a:pt x="10572750" y="683638"/>
                </a:cubicBezTo>
              </a:path>
            </a:pathLst>
          </a:custGeom>
          <a:noFill/>
          <a:ln>
            <a:gradFill flip="none" rotWithShape="1">
              <a:gsLst>
                <a:gs pos="1770">
                  <a:schemeClr val="accent1">
                    <a:lumMod val="20000"/>
                    <a:lumOff val="80000"/>
                    <a:alpha val="0"/>
                  </a:schemeClr>
                </a:gs>
                <a:gs pos="26000">
                  <a:schemeClr val="accent1">
                    <a:lumMod val="20000"/>
                    <a:lumOff val="80000"/>
                    <a:alpha val="80000"/>
                  </a:schemeClr>
                </a:gs>
                <a:gs pos="97345">
                  <a:schemeClr val="accent1">
                    <a:alpha val="0"/>
                  </a:schemeClr>
                </a:gs>
                <a:gs pos="65000">
                  <a:schemeClr val="accent1">
                    <a:alpha val="10000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latin typeface="优设标题黑" panose="00000500000000000000" pitchFamily="2" charset="-122"/>
              <a:ea typeface="优设标题黑" panose="00000500000000000000" pitchFamily="2" charset="-122"/>
              <a:sym typeface="MiSans Normal" panose="00000500000000000000" charset="-122"/>
            </a:endParaRPr>
          </a:p>
        </p:txBody>
      </p:sp>
      <p:sp>
        <p:nvSpPr>
          <p:cNvPr id="15" name="任意多边形: 形状 50"/>
          <p:cNvSpPr/>
          <p:nvPr>
            <p:custDataLst>
              <p:tags r:id="rId8"/>
            </p:custDataLst>
          </p:nvPr>
        </p:nvSpPr>
        <p:spPr>
          <a:xfrm>
            <a:off x="28575" y="3317558"/>
            <a:ext cx="12163425" cy="2188845"/>
          </a:xfrm>
          <a:custGeom>
            <a:avLst/>
            <a:gdLst>
              <a:gd name="connsiteX0" fmla="*/ 0 w 10458450"/>
              <a:gd name="connsiteY0" fmla="*/ 2894164 h 2894164"/>
              <a:gd name="connsiteX1" fmla="*/ 1600200 w 10458450"/>
              <a:gd name="connsiteY1" fmla="*/ 1255864 h 2894164"/>
              <a:gd name="connsiteX2" fmla="*/ 4133850 w 10458450"/>
              <a:gd name="connsiteY2" fmla="*/ 2036914 h 2894164"/>
              <a:gd name="connsiteX3" fmla="*/ 5886450 w 10458450"/>
              <a:gd name="connsiteY3" fmla="*/ 417664 h 2894164"/>
              <a:gd name="connsiteX4" fmla="*/ 7486650 w 10458450"/>
              <a:gd name="connsiteY4" fmla="*/ 874864 h 2894164"/>
              <a:gd name="connsiteX5" fmla="*/ 9067800 w 10458450"/>
              <a:gd name="connsiteY5" fmla="*/ 17614 h 2894164"/>
              <a:gd name="connsiteX6" fmla="*/ 10458450 w 10458450"/>
              <a:gd name="connsiteY6" fmla="*/ 379564 h 2894164"/>
              <a:gd name="connsiteX0-1" fmla="*/ 0 w 11315700"/>
              <a:gd name="connsiteY0-2" fmla="*/ 3084581 h 3084581"/>
              <a:gd name="connsiteX1-3" fmla="*/ 2457450 w 11315700"/>
              <a:gd name="connsiteY1-4" fmla="*/ 1255864 h 3084581"/>
              <a:gd name="connsiteX2-5" fmla="*/ 4991100 w 11315700"/>
              <a:gd name="connsiteY2-6" fmla="*/ 2036914 h 3084581"/>
              <a:gd name="connsiteX3-7" fmla="*/ 6743700 w 11315700"/>
              <a:gd name="connsiteY3-8" fmla="*/ 417664 h 3084581"/>
              <a:gd name="connsiteX4-9" fmla="*/ 8343900 w 11315700"/>
              <a:gd name="connsiteY4-10" fmla="*/ 874864 h 3084581"/>
              <a:gd name="connsiteX5-11" fmla="*/ 9925050 w 11315700"/>
              <a:gd name="connsiteY5-12" fmla="*/ 17614 h 3084581"/>
              <a:gd name="connsiteX6-13" fmla="*/ 11315700 w 11315700"/>
              <a:gd name="connsiteY6-14" fmla="*/ 379564 h 3084581"/>
              <a:gd name="connsiteX0-15" fmla="*/ 0 w 10839450"/>
              <a:gd name="connsiteY0-16" fmla="*/ 3068438 h 3068438"/>
              <a:gd name="connsiteX1-17" fmla="*/ 2457450 w 10839450"/>
              <a:gd name="connsiteY1-18" fmla="*/ 1239721 h 3068438"/>
              <a:gd name="connsiteX2-19" fmla="*/ 4991100 w 10839450"/>
              <a:gd name="connsiteY2-20" fmla="*/ 2020771 h 3068438"/>
              <a:gd name="connsiteX3-21" fmla="*/ 6743700 w 10839450"/>
              <a:gd name="connsiteY3-22" fmla="*/ 401521 h 3068438"/>
              <a:gd name="connsiteX4-23" fmla="*/ 8343900 w 10839450"/>
              <a:gd name="connsiteY4-24" fmla="*/ 858721 h 3068438"/>
              <a:gd name="connsiteX5-25" fmla="*/ 9925050 w 10839450"/>
              <a:gd name="connsiteY5-26" fmla="*/ 1471 h 3068438"/>
              <a:gd name="connsiteX6-27" fmla="*/ 10839450 w 10839450"/>
              <a:gd name="connsiteY6-28" fmla="*/ 670511 h 306843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839450" h="3068438">
                <a:moveTo>
                  <a:pt x="0" y="3068438"/>
                </a:moveTo>
                <a:cubicBezTo>
                  <a:pt x="455612" y="2320725"/>
                  <a:pt x="1625600" y="1414332"/>
                  <a:pt x="2457450" y="1239721"/>
                </a:cubicBezTo>
                <a:cubicBezTo>
                  <a:pt x="3289300" y="1065110"/>
                  <a:pt x="4276725" y="2160471"/>
                  <a:pt x="4991100" y="2020771"/>
                </a:cubicBezTo>
                <a:cubicBezTo>
                  <a:pt x="5705475" y="1881071"/>
                  <a:pt x="6184900" y="595196"/>
                  <a:pt x="6743700" y="401521"/>
                </a:cubicBezTo>
                <a:cubicBezTo>
                  <a:pt x="7302500" y="207846"/>
                  <a:pt x="7813675" y="925396"/>
                  <a:pt x="8343900" y="858721"/>
                </a:cubicBezTo>
                <a:cubicBezTo>
                  <a:pt x="8874125" y="792046"/>
                  <a:pt x="9509125" y="32839"/>
                  <a:pt x="9925050" y="1471"/>
                </a:cubicBezTo>
                <a:cubicBezTo>
                  <a:pt x="10340975" y="-29897"/>
                  <a:pt x="10391775" y="448261"/>
                  <a:pt x="10839450" y="670511"/>
                </a:cubicBezTo>
              </a:path>
            </a:pathLst>
          </a:custGeom>
          <a:noFill/>
          <a:ln>
            <a:gradFill flip="none" rotWithShape="1">
              <a:gsLst>
                <a:gs pos="1770">
                  <a:schemeClr val="accent1">
                    <a:lumMod val="20000"/>
                    <a:lumOff val="80000"/>
                    <a:alpha val="0"/>
                  </a:schemeClr>
                </a:gs>
                <a:gs pos="26000">
                  <a:schemeClr val="accent1">
                    <a:lumMod val="20000"/>
                    <a:lumOff val="80000"/>
                    <a:alpha val="80000"/>
                  </a:schemeClr>
                </a:gs>
                <a:gs pos="97345">
                  <a:schemeClr val="accent1">
                    <a:alpha val="0"/>
                  </a:schemeClr>
                </a:gs>
                <a:gs pos="65000">
                  <a:schemeClr val="accent1">
                    <a:alpha val="10000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优设标题黑" panose="00000500000000000000" pitchFamily="2" charset="-122"/>
              <a:ea typeface="优设标题黑" panose="00000500000000000000" pitchFamily="2" charset="-122"/>
            </a:endParaRPr>
          </a:p>
        </p:txBody>
      </p:sp>
      <p:pic>
        <p:nvPicPr>
          <p:cNvPr id="16" name="图片 15"/>
          <p:cNvPicPr>
            <a:picLocks noChangeAspect="1"/>
          </p:cNvPicPr>
          <p:nvPr>
            <p:custDataLst>
              <p:tags r:id="rId9"/>
            </p:custDataLst>
          </p:nvPr>
        </p:nvPicPr>
        <p:blipFill>
          <a:blip r:embed="rId10">
            <a:duotone>
              <a:schemeClr val="accent1">
                <a:shade val="45000"/>
                <a:satMod val="135000"/>
              </a:schemeClr>
              <a:prstClr val="white"/>
            </a:duotone>
          </a:blip>
          <a:stretch>
            <a:fillRect/>
          </a:stretch>
        </p:blipFill>
        <p:spPr>
          <a:xfrm>
            <a:off x="5495290" y="3386773"/>
            <a:ext cx="967740" cy="525780"/>
          </a:xfrm>
          <a:prstGeom prst="rect">
            <a:avLst/>
          </a:prstGeom>
        </p:spPr>
      </p:pic>
      <p:pic>
        <p:nvPicPr>
          <p:cNvPr id="18" name="图片 17"/>
          <p:cNvPicPr>
            <a:picLocks noChangeAspect="1"/>
          </p:cNvPicPr>
          <p:nvPr>
            <p:custDataLst>
              <p:tags r:id="rId11"/>
            </p:custDataLst>
          </p:nvPr>
        </p:nvPicPr>
        <p:blipFill>
          <a:blip r:embed="rId12">
            <a:duotone>
              <a:schemeClr val="accent1">
                <a:shade val="45000"/>
                <a:satMod val="135000"/>
              </a:schemeClr>
              <a:prstClr val="white"/>
            </a:duotone>
          </a:blip>
          <a:stretch>
            <a:fillRect/>
          </a:stretch>
        </p:blipFill>
        <p:spPr>
          <a:xfrm>
            <a:off x="3481705" y="4614863"/>
            <a:ext cx="937260" cy="236220"/>
          </a:xfrm>
          <a:prstGeom prst="rect">
            <a:avLst/>
          </a:prstGeom>
        </p:spPr>
      </p:pic>
      <p:pic>
        <p:nvPicPr>
          <p:cNvPr id="19" name="图片 18"/>
          <p:cNvPicPr>
            <a:picLocks noChangeAspect="1"/>
          </p:cNvPicPr>
          <p:nvPr>
            <p:custDataLst>
              <p:tags r:id="rId13"/>
            </p:custDataLst>
          </p:nvPr>
        </p:nvPicPr>
        <p:blipFill>
          <a:blip r:embed="rId12">
            <a:duotone>
              <a:schemeClr val="accent1">
                <a:shade val="45000"/>
                <a:satMod val="135000"/>
              </a:schemeClr>
              <a:prstClr val="white"/>
            </a:duotone>
          </a:blip>
          <a:stretch>
            <a:fillRect/>
          </a:stretch>
        </p:blipFill>
        <p:spPr>
          <a:xfrm rot="21180000">
            <a:off x="5638165" y="4599623"/>
            <a:ext cx="937260" cy="236220"/>
          </a:xfrm>
          <a:prstGeom prst="rect">
            <a:avLst/>
          </a:prstGeom>
        </p:spPr>
      </p:pic>
      <p:cxnSp>
        <p:nvCxnSpPr>
          <p:cNvPr id="21" name="直接连接符 20"/>
          <p:cNvCxnSpPr/>
          <p:nvPr>
            <p:custDataLst>
              <p:tags r:id="rId14"/>
            </p:custDataLst>
          </p:nvPr>
        </p:nvCxnSpPr>
        <p:spPr>
          <a:xfrm>
            <a:off x="1520825" y="2407603"/>
            <a:ext cx="0" cy="1543050"/>
          </a:xfrm>
          <a:prstGeom prst="line">
            <a:avLst/>
          </a:prstGeom>
          <a:noFill/>
          <a:ln w="12700" cap="flat" cmpd="sng" algn="ctr">
            <a:gradFill flip="none" rotWithShape="1">
              <a:gsLst>
                <a:gs pos="30000">
                  <a:schemeClr val="accent1">
                    <a:alpha val="100000"/>
                  </a:schemeClr>
                </a:gs>
                <a:gs pos="3000">
                  <a:schemeClr val="accent1">
                    <a:lumMod val="20000"/>
                    <a:lumOff val="80000"/>
                    <a:alpha val="100000"/>
                  </a:schemeClr>
                </a:gs>
                <a:gs pos="100000">
                  <a:schemeClr val="accent1">
                    <a:alpha val="0"/>
                  </a:schemeClr>
                </a:gs>
              </a:gsLst>
              <a:lin ang="5400000" scaled="1"/>
              <a:tileRect/>
            </a:gradFill>
            <a:prstDash val="solid"/>
            <a:miter lim="800000"/>
          </a:ln>
          <a:effectLst/>
        </p:spPr>
      </p:cxnSp>
      <p:cxnSp>
        <p:nvCxnSpPr>
          <p:cNvPr id="24" name="直接连接符 23"/>
          <p:cNvCxnSpPr/>
          <p:nvPr>
            <p:custDataLst>
              <p:tags r:id="rId15"/>
            </p:custDataLst>
          </p:nvPr>
        </p:nvCxnSpPr>
        <p:spPr>
          <a:xfrm>
            <a:off x="6101080" y="2075498"/>
            <a:ext cx="0" cy="1543050"/>
          </a:xfrm>
          <a:prstGeom prst="line">
            <a:avLst/>
          </a:prstGeom>
          <a:noFill/>
          <a:ln w="12700" cap="flat" cmpd="sng" algn="ctr">
            <a:gradFill flip="none" rotWithShape="1">
              <a:gsLst>
                <a:gs pos="30000">
                  <a:schemeClr val="accent1">
                    <a:alpha val="100000"/>
                  </a:schemeClr>
                </a:gs>
                <a:gs pos="3000">
                  <a:schemeClr val="accent1">
                    <a:lumMod val="20000"/>
                    <a:lumOff val="80000"/>
                    <a:alpha val="100000"/>
                  </a:schemeClr>
                </a:gs>
                <a:gs pos="100000">
                  <a:schemeClr val="accent1">
                    <a:alpha val="0"/>
                  </a:schemeClr>
                </a:gs>
              </a:gsLst>
              <a:lin ang="5400000" scaled="1"/>
              <a:tileRect/>
            </a:gradFill>
            <a:prstDash val="solid"/>
            <a:miter lim="800000"/>
          </a:ln>
          <a:effectLst/>
        </p:spPr>
      </p:cxnSp>
      <p:sp>
        <p:nvSpPr>
          <p:cNvPr id="25" name="矩形 24"/>
          <p:cNvSpPr/>
          <p:nvPr>
            <p:custDataLst>
              <p:tags r:id="rId16"/>
            </p:custDataLst>
          </p:nvPr>
        </p:nvSpPr>
        <p:spPr>
          <a:xfrm>
            <a:off x="1724660" y="2774315"/>
            <a:ext cx="2490470" cy="1138555"/>
          </a:xfrm>
          <a:prstGeom prst="rect">
            <a:avLst/>
          </a:prstGeom>
          <a:noFill/>
        </p:spPr>
        <p:txBody>
          <a:bodyPr wrap="square" lIns="0" tIns="0" rIns="0" bIns="0" rtlCol="0" anchor="t" anchorCtr="0">
            <a:noAutofit/>
          </a:bodyPr>
          <a:p>
            <a:pPr indent="0" algn="l" fontAlgn="auto">
              <a:lnSpc>
                <a:spcPct val="150000"/>
              </a:lnSpc>
              <a:spcBef>
                <a:spcPct val="0"/>
              </a:spcBef>
              <a:spcAft>
                <a:spcPct val="0"/>
              </a:spcAft>
            </a:pPr>
            <a:r>
              <a:rPr lang="zh-CN" altLang="en-US" sz="1400">
                <a:solidFill>
                  <a:schemeClr val="tx1">
                    <a:lumMod val="85000"/>
                    <a:lumOff val="15000"/>
                  </a:schemeClr>
                </a:solidFill>
                <a:latin typeface="+mn-ea"/>
                <a:cs typeface="MiSans Normal" panose="00000500000000000000" charset="-122"/>
                <a:sym typeface="MiSans Normal" panose="00000500000000000000" charset="-122"/>
              </a:rPr>
              <a:t>提供多维度贸易数据可视化分析，清晰呈现进出口品类、贸易额趋势，基于中非合作项目库智能匹配企业技术优势与非洲本地需求</a:t>
            </a:r>
            <a:endParaRPr lang="zh-CN" altLang="en-US" sz="1400">
              <a:solidFill>
                <a:schemeClr val="tx1">
                  <a:lumMod val="85000"/>
                  <a:lumOff val="15000"/>
                </a:schemeClr>
              </a:solidFill>
              <a:latin typeface="+mn-ea"/>
              <a:cs typeface="MiSans Normal" panose="00000500000000000000" charset="-122"/>
              <a:sym typeface="MiSans Normal" panose="00000500000000000000" charset="-122"/>
            </a:endParaRPr>
          </a:p>
        </p:txBody>
      </p:sp>
      <p:sp>
        <p:nvSpPr>
          <p:cNvPr id="29" name="矩形 28"/>
          <p:cNvSpPr/>
          <p:nvPr>
            <p:custDataLst>
              <p:tags r:id="rId17"/>
            </p:custDataLst>
          </p:nvPr>
        </p:nvSpPr>
        <p:spPr>
          <a:xfrm>
            <a:off x="1724660" y="2194878"/>
            <a:ext cx="2277110" cy="530225"/>
          </a:xfrm>
          <a:prstGeom prst="rect">
            <a:avLst/>
          </a:prstGeom>
          <a:noFill/>
        </p:spPr>
        <p:txBody>
          <a:bodyPr wrap="square" lIns="0" tIns="0" rIns="0" bIns="0" rtlCol="0" anchor="b">
            <a:noAutofit/>
          </a:bodyPr>
          <a:p>
            <a:pPr lvl="0" algn="l">
              <a:buClrTx/>
              <a:buSzTx/>
              <a:buFontTx/>
            </a:pPr>
            <a:r>
              <a:rPr lang="zh-CN" altLang="en-US" sz="2000" b="1">
                <a:gradFill>
                  <a:gsLst>
                    <a:gs pos="0">
                      <a:schemeClr val="accent1">
                        <a:lumMod val="40000"/>
                        <a:lumOff val="60000"/>
                        <a:alpha val="100000"/>
                      </a:schemeClr>
                    </a:gs>
                    <a:gs pos="100000">
                      <a:schemeClr val="accent1">
                        <a:alpha val="100000"/>
                      </a:schemeClr>
                    </a:gs>
                  </a:gsLst>
                  <a:lin ang="5400000" scaled="0"/>
                </a:gradFill>
                <a:latin typeface="+mn-ea"/>
                <a:cs typeface="MiSans Normal" panose="00000500000000000000" charset="-122"/>
                <a:sym typeface="MiSans Normal" panose="00000500000000000000" charset="-122"/>
              </a:rPr>
              <a:t>经贸合作赋能</a:t>
            </a:r>
            <a:endParaRPr lang="zh-CN" altLang="en-US" sz="2000" b="1">
              <a:gradFill>
                <a:gsLst>
                  <a:gs pos="0">
                    <a:schemeClr val="accent1">
                      <a:lumMod val="40000"/>
                      <a:lumOff val="60000"/>
                      <a:alpha val="100000"/>
                    </a:schemeClr>
                  </a:gs>
                  <a:gs pos="100000">
                    <a:schemeClr val="accent1">
                      <a:alpha val="100000"/>
                    </a:schemeClr>
                  </a:gs>
                </a:gsLst>
                <a:lin ang="5400000" scaled="0"/>
              </a:gradFill>
              <a:latin typeface="+mn-ea"/>
              <a:cs typeface="MiSans Normal" panose="00000500000000000000" charset="-122"/>
              <a:sym typeface="MiSans Normal" panose="00000500000000000000" charset="-122"/>
            </a:endParaRPr>
          </a:p>
        </p:txBody>
      </p:sp>
      <p:cxnSp>
        <p:nvCxnSpPr>
          <p:cNvPr id="20" name="直接连接符 19"/>
          <p:cNvCxnSpPr/>
          <p:nvPr>
            <p:custDataLst>
              <p:tags r:id="rId18"/>
            </p:custDataLst>
          </p:nvPr>
        </p:nvCxnSpPr>
        <p:spPr>
          <a:xfrm>
            <a:off x="3452495" y="4647248"/>
            <a:ext cx="0" cy="1321435"/>
          </a:xfrm>
          <a:prstGeom prst="line">
            <a:avLst/>
          </a:prstGeom>
          <a:noFill/>
          <a:ln w="12700" cap="flat" cmpd="sng" algn="ctr">
            <a:gradFill flip="none" rotWithShape="1">
              <a:gsLst>
                <a:gs pos="30000">
                  <a:schemeClr val="accent2">
                    <a:alpha val="100000"/>
                  </a:schemeClr>
                </a:gs>
                <a:gs pos="3000">
                  <a:schemeClr val="accent2">
                    <a:lumMod val="20000"/>
                    <a:lumOff val="80000"/>
                    <a:alpha val="100000"/>
                  </a:schemeClr>
                </a:gs>
                <a:gs pos="84000">
                  <a:schemeClr val="accent2">
                    <a:alpha val="0"/>
                  </a:schemeClr>
                </a:gs>
              </a:gsLst>
              <a:lin ang="16200000" scaled="1"/>
              <a:tileRect/>
            </a:gradFill>
            <a:prstDash val="solid"/>
            <a:miter lim="800000"/>
          </a:ln>
          <a:effectLst/>
        </p:spPr>
      </p:cxnSp>
      <p:sp>
        <p:nvSpPr>
          <p:cNvPr id="30" name="矩形 29"/>
          <p:cNvSpPr/>
          <p:nvPr>
            <p:custDataLst>
              <p:tags r:id="rId19"/>
            </p:custDataLst>
          </p:nvPr>
        </p:nvSpPr>
        <p:spPr>
          <a:xfrm>
            <a:off x="3653790" y="5446395"/>
            <a:ext cx="2657475" cy="1138555"/>
          </a:xfrm>
          <a:prstGeom prst="rect">
            <a:avLst/>
          </a:prstGeom>
          <a:noFill/>
        </p:spPr>
        <p:txBody>
          <a:bodyPr wrap="square" lIns="0" tIns="0" rIns="0" bIns="0" rtlCol="0" anchor="t" anchorCtr="0">
            <a:noAutofit/>
          </a:bodyPr>
          <a:p>
            <a:pPr indent="0" algn="l" fontAlgn="auto">
              <a:lnSpc>
                <a:spcPct val="150000"/>
              </a:lnSpc>
              <a:spcBef>
                <a:spcPct val="0"/>
              </a:spcBef>
              <a:spcAft>
                <a:spcPct val="0"/>
              </a:spcAft>
            </a:pPr>
            <a:r>
              <a:rPr lang="zh-CN" altLang="en-US" sz="1400">
                <a:solidFill>
                  <a:schemeClr val="tx1">
                    <a:lumMod val="85000"/>
                    <a:lumOff val="15000"/>
                  </a:schemeClr>
                </a:solidFill>
                <a:latin typeface="+mn-ea"/>
                <a:cs typeface="MiSans Normal" panose="00000500000000000000" charset="-122"/>
                <a:sym typeface="MiSans Normal" panose="00000500000000000000" charset="-122"/>
              </a:rPr>
              <a:t>通过</a:t>
            </a:r>
            <a:r>
              <a:rPr lang="en-US" altLang="zh-CN" sz="1400">
                <a:solidFill>
                  <a:schemeClr val="tx1">
                    <a:lumMod val="85000"/>
                    <a:lumOff val="15000"/>
                  </a:schemeClr>
                </a:solidFill>
                <a:latin typeface="+mn-ea"/>
                <a:cs typeface="MiSans Normal" panose="00000500000000000000" charset="-122"/>
                <a:sym typeface="MiSans Normal" panose="00000500000000000000" charset="-122"/>
              </a:rPr>
              <a:t> 20 + </a:t>
            </a:r>
            <a:r>
              <a:rPr lang="zh-CN" altLang="en-US" sz="1400">
                <a:solidFill>
                  <a:schemeClr val="tx1">
                    <a:lumMod val="85000"/>
                    <a:lumOff val="15000"/>
                  </a:schemeClr>
                </a:solidFill>
                <a:latin typeface="+mn-ea"/>
                <a:cs typeface="MiSans Normal" panose="00000500000000000000" charset="-122"/>
                <a:sym typeface="MiSans Normal" panose="00000500000000000000" charset="-122"/>
              </a:rPr>
              <a:t>维度构建风险评估体系，生成可视化风险热力图，第一时间推送政策变更等合规预警，配套针对性风险缓释策略</a:t>
            </a:r>
            <a:endParaRPr lang="zh-CN" altLang="en-US" sz="1400">
              <a:solidFill>
                <a:schemeClr val="tx1">
                  <a:lumMod val="85000"/>
                  <a:lumOff val="15000"/>
                </a:schemeClr>
              </a:solidFill>
              <a:latin typeface="+mn-ea"/>
              <a:cs typeface="MiSans Normal" panose="00000500000000000000" charset="-122"/>
              <a:sym typeface="MiSans Normal" panose="00000500000000000000" charset="-122"/>
            </a:endParaRPr>
          </a:p>
        </p:txBody>
      </p:sp>
      <p:sp>
        <p:nvSpPr>
          <p:cNvPr id="31" name="矩形 30"/>
          <p:cNvSpPr/>
          <p:nvPr>
            <p:custDataLst>
              <p:tags r:id="rId20"/>
            </p:custDataLst>
          </p:nvPr>
        </p:nvSpPr>
        <p:spPr>
          <a:xfrm>
            <a:off x="3653790" y="4866958"/>
            <a:ext cx="2277110" cy="530225"/>
          </a:xfrm>
          <a:prstGeom prst="rect">
            <a:avLst/>
          </a:prstGeom>
          <a:noFill/>
        </p:spPr>
        <p:txBody>
          <a:bodyPr wrap="square" lIns="0" tIns="0" rIns="0" bIns="0" rtlCol="0" anchor="b">
            <a:noAutofit/>
          </a:bodyPr>
          <a:p>
            <a:pPr lvl="0" algn="l">
              <a:buClrTx/>
              <a:buSzTx/>
              <a:buFontTx/>
            </a:pPr>
            <a:r>
              <a:rPr lang="zh-CN" altLang="en-US" sz="2000"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rPr>
              <a:t>风险防控升级</a:t>
            </a:r>
            <a:endParaRPr lang="zh-CN" altLang="en-US" sz="2000"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endParaRPr>
          </a:p>
        </p:txBody>
      </p:sp>
      <p:cxnSp>
        <p:nvCxnSpPr>
          <p:cNvPr id="23" name="直接连接符 22"/>
          <p:cNvCxnSpPr/>
          <p:nvPr>
            <p:custDataLst>
              <p:tags r:id="rId21"/>
            </p:custDataLst>
          </p:nvPr>
        </p:nvCxnSpPr>
        <p:spPr>
          <a:xfrm>
            <a:off x="8195945" y="3869373"/>
            <a:ext cx="0" cy="1571625"/>
          </a:xfrm>
          <a:prstGeom prst="line">
            <a:avLst/>
          </a:prstGeom>
          <a:noFill/>
          <a:ln w="12700" cap="flat" cmpd="sng" algn="ctr">
            <a:gradFill flip="none" rotWithShape="1">
              <a:gsLst>
                <a:gs pos="30000">
                  <a:schemeClr val="accent2">
                    <a:alpha val="100000"/>
                  </a:schemeClr>
                </a:gs>
                <a:gs pos="3000">
                  <a:schemeClr val="accent2">
                    <a:lumMod val="20000"/>
                    <a:lumOff val="80000"/>
                    <a:alpha val="100000"/>
                  </a:schemeClr>
                </a:gs>
                <a:gs pos="83000">
                  <a:schemeClr val="accent2">
                    <a:alpha val="0"/>
                  </a:schemeClr>
                </a:gs>
              </a:gsLst>
              <a:lin ang="16200000" scaled="1"/>
              <a:tileRect/>
            </a:gradFill>
            <a:prstDash val="solid"/>
            <a:miter lim="800000"/>
          </a:ln>
          <a:effectLst/>
        </p:spPr>
      </p:cxnSp>
      <p:sp>
        <p:nvSpPr>
          <p:cNvPr id="34" name="矩形 33"/>
          <p:cNvSpPr/>
          <p:nvPr>
            <p:custDataLst>
              <p:tags r:id="rId22"/>
            </p:custDataLst>
          </p:nvPr>
        </p:nvSpPr>
        <p:spPr>
          <a:xfrm>
            <a:off x="8394065" y="4663758"/>
            <a:ext cx="2277110" cy="1138555"/>
          </a:xfrm>
          <a:prstGeom prst="rect">
            <a:avLst/>
          </a:prstGeom>
          <a:noFill/>
        </p:spPr>
        <p:txBody>
          <a:bodyPr wrap="square" lIns="0" tIns="0" rIns="0" bIns="0" rtlCol="0" anchor="t" anchorCtr="0">
            <a:noAutofit/>
          </a:bodyPr>
          <a:p>
            <a:pPr indent="0" algn="l" fontAlgn="auto">
              <a:lnSpc>
                <a:spcPct val="150000"/>
              </a:lnSpc>
              <a:spcBef>
                <a:spcPct val="0"/>
              </a:spcBef>
              <a:spcAft>
                <a:spcPct val="0"/>
              </a:spcAft>
            </a:pPr>
            <a:r>
              <a:rPr lang="zh-CN" altLang="en-US" sz="1400">
                <a:solidFill>
                  <a:schemeClr val="tx1">
                    <a:lumMod val="85000"/>
                    <a:lumOff val="15000"/>
                  </a:schemeClr>
                </a:solidFill>
                <a:latin typeface="+mn-ea"/>
                <a:cs typeface="MiSans Normal" panose="00000500000000000000" charset="-122"/>
                <a:sym typeface="MiSans Normal" panose="00000500000000000000" charset="-122"/>
              </a:rPr>
              <a:t>汇集条约、大事记、学术论文等权威资源，提供多维度检索与研究动态追踪服务，为科研工作提供专业数据支撑与工具</a:t>
            </a:r>
            <a:endParaRPr lang="zh-CN" altLang="en-US" sz="1400">
              <a:solidFill>
                <a:schemeClr val="tx1">
                  <a:lumMod val="85000"/>
                  <a:lumOff val="15000"/>
                </a:schemeClr>
              </a:solidFill>
              <a:latin typeface="+mn-ea"/>
              <a:cs typeface="MiSans Normal" panose="00000500000000000000" charset="-122"/>
              <a:sym typeface="MiSans Normal" panose="00000500000000000000" charset="-122"/>
            </a:endParaRPr>
          </a:p>
        </p:txBody>
      </p:sp>
      <p:sp>
        <p:nvSpPr>
          <p:cNvPr id="35" name="矩形 34"/>
          <p:cNvSpPr/>
          <p:nvPr>
            <p:custDataLst>
              <p:tags r:id="rId23"/>
            </p:custDataLst>
          </p:nvPr>
        </p:nvSpPr>
        <p:spPr>
          <a:xfrm>
            <a:off x="8394065" y="4084638"/>
            <a:ext cx="2277110" cy="530225"/>
          </a:xfrm>
          <a:prstGeom prst="rect">
            <a:avLst/>
          </a:prstGeom>
          <a:noFill/>
        </p:spPr>
        <p:txBody>
          <a:bodyPr wrap="square" lIns="0" tIns="0" rIns="0" bIns="0" rtlCol="0" anchor="b">
            <a:noAutofit/>
          </a:bodyPr>
          <a:p>
            <a:pPr lvl="0" algn="l">
              <a:buClrTx/>
              <a:buSzTx/>
              <a:buFontTx/>
            </a:pPr>
            <a:r>
              <a:rPr lang="zh-CN" altLang="en-US" sz="2000"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rPr>
              <a:t>学术研究助力</a:t>
            </a:r>
            <a:endParaRPr lang="zh-CN" altLang="en-US" sz="2000"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endParaRPr>
          </a:p>
        </p:txBody>
      </p:sp>
      <p:sp>
        <p:nvSpPr>
          <p:cNvPr id="36" name="矩形 35"/>
          <p:cNvSpPr/>
          <p:nvPr>
            <p:custDataLst>
              <p:tags r:id="rId24"/>
            </p:custDataLst>
          </p:nvPr>
        </p:nvSpPr>
        <p:spPr>
          <a:xfrm>
            <a:off x="6311900" y="2343150"/>
            <a:ext cx="2698750" cy="1138555"/>
          </a:xfrm>
          <a:prstGeom prst="rect">
            <a:avLst/>
          </a:prstGeom>
          <a:noFill/>
        </p:spPr>
        <p:txBody>
          <a:bodyPr wrap="square" lIns="0" tIns="0" rIns="0" bIns="0" rtlCol="0" anchor="t" anchorCtr="0">
            <a:noAutofit/>
          </a:bodyPr>
          <a:p>
            <a:pPr indent="0" algn="just" fontAlgn="auto">
              <a:lnSpc>
                <a:spcPct val="150000"/>
              </a:lnSpc>
              <a:spcBef>
                <a:spcPct val="0"/>
              </a:spcBef>
              <a:spcAft>
                <a:spcPct val="0"/>
              </a:spcAft>
            </a:pPr>
            <a:r>
              <a:rPr lang="zh-CN" altLang="en-US" sz="1400">
                <a:solidFill>
                  <a:schemeClr val="tx1">
                    <a:lumMod val="85000"/>
                    <a:lumOff val="15000"/>
                  </a:schemeClr>
                </a:solidFill>
                <a:latin typeface="+mn-ea"/>
                <a:cs typeface="MiSans Normal" panose="00000500000000000000" charset="-122"/>
                <a:sym typeface="MiSans Normal" panose="00000500000000000000" charset="-122"/>
              </a:rPr>
              <a:t>输出行业深度报告助力机会挖掘，整合</a:t>
            </a:r>
            <a:r>
              <a:rPr lang="en-US" altLang="zh-CN" sz="1400">
                <a:solidFill>
                  <a:schemeClr val="tx1">
                    <a:lumMod val="85000"/>
                    <a:lumOff val="15000"/>
                  </a:schemeClr>
                </a:solidFill>
                <a:latin typeface="+mn-ea"/>
                <a:cs typeface="MiSans Normal" panose="00000500000000000000" charset="-122"/>
                <a:sym typeface="MiSans Normal" panose="00000500000000000000" charset="-122"/>
              </a:rPr>
              <a:t> 54 </a:t>
            </a:r>
            <a:r>
              <a:rPr lang="zh-CN" altLang="en-US" sz="1400">
                <a:solidFill>
                  <a:schemeClr val="tx1">
                    <a:lumMod val="85000"/>
                    <a:lumOff val="15000"/>
                  </a:schemeClr>
                </a:solidFill>
                <a:latin typeface="+mn-ea"/>
                <a:cs typeface="MiSans Normal" panose="00000500000000000000" charset="-122"/>
                <a:sym typeface="MiSans Normal" panose="00000500000000000000" charset="-122"/>
              </a:rPr>
              <a:t>国商务礼仪与文化禁忌，为跨文化沟通提供场景化指导方案</a:t>
            </a:r>
            <a:endParaRPr lang="zh-CN" altLang="en-US" sz="1400">
              <a:solidFill>
                <a:schemeClr val="tx1">
                  <a:lumMod val="85000"/>
                  <a:lumOff val="15000"/>
                </a:schemeClr>
              </a:solidFill>
              <a:latin typeface="+mn-ea"/>
              <a:cs typeface="MiSans Normal" panose="00000500000000000000" charset="-122"/>
              <a:sym typeface="MiSans Normal" panose="00000500000000000000" charset="-122"/>
            </a:endParaRPr>
          </a:p>
        </p:txBody>
      </p:sp>
      <p:sp>
        <p:nvSpPr>
          <p:cNvPr id="37" name="矩形 36"/>
          <p:cNvSpPr/>
          <p:nvPr>
            <p:custDataLst>
              <p:tags r:id="rId25"/>
            </p:custDataLst>
          </p:nvPr>
        </p:nvSpPr>
        <p:spPr>
          <a:xfrm>
            <a:off x="6311900" y="1763713"/>
            <a:ext cx="2277110" cy="530225"/>
          </a:xfrm>
          <a:prstGeom prst="rect">
            <a:avLst/>
          </a:prstGeom>
          <a:noFill/>
        </p:spPr>
        <p:txBody>
          <a:bodyPr wrap="square" lIns="0" tIns="0" rIns="0" bIns="0" rtlCol="0" anchor="b">
            <a:noAutofit/>
          </a:bodyPr>
          <a:p>
            <a:pPr lvl="0" algn="l">
              <a:buClrTx/>
              <a:buSzTx/>
              <a:buFontTx/>
            </a:pPr>
            <a:r>
              <a:rPr lang="zh-CN" altLang="en-US" sz="2000" b="1">
                <a:gradFill>
                  <a:gsLst>
                    <a:gs pos="0">
                      <a:schemeClr val="accent1">
                        <a:lumMod val="40000"/>
                        <a:lumOff val="60000"/>
                        <a:alpha val="100000"/>
                      </a:schemeClr>
                    </a:gs>
                    <a:gs pos="100000">
                      <a:schemeClr val="accent1">
                        <a:alpha val="100000"/>
                      </a:schemeClr>
                    </a:gs>
                  </a:gsLst>
                  <a:lin ang="5400000" scaled="0"/>
                </a:gradFill>
                <a:latin typeface="+mn-ea"/>
                <a:cs typeface="MiSans Normal" panose="00000500000000000000" charset="-122"/>
                <a:sym typeface="MiSans Normal" panose="00000500000000000000" charset="-122"/>
              </a:rPr>
              <a:t>市场拓展支撑</a:t>
            </a:r>
            <a:endParaRPr lang="zh-CN" altLang="en-US" sz="2000" b="1">
              <a:gradFill>
                <a:gsLst>
                  <a:gs pos="0">
                    <a:schemeClr val="accent1">
                      <a:lumMod val="40000"/>
                      <a:lumOff val="60000"/>
                      <a:alpha val="100000"/>
                    </a:schemeClr>
                  </a:gs>
                  <a:gs pos="100000">
                    <a:schemeClr val="accent1">
                      <a:alpha val="100000"/>
                    </a:schemeClr>
                  </a:gs>
                </a:gsLst>
                <a:lin ang="5400000" scaled="0"/>
              </a:gradFill>
              <a:latin typeface="+mn-ea"/>
              <a:cs typeface="MiSans Normal" panose="00000500000000000000" charset="-122"/>
              <a:sym typeface="MiSans Normal" panose="00000500000000000000" charset="-122"/>
            </a:endParaRPr>
          </a:p>
        </p:txBody>
      </p:sp>
    </p:spTree>
    <p:custDataLst>
      <p:tags r:id="rId26"/>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idx="16385"/>
            <p:custDataLst>
              <p:tags r:id="rId1"/>
            </p:custDataLst>
          </p:nvPr>
        </p:nvSpPr>
        <p:spPr/>
        <p:txBody>
          <a:bodyPr>
            <a:normAutofit/>
          </a:bodyPr>
          <a:p>
            <a:r>
              <a:rPr lang="zh-CN" altLang="en-US" sz="3200" b="1">
                <a:sym typeface="+mn-ea"/>
              </a:rPr>
              <a:t>核心意义</a:t>
            </a:r>
            <a:endParaRPr lang="zh-CN" altLang="en-US" sz="3200" b="1">
              <a:sym typeface="+mn-ea"/>
            </a:endParaRPr>
          </a:p>
        </p:txBody>
      </p:sp>
      <p:sp>
        <p:nvSpPr>
          <p:cNvPr id="102" name="任意多边形 101"/>
          <p:cNvSpPr/>
          <p:nvPr>
            <p:custDataLst>
              <p:tags r:id="rId2"/>
            </p:custDataLst>
          </p:nvPr>
        </p:nvSpPr>
        <p:spPr bwMode="auto">
          <a:xfrm rot="5400000" flipH="1" flipV="1">
            <a:off x="3177063" y="3020968"/>
            <a:ext cx="3450493" cy="1339742"/>
          </a:xfrm>
          <a:custGeom>
            <a:avLst/>
            <a:gdLst>
              <a:gd name="adj" fmla="val 18854"/>
              <a:gd name="a" fmla="pin 0 adj 50000"/>
              <a:gd name="dr" fmla="*/ ss a 100000"/>
              <a:gd name="iwd2" fmla="+- wd2 0 dr"/>
              <a:gd name="ihd2" fmla="+- hd2 0 dr"/>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189" h="2015">
                <a:moveTo>
                  <a:pt x="4242" y="0"/>
                </a:moveTo>
                <a:lnTo>
                  <a:pt x="5189" y="947"/>
                </a:lnTo>
                <a:lnTo>
                  <a:pt x="5163" y="974"/>
                </a:lnTo>
                <a:cubicBezTo>
                  <a:pt x="4505" y="1617"/>
                  <a:pt x="3596" y="2015"/>
                  <a:pt x="2592" y="2015"/>
                </a:cubicBezTo>
                <a:cubicBezTo>
                  <a:pt x="1588" y="2015"/>
                  <a:pt x="679" y="1617"/>
                  <a:pt x="21" y="974"/>
                </a:cubicBezTo>
                <a:lnTo>
                  <a:pt x="0" y="953"/>
                </a:lnTo>
                <a:lnTo>
                  <a:pt x="947" y="5"/>
                </a:lnTo>
                <a:lnTo>
                  <a:pt x="968" y="26"/>
                </a:lnTo>
                <a:cubicBezTo>
                  <a:pt x="1384" y="427"/>
                  <a:pt x="1958" y="675"/>
                  <a:pt x="2592" y="675"/>
                </a:cubicBezTo>
                <a:cubicBezTo>
                  <a:pt x="3226" y="675"/>
                  <a:pt x="3800" y="427"/>
                  <a:pt x="4215" y="26"/>
                </a:cubicBezTo>
                <a:lnTo>
                  <a:pt x="4242" y="0"/>
                </a:ln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solidFill>
                <a:prstClr val="white"/>
              </a:solidFill>
              <a:latin typeface="+mn-ea"/>
              <a:cs typeface="MiSans" panose="00000500000000000000" charset="-122"/>
              <a:sym typeface="+mn-ea"/>
            </a:endParaRPr>
          </a:p>
        </p:txBody>
      </p:sp>
      <p:sp>
        <p:nvSpPr>
          <p:cNvPr id="103" name="任意多边形 102"/>
          <p:cNvSpPr/>
          <p:nvPr>
            <p:custDataLst>
              <p:tags r:id="rId3"/>
            </p:custDataLst>
          </p:nvPr>
        </p:nvSpPr>
        <p:spPr bwMode="auto">
          <a:xfrm rot="5400000" flipH="1" flipV="1">
            <a:off x="3227632" y="3058376"/>
            <a:ext cx="3450493" cy="1251765"/>
          </a:xfrm>
          <a:custGeom>
            <a:avLst/>
            <a:gdLst>
              <a:gd name="adj" fmla="val 16209"/>
              <a:gd name="a" fmla="pin 0 adj 50000"/>
              <a:gd name="dr" fmla="*/ ss a 100000"/>
              <a:gd name="iwd2" fmla="+- wd2 0 dr"/>
              <a:gd name="ihd2" fmla="+- hd2 0 dr"/>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189" h="1882">
                <a:moveTo>
                  <a:pt x="4375" y="0"/>
                </a:moveTo>
                <a:lnTo>
                  <a:pt x="5189" y="814"/>
                </a:lnTo>
                <a:lnTo>
                  <a:pt x="5163" y="841"/>
                </a:lnTo>
                <a:cubicBezTo>
                  <a:pt x="4505" y="1484"/>
                  <a:pt x="3596" y="1882"/>
                  <a:pt x="2592" y="1882"/>
                </a:cubicBezTo>
                <a:cubicBezTo>
                  <a:pt x="1588" y="1882"/>
                  <a:pt x="679" y="1484"/>
                  <a:pt x="21" y="841"/>
                </a:cubicBezTo>
                <a:lnTo>
                  <a:pt x="0" y="820"/>
                </a:lnTo>
                <a:lnTo>
                  <a:pt x="814" y="5"/>
                </a:lnTo>
                <a:lnTo>
                  <a:pt x="835" y="26"/>
                </a:lnTo>
                <a:cubicBezTo>
                  <a:pt x="1285" y="461"/>
                  <a:pt x="1906" y="730"/>
                  <a:pt x="2592" y="730"/>
                </a:cubicBezTo>
                <a:cubicBezTo>
                  <a:pt x="3278" y="730"/>
                  <a:pt x="3899" y="461"/>
                  <a:pt x="4348" y="26"/>
                </a:cubicBezTo>
                <a:lnTo>
                  <a:pt x="4375" y="0"/>
                </a:lnTo>
                <a:close/>
              </a:path>
            </a:pathLst>
          </a:custGeom>
          <a:gradFill>
            <a:gsLst>
              <a:gs pos="20000">
                <a:schemeClr val="accent1">
                  <a:lumMod val="60000"/>
                  <a:lumOff val="40000"/>
                  <a:alpha val="100000"/>
                </a:schemeClr>
              </a:gs>
              <a:gs pos="79000">
                <a:schemeClr val="accent1">
                  <a:alpha val="100000"/>
                </a:schemeClr>
              </a:gs>
            </a:gsLst>
            <a:lin ang="10800000" scaled="0"/>
          </a:gradFill>
          <a:ln>
            <a:noFill/>
          </a:ln>
          <a:effectLst>
            <a:outerShdw blurRad="152400" dist="38100" dir="10800000" algn="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solidFill>
                <a:prstClr val="white"/>
              </a:solidFill>
              <a:latin typeface="+mn-ea"/>
              <a:cs typeface="MiSans" panose="00000500000000000000" charset="-122"/>
              <a:sym typeface="+mn-ea"/>
            </a:endParaRPr>
          </a:p>
        </p:txBody>
      </p:sp>
      <p:sp>
        <p:nvSpPr>
          <p:cNvPr id="8" name="任意多边形 7"/>
          <p:cNvSpPr/>
          <p:nvPr>
            <p:custDataLst>
              <p:tags r:id="rId4"/>
            </p:custDataLst>
          </p:nvPr>
        </p:nvSpPr>
        <p:spPr bwMode="auto">
          <a:xfrm>
            <a:off x="4324918" y="1867571"/>
            <a:ext cx="3450493" cy="1339742"/>
          </a:xfrm>
          <a:custGeom>
            <a:avLst/>
            <a:gdLst>
              <a:gd name="adj" fmla="val 18854"/>
              <a:gd name="a" fmla="pin 0 adj 50000"/>
              <a:gd name="dr" fmla="*/ ss a 100000"/>
              <a:gd name="iwd2" fmla="+- wd2 0 dr"/>
              <a:gd name="ihd2" fmla="+- hd2 0 dr"/>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189" h="2015">
                <a:moveTo>
                  <a:pt x="4242" y="0"/>
                </a:moveTo>
                <a:lnTo>
                  <a:pt x="5189" y="947"/>
                </a:lnTo>
                <a:lnTo>
                  <a:pt x="5163" y="974"/>
                </a:lnTo>
                <a:cubicBezTo>
                  <a:pt x="4505" y="1617"/>
                  <a:pt x="3596" y="2015"/>
                  <a:pt x="2592" y="2015"/>
                </a:cubicBezTo>
                <a:cubicBezTo>
                  <a:pt x="1588" y="2015"/>
                  <a:pt x="679" y="1617"/>
                  <a:pt x="21" y="974"/>
                </a:cubicBezTo>
                <a:lnTo>
                  <a:pt x="0" y="953"/>
                </a:lnTo>
                <a:lnTo>
                  <a:pt x="947" y="5"/>
                </a:lnTo>
                <a:lnTo>
                  <a:pt x="968" y="26"/>
                </a:lnTo>
                <a:cubicBezTo>
                  <a:pt x="1384" y="427"/>
                  <a:pt x="1958" y="675"/>
                  <a:pt x="2592" y="675"/>
                </a:cubicBezTo>
                <a:cubicBezTo>
                  <a:pt x="3226" y="675"/>
                  <a:pt x="3800" y="427"/>
                  <a:pt x="4215" y="26"/>
                </a:cubicBezTo>
                <a:lnTo>
                  <a:pt x="4242" y="0"/>
                </a:ln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solidFill>
                <a:prstClr val="white"/>
              </a:solidFill>
              <a:latin typeface="+mn-ea"/>
              <a:cs typeface="MiSans" panose="00000500000000000000" charset="-122"/>
              <a:sym typeface="+mn-ea"/>
            </a:endParaRPr>
          </a:p>
        </p:txBody>
      </p:sp>
      <p:sp>
        <p:nvSpPr>
          <p:cNvPr id="47" name="任意多边形 46"/>
          <p:cNvSpPr/>
          <p:nvPr>
            <p:custDataLst>
              <p:tags r:id="rId5"/>
            </p:custDataLst>
          </p:nvPr>
        </p:nvSpPr>
        <p:spPr bwMode="auto">
          <a:xfrm>
            <a:off x="4324918" y="1956241"/>
            <a:ext cx="3450493" cy="1251765"/>
          </a:xfrm>
          <a:custGeom>
            <a:avLst/>
            <a:gdLst>
              <a:gd name="adj" fmla="val 16209"/>
              <a:gd name="a" fmla="pin 0 adj 50000"/>
              <a:gd name="dr" fmla="*/ ss a 100000"/>
              <a:gd name="iwd2" fmla="+- wd2 0 dr"/>
              <a:gd name="ihd2" fmla="+- hd2 0 dr"/>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189" h="1882">
                <a:moveTo>
                  <a:pt x="4375" y="0"/>
                </a:moveTo>
                <a:lnTo>
                  <a:pt x="5189" y="814"/>
                </a:lnTo>
                <a:lnTo>
                  <a:pt x="5163" y="841"/>
                </a:lnTo>
                <a:cubicBezTo>
                  <a:pt x="4505" y="1484"/>
                  <a:pt x="3596" y="1882"/>
                  <a:pt x="2592" y="1882"/>
                </a:cubicBezTo>
                <a:cubicBezTo>
                  <a:pt x="1588" y="1882"/>
                  <a:pt x="679" y="1484"/>
                  <a:pt x="21" y="841"/>
                </a:cubicBezTo>
                <a:lnTo>
                  <a:pt x="0" y="820"/>
                </a:lnTo>
                <a:lnTo>
                  <a:pt x="814" y="5"/>
                </a:lnTo>
                <a:lnTo>
                  <a:pt x="835" y="26"/>
                </a:lnTo>
                <a:cubicBezTo>
                  <a:pt x="1285" y="461"/>
                  <a:pt x="1906" y="730"/>
                  <a:pt x="2592" y="730"/>
                </a:cubicBezTo>
                <a:cubicBezTo>
                  <a:pt x="3278" y="730"/>
                  <a:pt x="3899" y="461"/>
                  <a:pt x="4348" y="26"/>
                </a:cubicBezTo>
                <a:lnTo>
                  <a:pt x="4375" y="0"/>
                </a:lnTo>
                <a:close/>
              </a:path>
            </a:pathLst>
          </a:custGeom>
          <a:gradFill>
            <a:gsLst>
              <a:gs pos="20000">
                <a:schemeClr val="accent1">
                  <a:lumMod val="60000"/>
                  <a:lumOff val="40000"/>
                  <a:alpha val="100000"/>
                </a:schemeClr>
              </a:gs>
              <a:gs pos="79000">
                <a:schemeClr val="accent1">
                  <a:alpha val="100000"/>
                </a:schemeClr>
              </a:gs>
            </a:gsLst>
            <a:lin ang="0" scaled="0"/>
          </a:gradFill>
          <a:ln>
            <a:noFill/>
          </a:ln>
          <a:effectLst>
            <a:outerShdw blurRad="152400" dist="38100" dir="10800000" algn="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solidFill>
                <a:prstClr val="white"/>
              </a:solidFill>
              <a:latin typeface="+mn-ea"/>
              <a:cs typeface="MiSans" panose="00000500000000000000" charset="-122"/>
              <a:sym typeface="+mn-ea"/>
            </a:endParaRPr>
          </a:p>
        </p:txBody>
      </p:sp>
      <p:sp>
        <p:nvSpPr>
          <p:cNvPr id="38" name="1白"/>
          <p:cNvSpPr/>
          <p:nvPr>
            <p:custDataLst>
              <p:tags r:id="rId6"/>
            </p:custDataLst>
          </p:nvPr>
        </p:nvSpPr>
        <p:spPr>
          <a:xfrm>
            <a:off x="4667127" y="2245802"/>
            <a:ext cx="497381" cy="498074"/>
          </a:xfrm>
          <a:prstGeom prst="ellipse">
            <a:avLst/>
          </a:prstGeom>
          <a:solidFill>
            <a:schemeClr val="accent1"/>
          </a:solidFill>
          <a:ln>
            <a:noFill/>
          </a:ln>
          <a:effectLst>
            <a:outerShdw dist="12700" dir="4800000" algn="t" rotWithShape="0">
              <a:srgbClr val="FFFFFF">
                <a:alpha val="4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a:bodyPr>
          <a:p>
            <a:pPr algn="ctr"/>
            <a:endParaRPr lang="zh-CN" altLang="en-US">
              <a:solidFill>
                <a:schemeClr val="lt1"/>
              </a:solidFill>
              <a:latin typeface="+mn-ea"/>
            </a:endParaRPr>
          </a:p>
        </p:txBody>
      </p:sp>
      <p:sp>
        <p:nvSpPr>
          <p:cNvPr id="26" name="1深"/>
          <p:cNvSpPr/>
          <p:nvPr>
            <p:custDataLst>
              <p:tags r:id="rId7"/>
            </p:custDataLst>
          </p:nvPr>
        </p:nvSpPr>
        <p:spPr>
          <a:xfrm>
            <a:off x="4667127" y="2245802"/>
            <a:ext cx="497381" cy="498074"/>
          </a:xfrm>
          <a:prstGeom prst="ellipse">
            <a:avLst/>
          </a:prstGeom>
          <a:gradFill>
            <a:gsLst>
              <a:gs pos="100000">
                <a:schemeClr val="accent1">
                  <a:lumMod val="75000"/>
                  <a:lumOff val="25000"/>
                  <a:alpha val="100000"/>
                </a:schemeClr>
              </a:gs>
              <a:gs pos="0">
                <a:schemeClr val="accent1">
                  <a:lumMod val="20000"/>
                  <a:lumOff val="80000"/>
                  <a:alpha val="100000"/>
                </a:schemeClr>
              </a:gs>
              <a:gs pos="0">
                <a:schemeClr val="accent1">
                  <a:lumMod val="90000"/>
                  <a:lumOff val="10000"/>
                  <a:alpha val="100000"/>
                </a:schemeClr>
              </a:gs>
            </a:gsLst>
            <a:lin ang="16200000" scaled="0"/>
          </a:gradFill>
          <a:ln>
            <a:noFill/>
          </a:ln>
          <a:effectLst>
            <a:innerShdw dist="12700" dir="16200000">
              <a:schemeClr val="accent1">
                <a:lumMod val="5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a:bodyPr>
          <a:p>
            <a:pPr algn="ctr"/>
            <a:endParaRPr lang="zh-CN" altLang="en-US">
              <a:solidFill>
                <a:schemeClr val="lt1"/>
              </a:solidFill>
              <a:latin typeface="+mn-ea"/>
            </a:endParaRPr>
          </a:p>
        </p:txBody>
      </p:sp>
      <p:sp>
        <p:nvSpPr>
          <p:cNvPr id="88" name="任意多边形 87"/>
          <p:cNvSpPr/>
          <p:nvPr>
            <p:custDataLst>
              <p:tags r:id="rId8"/>
            </p:custDataLst>
          </p:nvPr>
        </p:nvSpPr>
        <p:spPr bwMode="auto">
          <a:xfrm flipV="1">
            <a:off x="4320762" y="4166053"/>
            <a:ext cx="3450493" cy="1340435"/>
          </a:xfrm>
          <a:custGeom>
            <a:avLst/>
            <a:gdLst>
              <a:gd name="adj" fmla="val 18854"/>
              <a:gd name="a" fmla="pin 0 adj 50000"/>
              <a:gd name="dr" fmla="*/ ss a 100000"/>
              <a:gd name="iwd2" fmla="+- wd2 0 dr"/>
              <a:gd name="ihd2" fmla="+- hd2 0 dr"/>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189" h="2015">
                <a:moveTo>
                  <a:pt x="4242" y="0"/>
                </a:moveTo>
                <a:lnTo>
                  <a:pt x="5189" y="947"/>
                </a:lnTo>
                <a:lnTo>
                  <a:pt x="5163" y="974"/>
                </a:lnTo>
                <a:cubicBezTo>
                  <a:pt x="4505" y="1617"/>
                  <a:pt x="3596" y="2015"/>
                  <a:pt x="2592" y="2015"/>
                </a:cubicBezTo>
                <a:cubicBezTo>
                  <a:pt x="1588" y="2015"/>
                  <a:pt x="679" y="1617"/>
                  <a:pt x="21" y="974"/>
                </a:cubicBezTo>
                <a:lnTo>
                  <a:pt x="0" y="953"/>
                </a:lnTo>
                <a:lnTo>
                  <a:pt x="947" y="5"/>
                </a:lnTo>
                <a:lnTo>
                  <a:pt x="968" y="26"/>
                </a:lnTo>
                <a:cubicBezTo>
                  <a:pt x="1384" y="427"/>
                  <a:pt x="1958" y="675"/>
                  <a:pt x="2592" y="675"/>
                </a:cubicBezTo>
                <a:cubicBezTo>
                  <a:pt x="3226" y="675"/>
                  <a:pt x="3800" y="427"/>
                  <a:pt x="4215" y="26"/>
                </a:cubicBezTo>
                <a:lnTo>
                  <a:pt x="4242" y="0"/>
                </a:ln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solidFill>
                <a:prstClr val="white"/>
              </a:solidFill>
              <a:latin typeface="+mn-ea"/>
              <a:cs typeface="MiSans" panose="00000500000000000000" charset="-122"/>
              <a:sym typeface="+mn-ea"/>
            </a:endParaRPr>
          </a:p>
        </p:txBody>
      </p:sp>
      <p:sp>
        <p:nvSpPr>
          <p:cNvPr id="89" name="任意多边形 88"/>
          <p:cNvSpPr/>
          <p:nvPr>
            <p:custDataLst>
              <p:tags r:id="rId9"/>
            </p:custDataLst>
          </p:nvPr>
        </p:nvSpPr>
        <p:spPr bwMode="auto">
          <a:xfrm flipV="1">
            <a:off x="4320069" y="4156355"/>
            <a:ext cx="3450493" cy="1251765"/>
          </a:xfrm>
          <a:custGeom>
            <a:avLst/>
            <a:gdLst>
              <a:gd name="adj" fmla="val 16209"/>
              <a:gd name="a" fmla="pin 0 adj 50000"/>
              <a:gd name="dr" fmla="*/ ss a 100000"/>
              <a:gd name="iwd2" fmla="+- wd2 0 dr"/>
              <a:gd name="ihd2" fmla="+- hd2 0 dr"/>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189" h="1882">
                <a:moveTo>
                  <a:pt x="4375" y="0"/>
                </a:moveTo>
                <a:lnTo>
                  <a:pt x="5189" y="814"/>
                </a:lnTo>
                <a:lnTo>
                  <a:pt x="5163" y="841"/>
                </a:lnTo>
                <a:cubicBezTo>
                  <a:pt x="4505" y="1484"/>
                  <a:pt x="3596" y="1882"/>
                  <a:pt x="2592" y="1882"/>
                </a:cubicBezTo>
                <a:cubicBezTo>
                  <a:pt x="1588" y="1882"/>
                  <a:pt x="679" y="1484"/>
                  <a:pt x="21" y="841"/>
                </a:cubicBezTo>
                <a:lnTo>
                  <a:pt x="0" y="820"/>
                </a:lnTo>
                <a:lnTo>
                  <a:pt x="814" y="5"/>
                </a:lnTo>
                <a:lnTo>
                  <a:pt x="835" y="26"/>
                </a:lnTo>
                <a:cubicBezTo>
                  <a:pt x="1285" y="461"/>
                  <a:pt x="1906" y="730"/>
                  <a:pt x="2592" y="730"/>
                </a:cubicBezTo>
                <a:cubicBezTo>
                  <a:pt x="3278" y="730"/>
                  <a:pt x="3899" y="461"/>
                  <a:pt x="4348" y="26"/>
                </a:cubicBezTo>
                <a:lnTo>
                  <a:pt x="4375" y="0"/>
                </a:lnTo>
                <a:close/>
              </a:path>
            </a:pathLst>
          </a:custGeom>
          <a:gradFill>
            <a:gsLst>
              <a:gs pos="20000">
                <a:schemeClr val="accent1">
                  <a:lumMod val="60000"/>
                  <a:lumOff val="40000"/>
                  <a:alpha val="100000"/>
                </a:schemeClr>
              </a:gs>
              <a:gs pos="79000">
                <a:schemeClr val="accent1">
                  <a:alpha val="100000"/>
                </a:schemeClr>
              </a:gs>
            </a:gsLst>
            <a:lin ang="0" scaled="0"/>
          </a:gradFill>
          <a:ln>
            <a:noFill/>
          </a:ln>
          <a:effectLst>
            <a:outerShdw blurRad="152400" dist="38100" dir="10800000" algn="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solidFill>
                <a:prstClr val="white"/>
              </a:solidFill>
              <a:latin typeface="+mn-ea"/>
              <a:cs typeface="MiSans" panose="00000500000000000000" charset="-122"/>
              <a:sym typeface="+mn-ea"/>
            </a:endParaRPr>
          </a:p>
        </p:txBody>
      </p:sp>
      <p:sp>
        <p:nvSpPr>
          <p:cNvPr id="95" name="任意多边形 94"/>
          <p:cNvSpPr/>
          <p:nvPr>
            <p:custDataLst>
              <p:tags r:id="rId10"/>
            </p:custDataLst>
          </p:nvPr>
        </p:nvSpPr>
        <p:spPr bwMode="auto">
          <a:xfrm rot="16200000" flipV="1">
            <a:off x="5465154" y="3011963"/>
            <a:ext cx="3450493" cy="1339742"/>
          </a:xfrm>
          <a:custGeom>
            <a:avLst/>
            <a:gdLst>
              <a:gd name="adj" fmla="val 18854"/>
              <a:gd name="a" fmla="pin 0 adj 50000"/>
              <a:gd name="dr" fmla="*/ ss a 100000"/>
              <a:gd name="iwd2" fmla="+- wd2 0 dr"/>
              <a:gd name="ihd2" fmla="+- hd2 0 dr"/>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189" h="2015">
                <a:moveTo>
                  <a:pt x="4242" y="0"/>
                </a:moveTo>
                <a:lnTo>
                  <a:pt x="5189" y="947"/>
                </a:lnTo>
                <a:lnTo>
                  <a:pt x="5163" y="974"/>
                </a:lnTo>
                <a:cubicBezTo>
                  <a:pt x="4505" y="1617"/>
                  <a:pt x="3596" y="2015"/>
                  <a:pt x="2592" y="2015"/>
                </a:cubicBezTo>
                <a:cubicBezTo>
                  <a:pt x="1588" y="2015"/>
                  <a:pt x="679" y="1617"/>
                  <a:pt x="21" y="974"/>
                </a:cubicBezTo>
                <a:lnTo>
                  <a:pt x="0" y="953"/>
                </a:lnTo>
                <a:lnTo>
                  <a:pt x="947" y="5"/>
                </a:lnTo>
                <a:lnTo>
                  <a:pt x="968" y="26"/>
                </a:lnTo>
                <a:cubicBezTo>
                  <a:pt x="1384" y="427"/>
                  <a:pt x="1958" y="675"/>
                  <a:pt x="2592" y="675"/>
                </a:cubicBezTo>
                <a:cubicBezTo>
                  <a:pt x="3226" y="675"/>
                  <a:pt x="3800" y="427"/>
                  <a:pt x="4215" y="26"/>
                </a:cubicBezTo>
                <a:lnTo>
                  <a:pt x="4242" y="0"/>
                </a:ln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solidFill>
                <a:prstClr val="white"/>
              </a:solidFill>
              <a:latin typeface="+mn-ea"/>
              <a:cs typeface="MiSans" panose="00000500000000000000" charset="-122"/>
              <a:sym typeface="+mn-ea"/>
            </a:endParaRPr>
          </a:p>
        </p:txBody>
      </p:sp>
      <p:sp>
        <p:nvSpPr>
          <p:cNvPr id="96" name="任意多边形 95"/>
          <p:cNvSpPr/>
          <p:nvPr>
            <p:custDataLst>
              <p:tags r:id="rId11"/>
            </p:custDataLst>
          </p:nvPr>
        </p:nvSpPr>
        <p:spPr bwMode="auto">
          <a:xfrm rot="16200000" flipV="1">
            <a:off x="5420819" y="3056298"/>
            <a:ext cx="3450493" cy="1251072"/>
          </a:xfrm>
          <a:custGeom>
            <a:avLst/>
            <a:gdLst>
              <a:gd name="adj" fmla="val 16209"/>
              <a:gd name="a" fmla="pin 0 adj 50000"/>
              <a:gd name="dr" fmla="*/ ss a 100000"/>
              <a:gd name="iwd2" fmla="+- wd2 0 dr"/>
              <a:gd name="ihd2" fmla="+- hd2 0 dr"/>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189" h="1882">
                <a:moveTo>
                  <a:pt x="4375" y="0"/>
                </a:moveTo>
                <a:lnTo>
                  <a:pt x="5189" y="814"/>
                </a:lnTo>
                <a:lnTo>
                  <a:pt x="5163" y="841"/>
                </a:lnTo>
                <a:cubicBezTo>
                  <a:pt x="4505" y="1484"/>
                  <a:pt x="3596" y="1882"/>
                  <a:pt x="2592" y="1882"/>
                </a:cubicBezTo>
                <a:cubicBezTo>
                  <a:pt x="1588" y="1882"/>
                  <a:pt x="679" y="1484"/>
                  <a:pt x="21" y="841"/>
                </a:cubicBezTo>
                <a:lnTo>
                  <a:pt x="0" y="820"/>
                </a:lnTo>
                <a:lnTo>
                  <a:pt x="814" y="5"/>
                </a:lnTo>
                <a:lnTo>
                  <a:pt x="835" y="26"/>
                </a:lnTo>
                <a:cubicBezTo>
                  <a:pt x="1285" y="461"/>
                  <a:pt x="1906" y="730"/>
                  <a:pt x="2592" y="730"/>
                </a:cubicBezTo>
                <a:cubicBezTo>
                  <a:pt x="3278" y="730"/>
                  <a:pt x="3899" y="461"/>
                  <a:pt x="4348" y="26"/>
                </a:cubicBezTo>
                <a:lnTo>
                  <a:pt x="4375" y="0"/>
                </a:lnTo>
                <a:close/>
              </a:path>
            </a:pathLst>
          </a:custGeom>
          <a:gradFill>
            <a:gsLst>
              <a:gs pos="15000">
                <a:schemeClr val="accent1">
                  <a:lumMod val="60000"/>
                  <a:lumOff val="40000"/>
                  <a:alpha val="100000"/>
                </a:schemeClr>
              </a:gs>
              <a:gs pos="85000">
                <a:schemeClr val="accent1">
                  <a:lumMod val="60000"/>
                  <a:lumOff val="40000"/>
                  <a:alpha val="100000"/>
                </a:schemeClr>
              </a:gs>
              <a:gs pos="60000">
                <a:schemeClr val="accent1">
                  <a:lumMod val="80000"/>
                  <a:lumOff val="20000"/>
                  <a:alpha val="100000"/>
                </a:schemeClr>
              </a:gs>
              <a:gs pos="45000">
                <a:schemeClr val="accent1">
                  <a:lumMod val="85000"/>
                  <a:lumOff val="15000"/>
                  <a:alpha val="100000"/>
                </a:schemeClr>
              </a:gs>
            </a:gsLst>
            <a:lin ang="0" scaled="0"/>
          </a:gradFill>
          <a:ln>
            <a:noFill/>
          </a:ln>
          <a:effectLst>
            <a:outerShdw blurRad="152400" dist="38100" dir="10800000" algn="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solidFill>
                <a:prstClr val="white"/>
              </a:solidFill>
              <a:latin typeface="+mn-ea"/>
              <a:cs typeface="MiSans" panose="00000500000000000000" charset="-122"/>
              <a:sym typeface="+mn-ea"/>
            </a:endParaRPr>
          </a:p>
        </p:txBody>
      </p:sp>
      <p:sp>
        <p:nvSpPr>
          <p:cNvPr id="108" name="2白"/>
          <p:cNvSpPr/>
          <p:nvPr>
            <p:custDataLst>
              <p:tags r:id="rId12"/>
            </p:custDataLst>
          </p:nvPr>
        </p:nvSpPr>
        <p:spPr>
          <a:xfrm>
            <a:off x="7027262" y="2251344"/>
            <a:ext cx="497381" cy="498074"/>
          </a:xfrm>
          <a:prstGeom prst="ellipse">
            <a:avLst/>
          </a:prstGeom>
          <a:solidFill>
            <a:schemeClr val="accent2"/>
          </a:solidFill>
          <a:ln>
            <a:noFill/>
          </a:ln>
          <a:effectLst>
            <a:outerShdw dist="12700" dir="4800000" algn="t" rotWithShape="0">
              <a:srgbClr val="FFFFFF">
                <a:alpha val="4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a:bodyPr>
          <a:p>
            <a:pPr algn="ctr"/>
            <a:endParaRPr lang="zh-CN" altLang="en-US">
              <a:solidFill>
                <a:schemeClr val="lt1"/>
              </a:solidFill>
              <a:latin typeface="+mn-ea"/>
            </a:endParaRPr>
          </a:p>
        </p:txBody>
      </p:sp>
      <p:sp>
        <p:nvSpPr>
          <p:cNvPr id="109" name="2深"/>
          <p:cNvSpPr/>
          <p:nvPr>
            <p:custDataLst>
              <p:tags r:id="rId13"/>
            </p:custDataLst>
          </p:nvPr>
        </p:nvSpPr>
        <p:spPr>
          <a:xfrm>
            <a:off x="7027262" y="2251344"/>
            <a:ext cx="497381" cy="498074"/>
          </a:xfrm>
          <a:prstGeom prst="ellipse">
            <a:avLst/>
          </a:prstGeom>
          <a:gradFill>
            <a:gsLst>
              <a:gs pos="100000">
                <a:schemeClr val="accent2">
                  <a:lumMod val="75000"/>
                  <a:lumOff val="25000"/>
                  <a:alpha val="100000"/>
                </a:schemeClr>
              </a:gs>
              <a:gs pos="0">
                <a:schemeClr val="accent2">
                  <a:lumMod val="20000"/>
                  <a:lumOff val="80000"/>
                  <a:alpha val="100000"/>
                </a:schemeClr>
              </a:gs>
              <a:gs pos="0">
                <a:schemeClr val="accent2">
                  <a:lumMod val="90000"/>
                  <a:lumOff val="10000"/>
                  <a:alpha val="100000"/>
                </a:schemeClr>
              </a:gs>
            </a:gsLst>
            <a:lin ang="16200000" scaled="0"/>
          </a:gradFill>
          <a:ln>
            <a:noFill/>
          </a:ln>
          <a:effectLst>
            <a:innerShdw dist="12700" dir="16200000">
              <a:schemeClr val="accent2">
                <a:lumMod val="5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87500"/>
          </a:bodyPr>
          <a:p>
            <a:pPr lvl="0" algn="ctr">
              <a:buClrTx/>
              <a:buSzTx/>
              <a:buFontTx/>
            </a:pPr>
            <a:endParaRPr lang="zh-CN" altLang="en-US">
              <a:solidFill>
                <a:schemeClr val="lt1"/>
              </a:solidFill>
              <a:latin typeface="+mn-ea"/>
              <a:sym typeface="+mn-ea"/>
            </a:endParaRPr>
          </a:p>
        </p:txBody>
      </p:sp>
      <p:sp>
        <p:nvSpPr>
          <p:cNvPr id="118" name="1白"/>
          <p:cNvSpPr/>
          <p:nvPr>
            <p:custDataLst>
              <p:tags r:id="rId14"/>
            </p:custDataLst>
          </p:nvPr>
        </p:nvSpPr>
        <p:spPr>
          <a:xfrm>
            <a:off x="4667127" y="4600395"/>
            <a:ext cx="497381" cy="498074"/>
          </a:xfrm>
          <a:prstGeom prst="ellipse">
            <a:avLst/>
          </a:prstGeom>
          <a:solidFill>
            <a:schemeClr val="accent2"/>
          </a:solidFill>
          <a:ln>
            <a:noFill/>
          </a:ln>
          <a:effectLst>
            <a:outerShdw dist="12700" dir="4800000" algn="t" rotWithShape="0">
              <a:srgbClr val="FFFFFF">
                <a:alpha val="4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a:bodyPr>
          <a:p>
            <a:pPr algn="ctr"/>
            <a:endParaRPr lang="zh-CN" altLang="en-US">
              <a:solidFill>
                <a:schemeClr val="lt1"/>
              </a:solidFill>
              <a:latin typeface="+mn-ea"/>
            </a:endParaRPr>
          </a:p>
        </p:txBody>
      </p:sp>
      <p:sp>
        <p:nvSpPr>
          <p:cNvPr id="119" name="1深"/>
          <p:cNvSpPr/>
          <p:nvPr>
            <p:custDataLst>
              <p:tags r:id="rId15"/>
            </p:custDataLst>
          </p:nvPr>
        </p:nvSpPr>
        <p:spPr>
          <a:xfrm>
            <a:off x="4667127" y="4600395"/>
            <a:ext cx="497381" cy="498074"/>
          </a:xfrm>
          <a:prstGeom prst="ellipse">
            <a:avLst/>
          </a:prstGeom>
          <a:gradFill>
            <a:gsLst>
              <a:gs pos="100000">
                <a:schemeClr val="accent2">
                  <a:lumMod val="75000"/>
                  <a:lumOff val="25000"/>
                  <a:alpha val="100000"/>
                </a:schemeClr>
              </a:gs>
              <a:gs pos="0">
                <a:schemeClr val="accent2">
                  <a:lumMod val="20000"/>
                  <a:lumOff val="80000"/>
                  <a:alpha val="100000"/>
                </a:schemeClr>
              </a:gs>
              <a:gs pos="0">
                <a:schemeClr val="accent2">
                  <a:lumMod val="90000"/>
                  <a:lumOff val="10000"/>
                  <a:alpha val="100000"/>
                </a:schemeClr>
              </a:gs>
            </a:gsLst>
            <a:lin ang="16200000" scaled="0"/>
          </a:gradFill>
          <a:ln>
            <a:noFill/>
          </a:ln>
          <a:effectLst>
            <a:innerShdw dist="12700" dir="16200000">
              <a:schemeClr val="accent2">
                <a:lumMod val="5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a:bodyPr>
          <a:p>
            <a:pPr algn="ctr"/>
            <a:endParaRPr lang="zh-CN" altLang="en-US">
              <a:solidFill>
                <a:schemeClr val="lt1"/>
              </a:solidFill>
              <a:latin typeface="+mn-ea"/>
            </a:endParaRPr>
          </a:p>
        </p:txBody>
      </p:sp>
      <p:sp>
        <p:nvSpPr>
          <p:cNvPr id="113" name="2白"/>
          <p:cNvSpPr/>
          <p:nvPr>
            <p:custDataLst>
              <p:tags r:id="rId16"/>
            </p:custDataLst>
          </p:nvPr>
        </p:nvSpPr>
        <p:spPr>
          <a:xfrm>
            <a:off x="7027262" y="4600395"/>
            <a:ext cx="497381" cy="498074"/>
          </a:xfrm>
          <a:prstGeom prst="ellipse">
            <a:avLst/>
          </a:prstGeom>
          <a:solidFill>
            <a:schemeClr val="accent1"/>
          </a:solidFill>
          <a:ln>
            <a:noFill/>
          </a:ln>
          <a:effectLst>
            <a:outerShdw dist="12700" dir="4800000" algn="t" rotWithShape="0">
              <a:srgbClr val="FFFFFF">
                <a:alpha val="4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a:bodyPr>
          <a:p>
            <a:pPr algn="ctr"/>
            <a:endParaRPr lang="zh-CN" altLang="en-US">
              <a:solidFill>
                <a:schemeClr val="lt1"/>
              </a:solidFill>
              <a:latin typeface="+mn-ea"/>
            </a:endParaRPr>
          </a:p>
        </p:txBody>
      </p:sp>
      <p:sp>
        <p:nvSpPr>
          <p:cNvPr id="114" name="2深"/>
          <p:cNvSpPr/>
          <p:nvPr>
            <p:custDataLst>
              <p:tags r:id="rId17"/>
            </p:custDataLst>
          </p:nvPr>
        </p:nvSpPr>
        <p:spPr>
          <a:xfrm>
            <a:off x="7027262" y="4600395"/>
            <a:ext cx="497381" cy="498074"/>
          </a:xfrm>
          <a:prstGeom prst="ellipse">
            <a:avLst/>
          </a:prstGeom>
          <a:gradFill>
            <a:gsLst>
              <a:gs pos="100000">
                <a:schemeClr val="accent1">
                  <a:lumMod val="75000"/>
                  <a:lumOff val="25000"/>
                  <a:alpha val="100000"/>
                </a:schemeClr>
              </a:gs>
              <a:gs pos="0">
                <a:schemeClr val="accent1">
                  <a:lumMod val="20000"/>
                  <a:lumOff val="80000"/>
                  <a:alpha val="100000"/>
                </a:schemeClr>
              </a:gs>
              <a:gs pos="0">
                <a:schemeClr val="accent1">
                  <a:lumMod val="90000"/>
                  <a:lumOff val="10000"/>
                  <a:alpha val="100000"/>
                </a:schemeClr>
              </a:gs>
            </a:gsLst>
            <a:lin ang="16200000" scaled="0"/>
          </a:gradFill>
          <a:ln>
            <a:noFill/>
          </a:ln>
          <a:effectLst>
            <a:innerShdw dist="12700" dir="16200000">
              <a:schemeClr val="accent1">
                <a:lumMod val="5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87500"/>
          </a:bodyPr>
          <a:p>
            <a:pPr lvl="0" algn="ctr">
              <a:buClrTx/>
              <a:buSzTx/>
              <a:buFontTx/>
            </a:pPr>
            <a:endParaRPr lang="zh-CN" altLang="en-US">
              <a:solidFill>
                <a:schemeClr val="lt1"/>
              </a:solidFill>
              <a:latin typeface="+mn-ea"/>
              <a:sym typeface="+mn-ea"/>
            </a:endParaRPr>
          </a:p>
        </p:txBody>
      </p:sp>
      <p:sp>
        <p:nvSpPr>
          <p:cNvPr id="4" name="矩形 3"/>
          <p:cNvSpPr/>
          <p:nvPr>
            <p:custDataLst>
              <p:tags r:id="rId18"/>
            </p:custDataLst>
          </p:nvPr>
        </p:nvSpPr>
        <p:spPr>
          <a:xfrm>
            <a:off x="8257553" y="2105178"/>
            <a:ext cx="3051480" cy="1274625"/>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1600" dirty="0">
                <a:solidFill>
                  <a:schemeClr val="tx1">
                    <a:lumMod val="85000"/>
                    <a:lumOff val="15000"/>
                  </a:schemeClr>
                </a:solidFill>
                <a:latin typeface="+mn-ea"/>
                <a:cs typeface="+mn-ea"/>
              </a:rPr>
              <a:t>为行业树立跨了境经贸垂直领域知识服务标杆，以</a:t>
            </a:r>
            <a:r>
              <a:rPr lang="en-US" altLang="zh-CN" sz="1600" dirty="0">
                <a:solidFill>
                  <a:schemeClr val="tx1">
                    <a:lumMod val="85000"/>
                    <a:lumOff val="15000"/>
                  </a:schemeClr>
                </a:solidFill>
                <a:latin typeface="+mn-ea"/>
                <a:cs typeface="+mn-ea"/>
              </a:rPr>
              <a:t> RAG </a:t>
            </a:r>
            <a:r>
              <a:rPr lang="zh-CN" altLang="en-US" sz="1600" dirty="0">
                <a:solidFill>
                  <a:schemeClr val="tx1">
                    <a:lumMod val="85000"/>
                    <a:lumOff val="15000"/>
                  </a:schemeClr>
                </a:solidFill>
                <a:latin typeface="+mn-ea"/>
                <a:cs typeface="+mn-ea"/>
              </a:rPr>
              <a:t>技术深度应用破解通用模型短板，推动智能化赋能行业发展</a:t>
            </a:r>
            <a:endParaRPr lang="zh-CN" altLang="en-US" sz="1600" dirty="0">
              <a:solidFill>
                <a:schemeClr val="tx1">
                  <a:lumMod val="85000"/>
                  <a:lumOff val="15000"/>
                </a:schemeClr>
              </a:solidFill>
              <a:latin typeface="+mn-ea"/>
              <a:cs typeface="+mn-ea"/>
            </a:endParaRPr>
          </a:p>
        </p:txBody>
      </p:sp>
      <p:sp>
        <p:nvSpPr>
          <p:cNvPr id="5" name="矩形 4"/>
          <p:cNvSpPr/>
          <p:nvPr>
            <p:custDataLst>
              <p:tags r:id="rId19"/>
            </p:custDataLst>
          </p:nvPr>
        </p:nvSpPr>
        <p:spPr>
          <a:xfrm>
            <a:off x="8257553" y="4722316"/>
            <a:ext cx="3051480" cy="1274625"/>
          </a:xfrm>
          <a:prstGeom prst="rect">
            <a:avLst/>
          </a:prstGeom>
          <a:noFill/>
        </p:spPr>
        <p:txBody>
          <a:bodyPr wrap="square" lIns="0" tIns="0" rIns="0" bIns="0" rtlCol="0" anchor="t" anchorCtr="0">
            <a:noAutofit/>
          </a:bodyPr>
          <a:p>
            <a:pPr algn="just">
              <a:lnSpc>
                <a:spcPct val="130000"/>
              </a:lnSpc>
              <a:spcBef>
                <a:spcPct val="0"/>
              </a:spcBef>
              <a:spcAft>
                <a:spcPct val="0"/>
              </a:spcAft>
            </a:pPr>
            <a:r>
              <a:rPr lang="zh-CN" altLang="en-US" sz="1600" kern="0" dirty="0">
                <a:ln>
                  <a:noFill/>
                  <a:prstDash val="sysDot"/>
                </a:ln>
                <a:solidFill>
                  <a:schemeClr val="tx1">
                    <a:lumMod val="75000"/>
                    <a:lumOff val="25000"/>
                  </a:schemeClr>
                </a:solidFill>
                <a:uFillTx/>
                <a:latin typeface="+mn-ea"/>
                <a:cs typeface="+mn-ea"/>
                <a:sym typeface="+mn-ea"/>
              </a:rPr>
              <a:t>从中非合作的宏观视角来看，打破了长期存在的信息壁垒，消除</a:t>
            </a:r>
            <a:r>
              <a:rPr lang="en-US" altLang="zh-CN" sz="1600" kern="0" dirty="0">
                <a:ln>
                  <a:noFill/>
                  <a:prstDash val="sysDot"/>
                </a:ln>
                <a:solidFill>
                  <a:schemeClr val="tx1">
                    <a:lumMod val="75000"/>
                    <a:lumOff val="25000"/>
                  </a:schemeClr>
                </a:solidFill>
                <a:uFillTx/>
                <a:latin typeface="+mn-ea"/>
                <a:cs typeface="+mn-ea"/>
                <a:sym typeface="+mn-ea"/>
              </a:rPr>
              <a:t> “</a:t>
            </a:r>
            <a:r>
              <a:rPr lang="zh-CN" altLang="en-US" sz="1600" kern="0" dirty="0">
                <a:ln>
                  <a:noFill/>
                  <a:prstDash val="sysDot"/>
                </a:ln>
                <a:solidFill>
                  <a:schemeClr val="tx1">
                    <a:lumMod val="75000"/>
                    <a:lumOff val="25000"/>
                  </a:schemeClr>
                </a:solidFill>
                <a:uFillTx/>
                <a:latin typeface="+mn-ea"/>
                <a:cs typeface="+mn-ea"/>
                <a:sym typeface="+mn-ea"/>
              </a:rPr>
              <a:t>非洲知识盲区</a:t>
            </a:r>
            <a:r>
              <a:rPr lang="en-US" altLang="zh-CN" sz="1600" kern="0" dirty="0">
                <a:ln>
                  <a:noFill/>
                  <a:prstDash val="sysDot"/>
                </a:ln>
                <a:solidFill>
                  <a:schemeClr val="tx1">
                    <a:lumMod val="75000"/>
                    <a:lumOff val="25000"/>
                  </a:schemeClr>
                </a:solidFill>
                <a:uFillTx/>
                <a:latin typeface="+mn-ea"/>
                <a:cs typeface="+mn-ea"/>
                <a:sym typeface="+mn-ea"/>
              </a:rPr>
              <a:t>”</a:t>
            </a:r>
            <a:r>
              <a:rPr lang="zh-CN" altLang="en-US" sz="1600" kern="0" dirty="0">
                <a:ln>
                  <a:noFill/>
                  <a:prstDash val="sysDot"/>
                </a:ln>
                <a:solidFill>
                  <a:schemeClr val="tx1">
                    <a:lumMod val="75000"/>
                    <a:lumOff val="25000"/>
                  </a:schemeClr>
                </a:solidFill>
                <a:uFillTx/>
                <a:latin typeface="+mn-ea"/>
                <a:cs typeface="+mn-ea"/>
                <a:sym typeface="+mn-ea"/>
              </a:rPr>
              <a:t>，促进优质项目、资本与技术高效对接，挖掘非洲独特资源价值</a:t>
            </a:r>
            <a:endParaRPr lang="zh-CN" altLang="en-US" sz="1600" kern="0" dirty="0">
              <a:ln>
                <a:noFill/>
                <a:prstDash val="sysDot"/>
              </a:ln>
              <a:solidFill>
                <a:schemeClr val="tx1">
                  <a:lumMod val="75000"/>
                  <a:lumOff val="25000"/>
                </a:schemeClr>
              </a:solidFill>
              <a:uFillTx/>
              <a:latin typeface="+mn-ea"/>
              <a:cs typeface="+mn-ea"/>
              <a:sym typeface="+mn-ea"/>
            </a:endParaRPr>
          </a:p>
        </p:txBody>
      </p:sp>
      <p:sp>
        <p:nvSpPr>
          <p:cNvPr id="6" name="矩形 5"/>
          <p:cNvSpPr/>
          <p:nvPr>
            <p:custDataLst>
              <p:tags r:id="rId20"/>
            </p:custDataLst>
          </p:nvPr>
        </p:nvSpPr>
        <p:spPr>
          <a:xfrm>
            <a:off x="794068" y="4722316"/>
            <a:ext cx="3051480" cy="1274625"/>
          </a:xfrm>
          <a:prstGeom prst="rect">
            <a:avLst/>
          </a:prstGeom>
          <a:noFill/>
        </p:spPr>
        <p:txBody>
          <a:bodyPr wrap="square" lIns="0" tIns="0" rIns="0" bIns="0" rtlCol="0" anchor="t" anchorCtr="0">
            <a:noAutofit/>
          </a:bodyPr>
          <a:p>
            <a:pPr algn="just">
              <a:lnSpc>
                <a:spcPct val="130000"/>
              </a:lnSpc>
              <a:spcBef>
                <a:spcPct val="0"/>
              </a:spcBef>
              <a:spcAft>
                <a:spcPct val="0"/>
              </a:spcAft>
            </a:pPr>
            <a:r>
              <a:rPr lang="zh-CN" altLang="en-US" sz="1600" dirty="0">
                <a:solidFill>
                  <a:schemeClr val="tx1">
                    <a:lumMod val="85000"/>
                    <a:lumOff val="15000"/>
                  </a:schemeClr>
                </a:solidFill>
                <a:latin typeface="+mn-ea"/>
                <a:cs typeface="+mn-ea"/>
              </a:rPr>
              <a:t>从国家战略层面上，为</a:t>
            </a:r>
            <a:r>
              <a:rPr lang="en-US" altLang="zh-CN" sz="1600" dirty="0">
                <a:solidFill>
                  <a:schemeClr val="tx1">
                    <a:lumMod val="85000"/>
                    <a:lumOff val="15000"/>
                  </a:schemeClr>
                </a:solidFill>
                <a:latin typeface="+mn-ea"/>
                <a:cs typeface="+mn-ea"/>
              </a:rPr>
              <a:t> “</a:t>
            </a:r>
            <a:r>
              <a:rPr lang="zh-CN" altLang="en-US" sz="1600" dirty="0">
                <a:solidFill>
                  <a:schemeClr val="tx1">
                    <a:lumMod val="85000"/>
                    <a:lumOff val="15000"/>
                  </a:schemeClr>
                </a:solidFill>
                <a:latin typeface="+mn-ea"/>
                <a:cs typeface="+mn-ea"/>
              </a:rPr>
              <a:t>一带一路</a:t>
            </a:r>
            <a:r>
              <a:rPr lang="en-US" altLang="zh-CN" sz="1600" dirty="0">
                <a:solidFill>
                  <a:schemeClr val="tx1">
                    <a:lumMod val="85000"/>
                    <a:lumOff val="15000"/>
                  </a:schemeClr>
                </a:solidFill>
                <a:latin typeface="+mn-ea"/>
                <a:cs typeface="+mn-ea"/>
              </a:rPr>
              <a:t>” </a:t>
            </a:r>
            <a:r>
              <a:rPr lang="zh-CN" altLang="en-US" sz="1600" dirty="0">
                <a:solidFill>
                  <a:schemeClr val="tx1">
                    <a:lumMod val="85000"/>
                    <a:lumOff val="15000"/>
                  </a:schemeClr>
                </a:solidFill>
                <a:latin typeface="+mn-ea"/>
                <a:cs typeface="+mn-ea"/>
              </a:rPr>
              <a:t>倡议在非洲的深化实施提供信息保障，增进中非互信与合作粘性，夯实中非命运共同体建设基础</a:t>
            </a:r>
            <a:endParaRPr lang="zh-CN" altLang="en-US" sz="1600" dirty="0">
              <a:solidFill>
                <a:schemeClr val="tx1">
                  <a:lumMod val="85000"/>
                  <a:lumOff val="15000"/>
                </a:schemeClr>
              </a:solidFill>
              <a:latin typeface="+mn-ea"/>
              <a:cs typeface="+mn-ea"/>
            </a:endParaRPr>
          </a:p>
        </p:txBody>
      </p:sp>
      <p:sp>
        <p:nvSpPr>
          <p:cNvPr id="7" name="矩形 6"/>
          <p:cNvSpPr/>
          <p:nvPr>
            <p:custDataLst>
              <p:tags r:id="rId21"/>
            </p:custDataLst>
          </p:nvPr>
        </p:nvSpPr>
        <p:spPr>
          <a:xfrm>
            <a:off x="794068" y="2105178"/>
            <a:ext cx="3051480" cy="1274625"/>
          </a:xfrm>
          <a:prstGeom prst="rect">
            <a:avLst/>
          </a:prstGeom>
          <a:noFill/>
        </p:spPr>
        <p:txBody>
          <a:bodyPr wrap="square" lIns="0" tIns="0" rIns="0" bIns="0" rtlCol="0" anchor="t" anchorCtr="0">
            <a:noAutofit/>
          </a:bodyPr>
          <a:p>
            <a:pPr algn="just">
              <a:lnSpc>
                <a:spcPct val="130000"/>
              </a:lnSpc>
              <a:spcBef>
                <a:spcPct val="0"/>
              </a:spcBef>
              <a:spcAft>
                <a:spcPct val="0"/>
              </a:spcAft>
            </a:pPr>
            <a:r>
              <a:rPr lang="zh-CN" altLang="en-US" sz="1600" dirty="0">
                <a:solidFill>
                  <a:schemeClr val="tx1">
                    <a:lumMod val="85000"/>
                    <a:lumOff val="15000"/>
                  </a:schemeClr>
                </a:solidFill>
                <a:latin typeface="+mn-ea"/>
                <a:cs typeface="+mn-ea"/>
              </a:rPr>
              <a:t>对于企业来说，有效降低信息获取、合规风险与跨文化信任成本，规避</a:t>
            </a:r>
            <a:r>
              <a:rPr lang="en-US" altLang="zh-CN" sz="1600" dirty="0">
                <a:solidFill>
                  <a:schemeClr val="tx1">
                    <a:lumMod val="85000"/>
                    <a:lumOff val="15000"/>
                  </a:schemeClr>
                </a:solidFill>
                <a:latin typeface="+mn-ea"/>
                <a:cs typeface="+mn-ea"/>
              </a:rPr>
              <a:t> “</a:t>
            </a:r>
            <a:r>
              <a:rPr lang="zh-CN" altLang="en-US" sz="1600" dirty="0">
                <a:solidFill>
                  <a:schemeClr val="tx1">
                    <a:lumMod val="85000"/>
                    <a:lumOff val="15000"/>
                  </a:schemeClr>
                </a:solidFill>
                <a:latin typeface="+mn-ea"/>
                <a:cs typeface="+mn-ea"/>
              </a:rPr>
              <a:t>信息幻觉</a:t>
            </a:r>
            <a:r>
              <a:rPr lang="en-US" altLang="zh-CN" sz="1600" dirty="0">
                <a:solidFill>
                  <a:schemeClr val="tx1">
                    <a:lumMod val="85000"/>
                    <a:lumOff val="15000"/>
                  </a:schemeClr>
                </a:solidFill>
                <a:latin typeface="+mn-ea"/>
                <a:cs typeface="+mn-ea"/>
              </a:rPr>
              <a:t>” </a:t>
            </a:r>
            <a:r>
              <a:rPr lang="zh-CN" altLang="en-US" sz="1600" dirty="0">
                <a:solidFill>
                  <a:schemeClr val="tx1">
                    <a:lumMod val="85000"/>
                    <a:lumOff val="15000"/>
                  </a:schemeClr>
                </a:solidFill>
                <a:latin typeface="+mn-ea"/>
                <a:cs typeface="+mn-ea"/>
              </a:rPr>
              <a:t>导致的决策失误，显著提升对非投资成功率</a:t>
            </a:r>
            <a:endParaRPr lang="zh-CN" altLang="en-US" sz="1600" dirty="0">
              <a:solidFill>
                <a:schemeClr val="tx1">
                  <a:lumMod val="85000"/>
                  <a:lumOff val="15000"/>
                </a:schemeClr>
              </a:solidFill>
              <a:latin typeface="+mn-ea"/>
              <a:cs typeface="+mn-ea"/>
            </a:endParaRPr>
          </a:p>
        </p:txBody>
      </p:sp>
      <p:pic>
        <p:nvPicPr>
          <p:cNvPr id="27" name="图片 13" descr="343439383331313b343532303032393bbfcdbba7b8fabdf8"/>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7138099" y="2362874"/>
            <a:ext cx="275014" cy="275014"/>
          </a:xfrm>
          <a:prstGeom prst="rect">
            <a:avLst/>
          </a:prstGeom>
        </p:spPr>
      </p:pic>
      <p:pic>
        <p:nvPicPr>
          <p:cNvPr id="9" name="图形 6"/>
          <p:cNvPicPr>
            <a:picLocks noChangeAspect="1"/>
          </p:cNvPicPr>
          <p:nvPr>
            <p:custDataLst>
              <p:tags r:id="rId25"/>
            </p:custDataLst>
          </p:nvPr>
        </p:nvPicPr>
        <p:blipFill>
          <a:blip r:embed="rId26" cstate="print">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777964" y="2357332"/>
            <a:ext cx="275014" cy="275014"/>
          </a:xfrm>
          <a:prstGeom prst="rect">
            <a:avLst/>
          </a:prstGeom>
        </p:spPr>
      </p:pic>
      <p:pic>
        <p:nvPicPr>
          <p:cNvPr id="28" name="图片 14" descr="343439383331313b343532303033303bd2d1b9bad3a6d3c3"/>
          <p:cNvPicPr>
            <a:picLocks noChangeAspect="1"/>
          </p:cNvPicPr>
          <p:nvPr>
            <p:custDataLst>
              <p:tags r:id="rId28"/>
            </p:custDataLst>
          </p:nvPr>
        </p:nvPicPr>
        <p:blipFill>
          <a:blip r:embed="rId29">
            <a:extLst>
              <a:ext uri="{96DAC541-7B7A-43D3-8B79-37D633B846F1}">
                <asvg:svgBlip xmlns:asvg="http://schemas.microsoft.com/office/drawing/2016/SVG/main" r:embed="rId30"/>
              </a:ext>
            </a:extLst>
          </a:blip>
          <a:stretch>
            <a:fillRect/>
          </a:stretch>
        </p:blipFill>
        <p:spPr>
          <a:xfrm>
            <a:off x="7147797" y="4721623"/>
            <a:ext cx="275014" cy="275014"/>
          </a:xfrm>
          <a:prstGeom prst="rect">
            <a:avLst/>
          </a:prstGeom>
        </p:spPr>
      </p:pic>
      <p:pic>
        <p:nvPicPr>
          <p:cNvPr id="29" name="图片 12" descr="343439383331313b343532303032383bbfcdbba7b9dcc0ed"/>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tretch>
            <a:fillRect/>
          </a:stretch>
        </p:blipFill>
        <p:spPr>
          <a:xfrm>
            <a:off x="4777964" y="4711925"/>
            <a:ext cx="275014" cy="275014"/>
          </a:xfrm>
          <a:prstGeom prst="rect">
            <a:avLst/>
          </a:prstGeom>
        </p:spPr>
      </p:pic>
    </p:spTree>
    <p:custDataLst>
      <p:tags r:id="rId34"/>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sym typeface="+mn-ea"/>
              </a:rPr>
              <a:t>核心价值与发展愿景</a:t>
            </a:r>
            <a:endParaRPr lang="zh-CN" altLang="en-US"/>
          </a:p>
        </p:txBody>
      </p:sp>
      <p:sp>
        <p:nvSpPr>
          <p:cNvPr id="3" name="矩形 2"/>
          <p:cNvSpPr/>
          <p:nvPr>
            <p:custDataLst>
              <p:tags r:id="rId2"/>
            </p:custDataLst>
          </p:nvPr>
        </p:nvSpPr>
        <p:spPr>
          <a:xfrm>
            <a:off x="1089660" y="2050415"/>
            <a:ext cx="4903470" cy="4144010"/>
          </a:xfrm>
          <a:prstGeom prst="rect">
            <a:avLst/>
          </a:prstGeom>
          <a:solidFill>
            <a:schemeClr val="accent1">
              <a:lumMod val="40000"/>
              <a:lumOff val="60000"/>
              <a:alpha val="3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矩形 5"/>
          <p:cNvSpPr/>
          <p:nvPr>
            <p:custDataLst>
              <p:tags r:id="rId3"/>
            </p:custDataLst>
          </p:nvPr>
        </p:nvSpPr>
        <p:spPr>
          <a:xfrm>
            <a:off x="5109210" y="2051685"/>
            <a:ext cx="883920" cy="4143375"/>
          </a:xfrm>
          <a:prstGeom prst="rect">
            <a:avLst/>
          </a:prstGeom>
          <a:gradFill>
            <a:gsLst>
              <a:gs pos="0">
                <a:schemeClr val="accent1">
                  <a:lumMod val="60000"/>
                  <a:lumOff val="40000"/>
                  <a:alpha val="78000"/>
                </a:schemeClr>
              </a:gs>
              <a:gs pos="100000">
                <a:schemeClr val="accent1">
                  <a:alpha val="80000"/>
                </a:schemeClr>
              </a:gs>
            </a:gsLst>
            <a:lin ang="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7" name="矩形 6"/>
          <p:cNvSpPr/>
          <p:nvPr>
            <p:custDataLst>
              <p:tags r:id="rId4"/>
            </p:custDataLst>
          </p:nvPr>
        </p:nvSpPr>
        <p:spPr>
          <a:xfrm>
            <a:off x="6251575" y="2052320"/>
            <a:ext cx="4887595" cy="4144010"/>
          </a:xfrm>
          <a:prstGeom prst="rect">
            <a:avLst/>
          </a:prstGeom>
          <a:solidFill>
            <a:schemeClr val="accent1">
              <a:lumMod val="40000"/>
              <a:lumOff val="60000"/>
              <a:alpha val="3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8" name="矩形 7"/>
          <p:cNvSpPr/>
          <p:nvPr>
            <p:custDataLst>
              <p:tags r:id="rId5"/>
            </p:custDataLst>
          </p:nvPr>
        </p:nvSpPr>
        <p:spPr>
          <a:xfrm>
            <a:off x="6252210" y="2051050"/>
            <a:ext cx="883920" cy="4143375"/>
          </a:xfrm>
          <a:prstGeom prst="rect">
            <a:avLst/>
          </a:prstGeom>
          <a:gradFill>
            <a:gsLst>
              <a:gs pos="0">
                <a:schemeClr val="accent1">
                  <a:lumMod val="60000"/>
                  <a:lumOff val="40000"/>
                  <a:alpha val="78000"/>
                </a:schemeClr>
              </a:gs>
              <a:gs pos="100000">
                <a:schemeClr val="accent1">
                  <a:alpha val="80000"/>
                </a:schemeClr>
              </a:gs>
            </a:gsLst>
            <a:lin ang="108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0" name="椭圆 9"/>
          <p:cNvSpPr/>
          <p:nvPr>
            <p:custDataLst>
              <p:tags r:id="rId6"/>
            </p:custDataLst>
          </p:nvPr>
        </p:nvSpPr>
        <p:spPr>
          <a:xfrm>
            <a:off x="5582285" y="3305175"/>
            <a:ext cx="184150" cy="184150"/>
          </a:xfrm>
          <a:prstGeom prst="ellipse">
            <a:avLst/>
          </a:prstGeom>
          <a:ln>
            <a:noFill/>
          </a:ln>
          <a:effectLst>
            <a:innerShdw blurRad="114300">
              <a:prstClr val="black">
                <a:alpha val="35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椭圆 10"/>
          <p:cNvSpPr/>
          <p:nvPr>
            <p:custDataLst>
              <p:tags r:id="rId7"/>
            </p:custDataLst>
          </p:nvPr>
        </p:nvSpPr>
        <p:spPr>
          <a:xfrm>
            <a:off x="6455410" y="3305175"/>
            <a:ext cx="184150" cy="184150"/>
          </a:xfrm>
          <a:prstGeom prst="ellipse">
            <a:avLst/>
          </a:prstGeom>
          <a:ln>
            <a:noFill/>
          </a:ln>
          <a:effectLst>
            <a:innerShdw blurRad="114300">
              <a:prstClr val="black">
                <a:alpha val="35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圆角矩形 11"/>
          <p:cNvSpPr/>
          <p:nvPr>
            <p:custDataLst>
              <p:tags r:id="rId8"/>
            </p:custDataLst>
          </p:nvPr>
        </p:nvSpPr>
        <p:spPr>
          <a:xfrm>
            <a:off x="5650230" y="3350260"/>
            <a:ext cx="920115" cy="96520"/>
          </a:xfrm>
          <a:prstGeom prst="roundRect">
            <a:avLst>
              <a:gd name="adj" fmla="val 50000"/>
            </a:avLst>
          </a:prstGeom>
          <a:gradFill>
            <a:gsLst>
              <a:gs pos="60000">
                <a:schemeClr val="accent1">
                  <a:lumMod val="60000"/>
                  <a:lumOff val="40000"/>
                </a:schemeClr>
              </a:gs>
              <a:gs pos="41000">
                <a:schemeClr val="accent1">
                  <a:lumMod val="60000"/>
                  <a:lumOff val="40000"/>
                </a:schemeClr>
              </a:gs>
              <a:gs pos="0">
                <a:schemeClr val="accent1">
                  <a:lumMod val="20000"/>
                  <a:lumOff val="80000"/>
                </a:schemeClr>
              </a:gs>
              <a:gs pos="100000">
                <a:schemeClr val="accent1">
                  <a:lumMod val="20000"/>
                  <a:lumOff val="8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椭圆 15"/>
          <p:cNvSpPr/>
          <p:nvPr>
            <p:custDataLst>
              <p:tags r:id="rId9"/>
            </p:custDataLst>
          </p:nvPr>
        </p:nvSpPr>
        <p:spPr>
          <a:xfrm>
            <a:off x="5582285" y="4756785"/>
            <a:ext cx="184150" cy="184150"/>
          </a:xfrm>
          <a:prstGeom prst="ellipse">
            <a:avLst/>
          </a:prstGeom>
          <a:ln>
            <a:noFill/>
          </a:ln>
          <a:effectLst>
            <a:innerShdw blurRad="114300">
              <a:prstClr val="black">
                <a:alpha val="35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 name="椭圆 17"/>
          <p:cNvSpPr/>
          <p:nvPr>
            <p:custDataLst>
              <p:tags r:id="rId10"/>
            </p:custDataLst>
          </p:nvPr>
        </p:nvSpPr>
        <p:spPr>
          <a:xfrm>
            <a:off x="6455410" y="4756785"/>
            <a:ext cx="184150" cy="184150"/>
          </a:xfrm>
          <a:prstGeom prst="ellipse">
            <a:avLst/>
          </a:prstGeom>
          <a:ln>
            <a:noFill/>
          </a:ln>
          <a:effectLst>
            <a:innerShdw blurRad="114300">
              <a:prstClr val="black">
                <a:alpha val="35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圆角矩形 18"/>
          <p:cNvSpPr/>
          <p:nvPr>
            <p:custDataLst>
              <p:tags r:id="rId11"/>
            </p:custDataLst>
          </p:nvPr>
        </p:nvSpPr>
        <p:spPr>
          <a:xfrm>
            <a:off x="5650230" y="4802505"/>
            <a:ext cx="920115" cy="96520"/>
          </a:xfrm>
          <a:prstGeom prst="roundRect">
            <a:avLst>
              <a:gd name="adj" fmla="val 50000"/>
            </a:avLst>
          </a:prstGeom>
          <a:gradFill>
            <a:gsLst>
              <a:gs pos="60000">
                <a:schemeClr val="accent1">
                  <a:lumMod val="60000"/>
                  <a:lumOff val="40000"/>
                </a:schemeClr>
              </a:gs>
              <a:gs pos="41000">
                <a:schemeClr val="accent1">
                  <a:lumMod val="60000"/>
                  <a:lumOff val="40000"/>
                </a:schemeClr>
              </a:gs>
              <a:gs pos="0">
                <a:schemeClr val="accent1">
                  <a:lumMod val="20000"/>
                  <a:lumOff val="80000"/>
                </a:schemeClr>
              </a:gs>
              <a:gs pos="100000">
                <a:schemeClr val="accent1">
                  <a:lumMod val="20000"/>
                  <a:lumOff val="8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1" name="正文"/>
          <p:cNvSpPr txBox="1"/>
          <p:nvPr>
            <p:custDataLst>
              <p:tags r:id="rId12"/>
            </p:custDataLst>
          </p:nvPr>
        </p:nvSpPr>
        <p:spPr>
          <a:xfrm>
            <a:off x="1524000" y="2748915"/>
            <a:ext cx="3138170" cy="2747010"/>
          </a:xfrm>
          <a:prstGeom prst="rect">
            <a:avLst/>
          </a:prstGeom>
          <a:noFill/>
          <a:ln>
            <a:noFill/>
          </a:ln>
        </p:spPr>
        <p:txBody>
          <a:bodyPr wrap="square" lIns="0" tIns="0" rIns="0" bIns="0" rtlCol="0" anchor="ctr" anchorCtr="0">
            <a:normAutofit/>
          </a:bodyPr>
          <a:lstStyle/>
          <a:p>
            <a:pPr indent="0" algn="l" fontAlgn="auto">
              <a:lnSpc>
                <a:spcPct val="200000"/>
              </a:lnSpc>
            </a:pPr>
            <a:r>
              <a:rPr lang="zh-CN" altLang="en-US" sz="1600" spc="150" dirty="0">
                <a:solidFill>
                  <a:schemeClr val="tx1">
                    <a:lumMod val="85000"/>
                    <a:lumOff val="15000"/>
                  </a:schemeClr>
                </a:solidFill>
                <a:latin typeface="+mn-ea"/>
              </a:rPr>
              <a:t>尼亚萨波系统的核心价值在于打造精准、权威、可持续的对非知识服务平台，为中非合作提供坚实的信息支撑，促进双方的交流与合作。</a:t>
            </a:r>
            <a:endParaRPr lang="en-US" altLang="zh-CN" sz="1600" spc="150" dirty="0">
              <a:solidFill>
                <a:schemeClr val="tx1">
                  <a:lumMod val="85000"/>
                  <a:lumOff val="15000"/>
                </a:schemeClr>
              </a:solidFill>
              <a:latin typeface="+mn-ea"/>
            </a:endParaRPr>
          </a:p>
        </p:txBody>
      </p:sp>
      <p:sp>
        <p:nvSpPr>
          <p:cNvPr id="40" name="正文"/>
          <p:cNvSpPr txBox="1"/>
          <p:nvPr>
            <p:custDataLst>
              <p:tags r:id="rId13"/>
            </p:custDataLst>
          </p:nvPr>
        </p:nvSpPr>
        <p:spPr>
          <a:xfrm>
            <a:off x="7563485" y="2618105"/>
            <a:ext cx="3138170" cy="3012440"/>
          </a:xfrm>
          <a:prstGeom prst="rect">
            <a:avLst/>
          </a:prstGeom>
          <a:noFill/>
          <a:ln>
            <a:noFill/>
          </a:ln>
        </p:spPr>
        <p:txBody>
          <a:bodyPr wrap="square" lIns="0" tIns="0" rIns="0" bIns="0" rtlCol="0" anchor="ctr" anchorCtr="0">
            <a:normAutofit/>
          </a:bodyPr>
          <a:lstStyle/>
          <a:p>
            <a:pPr lvl="0" algn="l">
              <a:lnSpc>
                <a:spcPct val="200000"/>
              </a:lnSpc>
              <a:buClrTx/>
              <a:buSzTx/>
              <a:buFontTx/>
            </a:pPr>
            <a:r>
              <a:rPr lang="zh-CN" altLang="en-US" sz="1600" kern="0" dirty="0">
                <a:ln>
                  <a:noFill/>
                  <a:prstDash val="sysDot"/>
                </a:ln>
                <a:solidFill>
                  <a:schemeClr val="tx1">
                    <a:lumMod val="85000"/>
                    <a:lumOff val="15000"/>
                  </a:schemeClr>
                </a:solidFill>
                <a:latin typeface="+mn-ea"/>
                <a:sym typeface="+mn-ea"/>
              </a:rPr>
              <a:t>未来，系统将扩大社区影响力，丰富数据资源，进一步提升系统的服务能力和覆盖范围。同时，不断完善服务场景，满足用户日益增长的多样需求。</a:t>
            </a:r>
            <a:endParaRPr lang="zh-CN" altLang="en-US" sz="1600" kern="0" dirty="0">
              <a:ln>
                <a:noFill/>
                <a:prstDash val="sysDot"/>
              </a:ln>
              <a:solidFill>
                <a:schemeClr val="tx1">
                  <a:lumMod val="85000"/>
                  <a:lumOff val="15000"/>
                </a:schemeClr>
              </a:solidFill>
              <a:latin typeface="+mn-ea"/>
              <a:sym typeface="+mn-ea"/>
            </a:endParaRPr>
          </a:p>
          <a:p>
            <a:pPr lvl="0" algn="l">
              <a:lnSpc>
                <a:spcPct val="200000"/>
              </a:lnSpc>
              <a:buClrTx/>
              <a:buSzTx/>
              <a:buFontTx/>
            </a:pPr>
            <a:endParaRPr lang="zh-CN" altLang="en-US" sz="1600" kern="0" dirty="0">
              <a:ln>
                <a:noFill/>
                <a:prstDash val="sysDot"/>
              </a:ln>
              <a:solidFill>
                <a:schemeClr val="tx1">
                  <a:lumMod val="85000"/>
                  <a:lumOff val="15000"/>
                </a:schemeClr>
              </a:solidFill>
              <a:latin typeface="+mn-ea"/>
              <a:sym typeface="+mn-ea"/>
            </a:endParaRPr>
          </a:p>
        </p:txBody>
      </p:sp>
      <p:sp>
        <p:nvSpPr>
          <p:cNvPr id="23" name="图形 21"/>
          <p:cNvSpPr/>
          <p:nvPr>
            <p:custDataLst>
              <p:tags r:id="rId14"/>
            </p:custDataLst>
          </p:nvPr>
        </p:nvSpPr>
        <p:spPr>
          <a:xfrm>
            <a:off x="2578735" y="1615440"/>
            <a:ext cx="4824730" cy="869950"/>
          </a:xfrm>
          <a:custGeom>
            <a:avLst/>
            <a:gdLst>
              <a:gd name="connsiteX0" fmla="*/ 0 w 7549"/>
              <a:gd name="connsiteY0" fmla="*/ 689 h 1361"/>
              <a:gd name="connsiteX1" fmla="*/ 57 w 7549"/>
              <a:gd name="connsiteY1" fmla="*/ 605 h 1361"/>
              <a:gd name="connsiteX2" fmla="*/ 990 w 7549"/>
              <a:gd name="connsiteY2" fmla="*/ 11 h 1361"/>
              <a:gd name="connsiteX3" fmla="*/ 1942 w 7549"/>
              <a:gd name="connsiteY3" fmla="*/ 174 h 1361"/>
              <a:gd name="connsiteX4" fmla="*/ 2804 w 7549"/>
              <a:gd name="connsiteY4" fmla="*/ 681 h 1361"/>
              <a:gd name="connsiteX5" fmla="*/ 5497 w 7549"/>
              <a:gd name="connsiteY5" fmla="*/ 234 h 1361"/>
              <a:gd name="connsiteX6" fmla="*/ 7549 w 7549"/>
              <a:gd name="connsiteY6" fmla="*/ 682 h 1361"/>
              <a:gd name="connsiteX7" fmla="*/ 6985 w 7549"/>
              <a:gd name="connsiteY7" fmla="*/ 682 h 1361"/>
              <a:gd name="connsiteX8" fmla="*/ 6969 w 7549"/>
              <a:gd name="connsiteY8" fmla="*/ 234 h 1361"/>
              <a:gd name="connsiteX9" fmla="*/ 6658 w 7549"/>
              <a:gd name="connsiteY9" fmla="*/ 102 h 1361"/>
              <a:gd name="connsiteX10" fmla="*/ 5309 w 7549"/>
              <a:gd name="connsiteY10" fmla="*/ 715 h 1361"/>
              <a:gd name="connsiteX11" fmla="*/ 2748 w 7549"/>
              <a:gd name="connsiteY11" fmla="*/ 1220 h 1361"/>
              <a:gd name="connsiteX12" fmla="*/ 2081 w 7549"/>
              <a:gd name="connsiteY12" fmla="*/ 834 h 1361"/>
              <a:gd name="connsiteX13" fmla="*/ 1501 w 7549"/>
              <a:gd name="connsiteY13" fmla="*/ 410 h 1361"/>
              <a:gd name="connsiteX14" fmla="*/ 820 w 7549"/>
              <a:gd name="connsiteY14" fmla="*/ 556 h 1361"/>
              <a:gd name="connsiteX15" fmla="*/ 692 w 7549"/>
              <a:gd name="connsiteY15" fmla="*/ 678 h 1361"/>
              <a:gd name="connsiteX16" fmla="*/ 0 w 7549"/>
              <a:gd name="connsiteY16" fmla="*/ 689 h 1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549" h="1361">
                <a:moveTo>
                  <a:pt x="0" y="689"/>
                </a:moveTo>
                <a:cubicBezTo>
                  <a:pt x="7" y="689"/>
                  <a:pt x="52" y="613"/>
                  <a:pt x="57" y="605"/>
                </a:cubicBezTo>
                <a:cubicBezTo>
                  <a:pt x="264" y="280"/>
                  <a:pt x="611" y="59"/>
                  <a:pt x="990" y="11"/>
                </a:cubicBezTo>
                <a:cubicBezTo>
                  <a:pt x="1314" y="-30"/>
                  <a:pt x="1644" y="44"/>
                  <a:pt x="1942" y="174"/>
                </a:cubicBezTo>
                <a:cubicBezTo>
                  <a:pt x="2238" y="303"/>
                  <a:pt x="2507" y="556"/>
                  <a:pt x="2804" y="681"/>
                </a:cubicBezTo>
                <a:cubicBezTo>
                  <a:pt x="3703" y="1058"/>
                  <a:pt x="4666" y="611"/>
                  <a:pt x="5497" y="234"/>
                </a:cubicBezTo>
                <a:cubicBezTo>
                  <a:pt x="5497" y="234"/>
                  <a:pt x="7114" y="-500"/>
                  <a:pt x="7549" y="682"/>
                </a:cubicBezTo>
                <a:lnTo>
                  <a:pt x="6985" y="682"/>
                </a:lnTo>
                <a:cubicBezTo>
                  <a:pt x="6985" y="682"/>
                  <a:pt x="7038" y="413"/>
                  <a:pt x="6969" y="234"/>
                </a:cubicBezTo>
                <a:cubicBezTo>
                  <a:pt x="6930" y="130"/>
                  <a:pt x="6746" y="104"/>
                  <a:pt x="6658" y="102"/>
                </a:cubicBezTo>
                <a:cubicBezTo>
                  <a:pt x="6144" y="90"/>
                  <a:pt x="5728" y="468"/>
                  <a:pt x="5309" y="715"/>
                </a:cubicBezTo>
                <a:cubicBezTo>
                  <a:pt x="4567" y="1151"/>
                  <a:pt x="3608" y="1595"/>
                  <a:pt x="2748" y="1220"/>
                </a:cubicBezTo>
                <a:cubicBezTo>
                  <a:pt x="2512" y="1118"/>
                  <a:pt x="2287" y="989"/>
                  <a:pt x="2081" y="834"/>
                </a:cubicBezTo>
                <a:cubicBezTo>
                  <a:pt x="1890" y="691"/>
                  <a:pt x="1725" y="498"/>
                  <a:pt x="1501" y="410"/>
                </a:cubicBezTo>
                <a:cubicBezTo>
                  <a:pt x="1272" y="321"/>
                  <a:pt x="1003" y="406"/>
                  <a:pt x="820" y="556"/>
                </a:cubicBezTo>
                <a:cubicBezTo>
                  <a:pt x="797" y="575"/>
                  <a:pt x="716" y="677"/>
                  <a:pt x="692" y="678"/>
                </a:cubicBezTo>
                <a:cubicBezTo>
                  <a:pt x="692" y="678"/>
                  <a:pt x="1" y="689"/>
                  <a:pt x="0" y="689"/>
                </a:cubicBezTo>
                <a:close/>
              </a:path>
            </a:pathLst>
          </a:custGeom>
          <a:gradFill>
            <a:gsLst>
              <a:gs pos="46000">
                <a:schemeClr val="accent1"/>
              </a:gs>
              <a:gs pos="4000">
                <a:schemeClr val="accent1">
                  <a:lumMod val="40000"/>
                  <a:lumOff val="60000"/>
                </a:schemeClr>
              </a:gs>
              <a:gs pos="99000">
                <a:schemeClr val="accent1"/>
              </a:gs>
              <a:gs pos="86000">
                <a:schemeClr val="accent1">
                  <a:lumMod val="40000"/>
                  <a:lumOff val="60000"/>
                </a:schemeClr>
              </a:gs>
            </a:gsLst>
            <a:lin ang="0" scaled="0"/>
          </a:gradFill>
          <a:ln w="701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2" name="图形 24"/>
          <p:cNvSpPr/>
          <p:nvPr>
            <p:custDataLst>
              <p:tags r:id="rId15"/>
            </p:custDataLst>
          </p:nvPr>
        </p:nvSpPr>
        <p:spPr>
          <a:xfrm>
            <a:off x="2586990" y="1824990"/>
            <a:ext cx="741680" cy="227330"/>
          </a:xfrm>
          <a:custGeom>
            <a:avLst/>
            <a:gdLst>
              <a:gd name="connsiteX0" fmla="*/ 0 w 1160"/>
              <a:gd name="connsiteY0" fmla="*/ 356 h 356"/>
              <a:gd name="connsiteX1" fmla="*/ 1160 w 1160"/>
              <a:gd name="connsiteY1" fmla="*/ 56 h 356"/>
              <a:gd name="connsiteX2" fmla="*/ 761 w 1160"/>
              <a:gd name="connsiteY2" fmla="*/ 356 h 356"/>
              <a:gd name="connsiteX3" fmla="*/ 0 w 1160"/>
              <a:gd name="connsiteY3" fmla="*/ 356 h 356"/>
            </a:gdLst>
            <a:ahLst/>
            <a:cxnLst>
              <a:cxn ang="0">
                <a:pos x="connsiteX0" y="connsiteY0"/>
              </a:cxn>
              <a:cxn ang="0">
                <a:pos x="connsiteX1" y="connsiteY1"/>
              </a:cxn>
              <a:cxn ang="0">
                <a:pos x="connsiteX2" y="connsiteY2"/>
              </a:cxn>
              <a:cxn ang="0">
                <a:pos x="connsiteX3" y="connsiteY3"/>
              </a:cxn>
            </a:cxnLst>
            <a:rect l="l" t="t" r="r" b="b"/>
            <a:pathLst>
              <a:path w="1160" h="356">
                <a:moveTo>
                  <a:pt x="0" y="356"/>
                </a:moveTo>
                <a:cubicBezTo>
                  <a:pt x="0" y="356"/>
                  <a:pt x="167" y="-169"/>
                  <a:pt x="1160" y="56"/>
                </a:cubicBezTo>
                <a:cubicBezTo>
                  <a:pt x="1160" y="56"/>
                  <a:pt x="746" y="152"/>
                  <a:pt x="761" y="356"/>
                </a:cubicBezTo>
                <a:lnTo>
                  <a:pt x="0" y="356"/>
                </a:lnTo>
                <a:close/>
              </a:path>
            </a:pathLst>
          </a:custGeom>
          <a:gradFill>
            <a:gsLst>
              <a:gs pos="0">
                <a:schemeClr val="accent1"/>
              </a:gs>
              <a:gs pos="100000">
                <a:schemeClr val="accent1">
                  <a:lumMod val="60000"/>
                  <a:lumOff val="40000"/>
                </a:schemeClr>
              </a:gs>
            </a:gsLst>
            <a:lin ang="189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图形 36"/>
          <p:cNvSpPr/>
          <p:nvPr>
            <p:custDataLst>
              <p:tags r:id="rId16"/>
            </p:custDataLst>
          </p:nvPr>
        </p:nvSpPr>
        <p:spPr>
          <a:xfrm>
            <a:off x="10345420" y="1743710"/>
            <a:ext cx="422910" cy="304800"/>
          </a:xfrm>
          <a:custGeom>
            <a:avLst/>
            <a:gdLst>
              <a:gd name="connsiteX0" fmla="*/ 0 w 2157698"/>
              <a:gd name="connsiteY0" fmla="*/ 1554709 h 1554708"/>
              <a:gd name="connsiteX1" fmla="*/ 1321403 w 2157698"/>
              <a:gd name="connsiteY1" fmla="*/ 1554709 h 1554708"/>
              <a:gd name="connsiteX2" fmla="*/ 2157698 w 2157698"/>
              <a:gd name="connsiteY2" fmla="*/ 852145 h 1554708"/>
              <a:gd name="connsiteX3" fmla="*/ 919925 w 2157698"/>
              <a:gd name="connsiteY3" fmla="*/ 132912 h 1554708"/>
              <a:gd name="connsiteX4" fmla="*/ 0 w 2157698"/>
              <a:gd name="connsiteY4" fmla="*/ 1554709 h 155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7698" h="1554708">
                <a:moveTo>
                  <a:pt x="0" y="1554709"/>
                </a:moveTo>
                <a:lnTo>
                  <a:pt x="1321403" y="1554709"/>
                </a:lnTo>
                <a:cubicBezTo>
                  <a:pt x="1321403" y="1554709"/>
                  <a:pt x="1605725" y="718414"/>
                  <a:pt x="2157698" y="852145"/>
                </a:cubicBezTo>
                <a:cubicBezTo>
                  <a:pt x="2157698" y="852145"/>
                  <a:pt x="1973675" y="-402393"/>
                  <a:pt x="919925" y="132912"/>
                </a:cubicBezTo>
                <a:cubicBezTo>
                  <a:pt x="920020" y="132912"/>
                  <a:pt x="184023" y="433997"/>
                  <a:pt x="0" y="1554709"/>
                </a:cubicBezTo>
                <a:close/>
              </a:path>
            </a:pathLst>
          </a:custGeom>
          <a:gradFill>
            <a:gsLst>
              <a:gs pos="0">
                <a:schemeClr val="accent1"/>
              </a:gs>
              <a:gs pos="100000">
                <a:schemeClr val="accent1">
                  <a:lumMod val="60000"/>
                  <a:lumOff val="4000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5" name="图形 33"/>
          <p:cNvSpPr/>
          <p:nvPr>
            <p:custDataLst>
              <p:tags r:id="rId17"/>
            </p:custDataLst>
          </p:nvPr>
        </p:nvSpPr>
        <p:spPr>
          <a:xfrm>
            <a:off x="10615295" y="1741805"/>
            <a:ext cx="863600" cy="2249170"/>
          </a:xfrm>
          <a:custGeom>
            <a:avLst/>
            <a:gdLst>
              <a:gd name="connsiteX0" fmla="*/ 0 w 2635847"/>
              <a:gd name="connsiteY0" fmla="*/ 10668 h 6860069"/>
              <a:gd name="connsiteX1" fmla="*/ 475916 w 2635847"/>
              <a:gd name="connsiteY1" fmla="*/ 784369 h 6860069"/>
              <a:gd name="connsiteX2" fmla="*/ 481666 w 2635847"/>
              <a:gd name="connsiteY2" fmla="*/ 1984622 h 6860069"/>
              <a:gd name="connsiteX3" fmla="*/ 1437228 w 2635847"/>
              <a:gd name="connsiteY3" fmla="*/ 3603659 h 6860069"/>
              <a:gd name="connsiteX4" fmla="*/ 2158716 w 2635847"/>
              <a:gd name="connsiteY4" fmla="*/ 4926104 h 6860069"/>
              <a:gd name="connsiteX5" fmla="*/ 1555481 w 2635847"/>
              <a:gd name="connsiteY5" fmla="*/ 6587200 h 6860069"/>
              <a:gd name="connsiteX6" fmla="*/ 1564598 w 2635847"/>
              <a:gd name="connsiteY6" fmla="*/ 6860070 h 6860069"/>
              <a:gd name="connsiteX7" fmla="*/ 1784271 w 2635847"/>
              <a:gd name="connsiteY7" fmla="*/ 6691107 h 6860069"/>
              <a:gd name="connsiteX8" fmla="*/ 2241696 w 2635847"/>
              <a:gd name="connsiteY8" fmla="*/ 6198304 h 6860069"/>
              <a:gd name="connsiteX9" fmla="*/ 2551963 w 2635847"/>
              <a:gd name="connsiteY9" fmla="*/ 4407040 h 6860069"/>
              <a:gd name="connsiteX10" fmla="*/ 2171096 w 2635847"/>
              <a:gd name="connsiteY10" fmla="*/ 3405171 h 6860069"/>
              <a:gd name="connsiteX11" fmla="*/ 1322392 w 2635847"/>
              <a:gd name="connsiteY11" fmla="*/ 2035850 h 6860069"/>
              <a:gd name="connsiteX12" fmla="*/ 1264379 w 2635847"/>
              <a:gd name="connsiteY12" fmla="*/ 974880 h 6860069"/>
              <a:gd name="connsiteX13" fmla="*/ 914590 w 2635847"/>
              <a:gd name="connsiteY13" fmla="*/ 116853 h 6860069"/>
              <a:gd name="connsiteX14" fmla="*/ 0 w 2635847"/>
              <a:gd name="connsiteY14" fmla="*/ 10668 h 6860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5847" h="6860069">
                <a:moveTo>
                  <a:pt x="0" y="10668"/>
                </a:moveTo>
                <a:cubicBezTo>
                  <a:pt x="401069" y="9632"/>
                  <a:pt x="467370" y="474464"/>
                  <a:pt x="475916" y="784369"/>
                </a:cubicBezTo>
                <a:cubicBezTo>
                  <a:pt x="487053" y="1189996"/>
                  <a:pt x="404539" y="1580446"/>
                  <a:pt x="481666" y="1984622"/>
                </a:cubicBezTo>
                <a:cubicBezTo>
                  <a:pt x="603908" y="2625462"/>
                  <a:pt x="1042375" y="3110132"/>
                  <a:pt x="1437228" y="3603659"/>
                </a:cubicBezTo>
                <a:cubicBezTo>
                  <a:pt x="1749101" y="3993488"/>
                  <a:pt x="2031398" y="4438481"/>
                  <a:pt x="2158716" y="4926104"/>
                </a:cubicBezTo>
                <a:cubicBezTo>
                  <a:pt x="2313746" y="5519808"/>
                  <a:pt x="2039271" y="6215087"/>
                  <a:pt x="1555481" y="6587200"/>
                </a:cubicBezTo>
                <a:cubicBezTo>
                  <a:pt x="1555481" y="6587200"/>
                  <a:pt x="1564598" y="6859967"/>
                  <a:pt x="1564598" y="6860070"/>
                </a:cubicBezTo>
                <a:cubicBezTo>
                  <a:pt x="1563821" y="6837124"/>
                  <a:pt x="1763708" y="6708718"/>
                  <a:pt x="1784271" y="6691107"/>
                </a:cubicBezTo>
                <a:cubicBezTo>
                  <a:pt x="1954737" y="6545141"/>
                  <a:pt x="2109975" y="6380114"/>
                  <a:pt x="2241696" y="6198304"/>
                </a:cubicBezTo>
                <a:cubicBezTo>
                  <a:pt x="2620026" y="5676081"/>
                  <a:pt x="2731701" y="5028870"/>
                  <a:pt x="2551963" y="4407040"/>
                </a:cubicBezTo>
                <a:cubicBezTo>
                  <a:pt x="2453652" y="4066989"/>
                  <a:pt x="2346120" y="3714610"/>
                  <a:pt x="2171096" y="3405171"/>
                </a:cubicBezTo>
                <a:cubicBezTo>
                  <a:pt x="1907964" y="2939925"/>
                  <a:pt x="1459293" y="2560767"/>
                  <a:pt x="1322392" y="2035850"/>
                </a:cubicBezTo>
                <a:cubicBezTo>
                  <a:pt x="1235062" y="1701031"/>
                  <a:pt x="1214705" y="1317003"/>
                  <a:pt x="1264379" y="974880"/>
                </a:cubicBezTo>
                <a:cubicBezTo>
                  <a:pt x="1311411" y="650783"/>
                  <a:pt x="1203983" y="295918"/>
                  <a:pt x="914590" y="116853"/>
                </a:cubicBezTo>
                <a:cubicBezTo>
                  <a:pt x="647107" y="-48640"/>
                  <a:pt x="299960" y="9891"/>
                  <a:pt x="0" y="10668"/>
                </a:cubicBezTo>
                <a:close/>
              </a:path>
            </a:pathLst>
          </a:custGeom>
          <a:gradFill>
            <a:gsLst>
              <a:gs pos="84000">
                <a:schemeClr val="accent1"/>
              </a:gs>
              <a:gs pos="0">
                <a:schemeClr val="accent1">
                  <a:lumMod val="40000"/>
                  <a:lumOff val="60000"/>
                </a:schemeClr>
              </a:gs>
            </a:gsLst>
            <a:lin ang="5400000" scaled="0"/>
          </a:gradFill>
          <a:ln w="516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1" name="图形 39"/>
          <p:cNvSpPr/>
          <p:nvPr>
            <p:custDataLst>
              <p:tags r:id="rId18"/>
            </p:custDataLst>
          </p:nvPr>
        </p:nvSpPr>
        <p:spPr>
          <a:xfrm>
            <a:off x="713105" y="3507105"/>
            <a:ext cx="694055" cy="773430"/>
          </a:xfrm>
          <a:custGeom>
            <a:avLst/>
            <a:gdLst>
              <a:gd name="connsiteX0" fmla="*/ 3824672 w 3824671"/>
              <a:gd name="connsiteY0" fmla="*/ 1486350 h 4262982"/>
              <a:gd name="connsiteX1" fmla="*/ 3824672 w 3824671"/>
              <a:gd name="connsiteY1" fmla="*/ 5117 h 4262982"/>
              <a:gd name="connsiteX2" fmla="*/ 2724439 w 3824671"/>
              <a:gd name="connsiteY2" fmla="*/ 87699 h 4262982"/>
              <a:gd name="connsiteX3" fmla="*/ 161643 w 3824671"/>
              <a:gd name="connsiteY3" fmla="*/ 1549215 h 4262982"/>
              <a:gd name="connsiteX4" fmla="*/ 605127 w 3824671"/>
              <a:gd name="connsiteY4" fmla="*/ 4262983 h 4262982"/>
              <a:gd name="connsiteX5" fmla="*/ 628558 w 3824671"/>
              <a:gd name="connsiteY5" fmla="*/ 3887793 h 4262982"/>
              <a:gd name="connsiteX6" fmla="*/ 839442 w 3824671"/>
              <a:gd name="connsiteY6" fmla="*/ 3018161 h 4262982"/>
              <a:gd name="connsiteX7" fmla="*/ 1816802 w 3824671"/>
              <a:gd name="connsiteY7" fmla="*/ 1846300 h 4262982"/>
              <a:gd name="connsiteX8" fmla="*/ 2845788 w 3824671"/>
              <a:gd name="connsiteY8" fmla="*/ 1546167 h 4262982"/>
              <a:gd name="connsiteX9" fmla="*/ 3824672 w 3824671"/>
              <a:gd name="connsiteY9" fmla="*/ 1486350 h 426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4671" h="4262982">
                <a:moveTo>
                  <a:pt x="3824672" y="1486350"/>
                </a:moveTo>
                <a:cubicBezTo>
                  <a:pt x="3824672" y="1486350"/>
                  <a:pt x="3824672" y="6260"/>
                  <a:pt x="3824672" y="5117"/>
                </a:cubicBezTo>
                <a:cubicBezTo>
                  <a:pt x="3824672" y="-23648"/>
                  <a:pt x="2808926" y="77793"/>
                  <a:pt x="2724439" y="87699"/>
                </a:cubicBezTo>
                <a:cubicBezTo>
                  <a:pt x="1770129" y="198856"/>
                  <a:pt x="584743" y="601192"/>
                  <a:pt x="161643" y="1549215"/>
                </a:cubicBezTo>
                <a:cubicBezTo>
                  <a:pt x="-234978" y="2438088"/>
                  <a:pt x="170025" y="3470598"/>
                  <a:pt x="605127" y="4262983"/>
                </a:cubicBezTo>
                <a:cubicBezTo>
                  <a:pt x="563502" y="4187259"/>
                  <a:pt x="619319" y="3967137"/>
                  <a:pt x="628558" y="3887793"/>
                </a:cubicBezTo>
                <a:cubicBezTo>
                  <a:pt x="663324" y="3591185"/>
                  <a:pt x="731428" y="3296862"/>
                  <a:pt x="839442" y="3018161"/>
                </a:cubicBezTo>
                <a:cubicBezTo>
                  <a:pt x="1028227" y="2530957"/>
                  <a:pt x="1361316" y="2108523"/>
                  <a:pt x="1816802" y="1846300"/>
                </a:cubicBezTo>
                <a:cubicBezTo>
                  <a:pt x="2132079" y="1664849"/>
                  <a:pt x="2486981" y="1583886"/>
                  <a:pt x="2845788" y="1546167"/>
                </a:cubicBezTo>
                <a:cubicBezTo>
                  <a:pt x="2917987" y="1538642"/>
                  <a:pt x="3824672" y="1493589"/>
                  <a:pt x="3824672" y="1486350"/>
                </a:cubicBezTo>
                <a:close/>
              </a:path>
            </a:pathLst>
          </a:custGeom>
          <a:gradFill>
            <a:gsLst>
              <a:gs pos="0">
                <a:schemeClr val="accent1"/>
              </a:gs>
              <a:gs pos="100000">
                <a:schemeClr val="accent1">
                  <a:lumMod val="60000"/>
                  <a:lumOff val="40000"/>
                </a:schemeClr>
              </a:gs>
            </a:gsLst>
            <a:lin ang="162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4" name="图形 42"/>
          <p:cNvSpPr/>
          <p:nvPr>
            <p:custDataLst>
              <p:tags r:id="rId19"/>
            </p:custDataLst>
          </p:nvPr>
        </p:nvSpPr>
        <p:spPr>
          <a:xfrm>
            <a:off x="819785" y="4265295"/>
            <a:ext cx="272415" cy="281940"/>
          </a:xfrm>
          <a:custGeom>
            <a:avLst/>
            <a:gdLst>
              <a:gd name="connsiteX0" fmla="*/ 1746218 w 1746218"/>
              <a:gd name="connsiteY0" fmla="*/ 1806512 h 1806511"/>
              <a:gd name="connsiteX1" fmla="*/ 1746218 w 1746218"/>
              <a:gd name="connsiteY1" fmla="*/ 485108 h 1806511"/>
              <a:gd name="connsiteX2" fmla="*/ 0 w 1746218"/>
              <a:gd name="connsiteY2" fmla="*/ 0 h 1806511"/>
              <a:gd name="connsiteX3" fmla="*/ 1746218 w 1746218"/>
              <a:gd name="connsiteY3" fmla="*/ 1806512 h 1806511"/>
            </a:gdLst>
            <a:ahLst/>
            <a:cxnLst>
              <a:cxn ang="0">
                <a:pos x="connsiteX0" y="connsiteY0"/>
              </a:cxn>
              <a:cxn ang="0">
                <a:pos x="connsiteX1" y="connsiteY1"/>
              </a:cxn>
              <a:cxn ang="0">
                <a:pos x="connsiteX2" y="connsiteY2"/>
              </a:cxn>
              <a:cxn ang="0">
                <a:pos x="connsiteX3" y="connsiteY3"/>
              </a:cxn>
            </a:cxnLst>
            <a:rect l="l" t="t" r="r" b="b"/>
            <a:pathLst>
              <a:path w="1746218" h="1806511">
                <a:moveTo>
                  <a:pt x="1746218" y="1806512"/>
                </a:moveTo>
                <a:lnTo>
                  <a:pt x="1746218" y="485108"/>
                </a:lnTo>
                <a:cubicBezTo>
                  <a:pt x="1746218" y="485108"/>
                  <a:pt x="695897" y="1137476"/>
                  <a:pt x="0" y="0"/>
                </a:cubicBezTo>
                <a:cubicBezTo>
                  <a:pt x="0" y="0"/>
                  <a:pt x="56864" y="1204341"/>
                  <a:pt x="1746218" y="1806512"/>
                </a:cubicBezTo>
                <a:close/>
              </a:path>
            </a:pathLst>
          </a:custGeom>
          <a:gradFill>
            <a:gsLst>
              <a:gs pos="11000">
                <a:schemeClr val="accent1"/>
              </a:gs>
              <a:gs pos="100000">
                <a:schemeClr val="accent1">
                  <a:lumMod val="60000"/>
                  <a:lumOff val="40000"/>
                </a:schemeClr>
              </a:gs>
            </a:gsLst>
            <a:lin ang="54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Tree>
    <p:custDataLst>
      <p:tags r:id="rId20"/>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占位符 4"/>
          <p:cNvSpPr>
            <a:spLocks noGrp="1"/>
          </p:cNvSpPr>
          <p:nvPr>
            <p:ph type="body" idx="16387"/>
            <p:custDataLst>
              <p:tags r:id="rId1"/>
            </p:custDataLst>
          </p:nvPr>
        </p:nvSpPr>
        <p:spPr/>
        <p:txBody>
          <a:bodyPr/>
          <a:p>
            <a:endParaRPr lang="zh-CN" altLang="en-US"/>
          </a:p>
        </p:txBody>
      </p:sp>
      <p:sp>
        <p:nvSpPr>
          <p:cNvPr id="3" name="Subtitle 2"/>
          <p:cNvSpPr>
            <a:spLocks noGrp="1"/>
          </p:cNvSpPr>
          <p:nvPr>
            <p:ph type="subTitle" idx="16386"/>
            <p:custDataLst>
              <p:tags r:id="rId2"/>
            </p:custDataLst>
          </p:nvPr>
        </p:nvSpPr>
        <p:spPr>
          <a:xfrm>
            <a:off x="1016000" y="2527300"/>
            <a:ext cx="5449358" cy="457200"/>
          </a:xfrm>
        </p:spPr>
        <p:txBody>
          <a:bodyPr>
            <a:noAutofit/>
          </a:bodyPr>
          <a:p>
            <a:r>
              <a:rPr lang="en-US" altLang="zh-CN" sz="4000" b="1">
                <a:solidFill>
                  <a:schemeClr val="accent1"/>
                </a:solidFill>
                <a:effectLst>
                  <a:outerShdw blurRad="38100" dist="25400" dir="5400000" algn="ctr" rotWithShape="0">
                    <a:srgbClr val="6E747A">
                      <a:alpha val="43000"/>
                    </a:srgbClr>
                  </a:outerShdw>
                </a:effectLst>
              </a:rPr>
              <a:t>THANKS</a:t>
            </a:r>
            <a:endParaRPr lang="en-US" altLang="zh-CN" sz="4000" b="1">
              <a:solidFill>
                <a:schemeClr val="accent1"/>
              </a:solidFill>
              <a:effectLst>
                <a:outerShdw blurRad="38100" dist="25400" dir="5400000" algn="ctr" rotWithShape="0">
                  <a:srgbClr val="6E747A">
                    <a:alpha val="43000"/>
                  </a:srgbClr>
                </a:outerShdw>
              </a:effectLst>
            </a:endParaRPr>
          </a:p>
        </p:txBody>
      </p:sp>
      <p:sp>
        <p:nvSpPr>
          <p:cNvPr id="4" name="标题 11"/>
          <p:cNvSpPr>
            <a:spLocks noGrp="1"/>
          </p:cNvSpPr>
          <p:nvPr>
            <p:ph type="ctrTitle" idx="16385"/>
            <p:custDataLst>
              <p:tags r:id="rId3"/>
            </p:custDataLst>
          </p:nvPr>
        </p:nvSpPr>
        <p:spPr/>
        <p:txBody>
          <a:bodyPr>
            <a:noAutofit/>
          </a:bodyPr>
          <a:p>
            <a:r>
              <a:rPr lang="zh-CN" altLang="en-US" sz="8000"/>
              <a:t>谢谢</a:t>
            </a:r>
            <a:endParaRPr lang="zh-CN" altLang="en-US" sz="8000"/>
          </a:p>
        </p:txBody>
      </p:sp>
    </p:spTree>
    <p:custDataLst>
      <p:tags r:id="rId4"/>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4.xml><?xml version="1.0" encoding="utf-8"?>
<p:tagLst xmlns:p="http://schemas.openxmlformats.org/presentationml/2006/main">
  <p:tag name="KSO_WM_BEAUTIFY_FLAG" val="#fgm#"/>
  <p:tag name="KSO_WM_FIGMA_FLAG" val="#fgm#"/>
  <p:tag name="KSO_WM_UNIT_INDEX" val="1"/>
  <p:tag name="KSO_WM_UNIT_TYPE" val="a"/>
  <p:tag name="KSO_WM_LAYOUT_CHECK_HASH" val="320e7a913d6d71fae811265877aeb04ed5f2490c"/>
  <p:tag name="KSO_WM_NEWLAYOUT_GROUP_ID" val="layout_48"/>
  <p:tag name="KSO_WM_NEWLAYOUT_ID" val="slide_4a3a316319699232"/>
</p:tagLst>
</file>

<file path=ppt/tags/tag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6.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0.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14.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1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0.xml><?xml version="1.0" encoding="utf-8"?>
<p:tagLst xmlns:p="http://schemas.openxmlformats.org/presentationml/2006/main">
  <p:tag name="KSO_WM_BEAUTIFY_FLAG" val="#fgm#"/>
  <p:tag name="KSO_WM_FIGMA_FLAG" val="#fgm#"/>
  <p:tag name="KSO_WM_UNIT_INDEX" val="1"/>
  <p:tag name="KSO_WM_UNIT_TYPE" val="a"/>
  <p:tag name="KSO_WM_LAYOUT_CHECK_HASH" val="25de69a3d28f6226285938e502b83a2470ca2ac6"/>
  <p:tag name="KSO_WM_NEWLAYOUT_GROUP_ID" val="layout_10014"/>
  <p:tag name="KSO_WM_NEWLAYOUT_ID" val="slide_efa19404144709f7"/>
</p:tagLst>
</file>

<file path=ppt/tags/tag21.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2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4.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2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30.xml><?xml version="1.0" encoding="utf-8"?>
<p:tagLst xmlns:p="http://schemas.openxmlformats.org/presentationml/2006/main">
  <p:tag name="KSO_WM_BEAUTIFY_FLAG" val="#fgm#"/>
  <p:tag name="KSO_WM_FIGMA_FLAG" val="#fgm#"/>
  <p:tag name="KSO_WM_UNIT_INDEX" val="1"/>
  <p:tag name="KSO_WM_UNIT_TYPE" val="a"/>
  <p:tag name="KSO_WM_LAYOUT_CHECK_HASH" val="ffee6b1036da8cd54e2f881f2ed7a5ec50a5c4db"/>
  <p:tag name="KSO_WM_NEWLAYOUT_GROUP_ID" val="layout_10007"/>
  <p:tag name="KSO_WM_NEWLAYOUT_ID" val="slide_5d2fe44769cb3f7d"/>
</p:tagLst>
</file>

<file path=ppt/tags/tag3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7.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38.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42.xml><?xml version="1.0" encoding="utf-8"?>
<p:tagLst xmlns:p="http://schemas.openxmlformats.org/presentationml/2006/main">
  <p:tag name="KSO_WM_BEAUTIFY_FLAG" val="#fgm#"/>
  <p:tag name="KSO_WM_FIGMA_FLAG" val="#fgm#"/>
  <p:tag name="KSO_WM_UNIT_INDEX" val="1"/>
  <p:tag name="KSO_WM_UNIT_TYPE" val="a"/>
  <p:tag name="KSO_WM_LAYOUT_CHECK_HASH" val="32dddd8273df3fe747ea5d5124f902d555787f62"/>
  <p:tag name="KSO_WM_NEWLAYOUT_GROUP_ID" val="layout_10009"/>
  <p:tag name="KSO_WM_NEWLAYOUT_ID" val="slide_e2ddc6610455839a"/>
</p:tagLst>
</file>

<file path=ppt/tags/tag43.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4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49.xml><?xml version="1.0" encoding="utf-8"?>
<p:tagLst xmlns:p="http://schemas.openxmlformats.org/presentationml/2006/main">
  <p:tag name="KSO_WM_BEAUTIFY_FLAG" val="#fgm#"/>
  <p:tag name="KSO_WM_FIGMA_FLAG" val="#fgm#"/>
  <p:tag name="KSO_WM_UNIT_INDEX" val="1"/>
  <p:tag name="KSO_WM_UNIT_TYPE" val="a"/>
  <p:tag name="KSO_WM_LAYOUT_CHECK_HASH" val="89956b7439ead62044f2c29c363c9326678a807e"/>
  <p:tag name="KSO_WM_NEWLAYOUT_GROUP_ID" val="layout_34"/>
  <p:tag name="KSO_WM_NEWLAYOUT_ID" val="slide_03445187354e35ec"/>
</p:tagLst>
</file>

<file path=ppt/tags/tag50.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5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3.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5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5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59.xml><?xml version="1.0" encoding="utf-8"?>
<p:tagLst xmlns:p="http://schemas.openxmlformats.org/presentationml/2006/main">
  <p:tag name="KSO_WM_BEAUTIFY_FLAG" val="#fgm#"/>
  <p:tag name="KSO_WM_FIGMA_FLAG" val="#fgm#"/>
  <p:tag name="KSO_WM_UNIT_INDEX" val="1"/>
  <p:tag name="KSO_WM_UNIT_TYPE" val="a"/>
  <p:tag name="KSO_WM_LAYOUT_CHECK_HASH" val="f472954af6bff17d0f9077b727e1e3c9c0171073"/>
  <p:tag name="KSO_WM_NEWLAYOUT_GROUP_ID" val="layout_10004"/>
  <p:tag name="KSO_WM_NEWLAYOUT_ID" val="slide_fc5e6fce07636398"/>
</p:tagLst>
</file>

<file path=ppt/tags/tag60.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6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6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6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6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6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69.xml><?xml version="1.0" encoding="utf-8"?>
<p:tagLst xmlns:p="http://schemas.openxmlformats.org/presentationml/2006/main">
  <p:tag name="KSO_WM_BEAUTIFY_FLAG" val="#fgm#"/>
  <p:tag name="KSO_WM_FIGMA_FLAG" val="#fgm#"/>
  <p:tag name="KSO_WM_UNIT_INDEX" val="1"/>
  <p:tag name="KSO_WM_UNIT_TYPE" val="a"/>
  <p:tag name="KSO_WM_LAYOUT_CHECK_HASH" val="24f20a31b1ec254851575b81040f8ddec00448c2"/>
  <p:tag name="KSO_WM_NEWLAYOUT_GROUP_ID" val="layout_10012"/>
  <p:tag name="KSO_WM_NEWLAYOUT_ID" val="slide_b551fdac1a16f7a8"/>
</p:tagLst>
</file>

<file path=ppt/tags/tag70.xml><?xml version="1.0" encoding="utf-8"?>
<p:tagLst xmlns:p="http://schemas.openxmlformats.org/presentationml/2006/main">
  <p:tag name="KSO_WM_BEAUTIFY_FLAG" val="#fgm#"/>
  <p:tag name="KSO_WM_FIGMA_FLAG" val="#fgm#"/>
  <p:tag name="KSO_WM_UNIT_INDEX" val="1"/>
  <p:tag name="KSO_WM_UNIT_TYPE" val="d"/>
</p:tagLst>
</file>

<file path=ppt/tags/tag7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7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7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7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78.xml><?xml version="1.0" encoding="utf-8"?>
<p:tagLst xmlns:p="http://schemas.openxmlformats.org/presentationml/2006/main">
  <p:tag name="KSO_WM_BEAUTIFY_FLAG" val="#fgm#"/>
  <p:tag name="KSO_WM_FIGMA_FLAG" val="#fgm#"/>
  <p:tag name="KSO_WM_UNIT_INDEX" val="1"/>
  <p:tag name="KSO_WM_UNIT_TYPE" val="a"/>
  <p:tag name="KSO_WM_LAYOUT_CHECK_HASH" val="fbf021cc34f1fe985ceaec02d696f96123fe5134"/>
  <p:tag name="KSO_WM_NEWLAYOUT_GROUP_ID" val="layout_60"/>
  <p:tag name="KSO_WM_NEWLAYOUT_ID" val="slide_7a497b07d3397511"/>
</p:tagLst>
</file>

<file path=ppt/tags/tag79.xml><?xml version="1.0" encoding="utf-8"?>
<p:tagLst xmlns:p="http://schemas.openxmlformats.org/presentationml/2006/main">
  <p:tag name="KSO_WM_BEAUTIFY_FLAG" val="#fgm#"/>
  <p:tag name="KSO_WM_FIGMA_FLAG" val="#fgm#"/>
  <p:tag name="KSO_WM_UNIT_INDEX" val="1"/>
  <p:tag name="KSO_WM_UNIT_TYPE" val="d"/>
</p:tagLst>
</file>

<file path=ppt/tags/tag80.xml><?xml version="1.0" encoding="utf-8"?>
<p:tagLst xmlns:p="http://schemas.openxmlformats.org/presentationml/2006/main">
  <p:tag name="KSO_WM_FIGMA_DECORATION_INDEX" val="18_contentModel"/>
  <p:tag name="$PH_EXT" val="2"/>
  <p:tag name="KSO_WM_BEAUTIFY_FLAG" val="#fgm#"/>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
  <p:tag name="KSO_WM_UNIT_TYPE" val="l_i"/>
</p:tagLst>
</file>

<file path=ppt/tags/tag8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8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8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8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88.xml><?xml version="1.0" encoding="utf-8"?>
<p:tagLst xmlns:p="http://schemas.openxmlformats.org/presentationml/2006/main">
  <p:tag name="KSO_WM_BEAUTIFY_FLAG" val="#fgm#"/>
  <p:tag name="KSO_WM_FIGMA_FLAG" val="#fgm#"/>
  <p:tag name="KSO_WM_UNIT_INDEX" val="1"/>
  <p:tag name="KSO_WM_UNIT_TYPE" val="a"/>
  <p:tag name="KSO_WM_LAYOUT_CHECK_HASH" val="ab5cfb871b128b982e660fd189ea73253cf9c54e"/>
  <p:tag name="KSO_WM_NEWLAYOUT_GROUP_ID" val="layout_10013"/>
  <p:tag name="KSO_WM_NEWLAYOUT_ID" val="slide_15d51d1237e15606"/>
</p:tagLst>
</file>

<file path=ppt/tags/tag89.xml><?xml version="1.0" encoding="utf-8"?>
<p:tagLst xmlns:p="http://schemas.openxmlformats.org/presentationml/2006/main">
  <p:tag name="KSO_WM_BEAUTIFY_FLAG" val="#fgm#"/>
  <p:tag name="KSO_WM_FIGMA_FLAG" val="#fgm#"/>
  <p:tag name="KSO_WM_UNIT_INDEX" val="1"/>
  <p:tag name="KSO_WM_UNIT_TYPE" val="d"/>
</p:tagLst>
</file>

<file path=ppt/tags/tag9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9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9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9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97.xml><?xml version="1.0" encoding="utf-8"?>
<p:tagLst xmlns:p="http://schemas.openxmlformats.org/presentationml/2006/main">
  <p:tag name="KSO_WM_BEAUTIFY_FLAG" val="#fgm#"/>
  <p:tag name="KSO_WM_FIGMA_FLAG" val="#fgm#"/>
  <p:tag name="KSO_WM_UNIT_INDEX" val="1"/>
  <p:tag name="KSO_WM_UNIT_TYPE" val="a"/>
  <p:tag name="KSO_WM_LAYOUT_CHECK_HASH" val="e1c1dab07e495f66fc155bfba91088fa664d9663"/>
  <p:tag name="KSO_WM_NEWLAYOUT_GROUP_ID" val="layout_62"/>
  <p:tag name="KSO_WM_NEWLAYOUT_ID" val="slide_200f6023f42ff4b4"/>
</p:tagLst>
</file>

<file path=ppt/tags/tag98.xml><?xml version="1.0" encoding="utf-8"?>
<p:tagLst xmlns:p="http://schemas.openxmlformats.org/presentationml/2006/main">
  <p:tag name="KSO_WM_BEAUTIFY_FLAG" val="#fgm#"/>
  <p:tag name="KSO_WM_FIGMA_FLAG" val="#fgm#"/>
  <p:tag name="KSO_WM_UNIT_INDEX" val="1"/>
  <p:tag name="KSO_WM_UNIT_TYPE" val="d"/>
</p:tagLst>
</file>

<file path=ppt/tags/tag99.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0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0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0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0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0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108.xml><?xml version="1.0" encoding="utf-8"?>
<p:tagLst xmlns:p="http://schemas.openxmlformats.org/presentationml/2006/main">
  <p:tag name="KSO_WM_BEAUTIFY_FLAG" val="#fgm#"/>
  <p:tag name="KSO_WM_FIGMA_FLAG" val="#fgm#"/>
  <p:tag name="KSO_WM_UNIT_INDEX" val="1"/>
  <p:tag name="KSO_WM_UNIT_TYPE" val="a"/>
  <p:tag name="KSO_WM_LAYOUT_CHECK_HASH" val="fbb4e5a36d2c0cec3ec07860d99368f25e6fc225"/>
  <p:tag name="KSO_WM_NEWLAYOUT_GROUP_ID" val="layout_38"/>
  <p:tag name="KSO_WM_NEWLAYOUT_ID" val="slide_602d535931c36a5c"/>
</p:tagLst>
</file>

<file path=ppt/tags/tag10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10.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1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1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1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14.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1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1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1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118.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11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2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124.xml><?xml version="1.0" encoding="utf-8"?>
<p:tagLst xmlns:p="http://schemas.openxmlformats.org/presentationml/2006/main">
  <p:tag name="KSO_WM_BEAUTIFY_FLAG" val="#fgm#"/>
  <p:tag name="KSO_WM_FIGMA_FLAG" val="#fgm#"/>
  <p:tag name="KSO_WM_UNIT_INDEX" val="1"/>
  <p:tag name="KSO_WM_UNIT_TYPE" val="a"/>
  <p:tag name="KSO_WM_LAYOUT_CHECK_HASH" val="c71eebe5ea1cf1a0cec028133d6f83565b0e7514"/>
  <p:tag name="KSO_WM_NEWLAYOUT_GROUP_ID" val="layout_39"/>
  <p:tag name="KSO_WM_NEWLAYOUT_ID" val="slide_e04cce603696ff95"/>
</p:tagLst>
</file>

<file path=ppt/tags/tag12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26.xml><?xml version="1.0" encoding="utf-8"?>
<p:tagLst xmlns:p="http://schemas.openxmlformats.org/presentationml/2006/main">
  <p:tag name="KSO_WM_FIGMA_DECORATION_INDEX" val="1"/>
  <p:tag name="$PH_EXT" val="1"/>
  <p:tag name="KSO_WM_BEAUTIFY_FLAG" val="#fgm#"/>
  <p:tag name="KSO_WM_DIAGRAM_GROUP_CODE" val="1"/>
  <p:tag name="KSO_WM_FIGMA_FLAG" val="#fgm#"/>
  <p:tag name="KSO_WM_UNIT_INDEX" val="1_1_1"/>
  <p:tag name="KSO_WM_UNIT_TYPE" val="l_h_x"/>
</p:tagLst>
</file>

<file path=ppt/tags/tag12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2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2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30.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13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3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3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134.xml><?xml version="1.0" encoding="utf-8"?>
<p:tagLst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13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3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3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138.xml><?xml version="1.0" encoding="utf-8"?>
<p:tagLst xmlns:p="http://schemas.openxmlformats.org/presentationml/2006/main">
  <p:tag name="KSO_WM_FIGMA_DECORATION_INDEX" val="4"/>
  <p:tag name="$PH_EXT" val="1"/>
  <p:tag name="KSO_WM_BEAUTIFY_FLAG" val="#fgm#"/>
  <p:tag name="KSO_WM_DIAGRAM_GROUP_CODE" val="1"/>
  <p:tag name="KSO_WM_FIGMA_FLAG" val="#fgm#"/>
  <p:tag name="KSO_WM_UNIT_INDEX" val="1_4_1"/>
  <p:tag name="KSO_WM_UNIT_TYPE" val="l_h_x"/>
</p:tagLst>
</file>

<file path=ppt/tags/tag139.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40.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144.xml><?xml version="1.0" encoding="utf-8"?>
<p:tagLst xmlns:p="http://schemas.openxmlformats.org/presentationml/2006/main">
  <p:tag name="KSO_WM_BEAUTIFY_FLAG" val="#fgm#"/>
  <p:tag name="KSO_WM_FIGMA_FLAG" val="#fgm#"/>
  <p:tag name="KSO_WM_UNIT_INDEX" val="1"/>
  <p:tag name="KSO_WM_UNIT_TYPE" val="a"/>
  <p:tag name="KSO_WM_LAYOUT_CHECK_HASH" val="fc6babf65ae384897df24417bd9c97ca793a70dd"/>
  <p:tag name="KSO_WM_NEWLAYOUT_GROUP_ID" val="layout_32"/>
  <p:tag name="KSO_WM_NEWLAYOUT_ID" val="slide_eb0792ac09727aff"/>
</p:tagLst>
</file>

<file path=ppt/tags/tag14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46.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2"/>
  <p:tag name="KSO_WM_UNIT_TYPE" val="l_h_i"/>
</p:tagLst>
</file>

<file path=ppt/tags/tag147.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14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4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50.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151.xml><?xml version="1.0" encoding="utf-8"?>
<p:tagLst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2_2"/>
  <p:tag name="KSO_WM_UNIT_TYPE" val="l_h_i"/>
</p:tagLst>
</file>

<file path=ppt/tags/tag152.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15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5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5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156.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2"/>
  <p:tag name="KSO_WM_UNIT_TYPE" val="l_h_i"/>
</p:tagLst>
</file>

<file path=ppt/tags/tag157.xml><?xml version="1.0" encoding="utf-8"?>
<p:tagLst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158.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59.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60.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4_1"/>
  <p:tag name="KSO_WM_UNIT_TYPE" val="l_h_i"/>
</p:tagLst>
</file>

<file path=ppt/tags/tag161.xml><?xml version="1.0" encoding="utf-8"?>
<p:tagLst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4_2"/>
  <p:tag name="KSO_WM_UNIT_TYPE" val="l_h_i"/>
</p:tagLst>
</file>

<file path=ppt/tags/tag162.xml><?xml version="1.0" encoding="utf-8"?>
<p:tagLst xmlns:p="http://schemas.openxmlformats.org/presentationml/2006/main">
  <p:tag name="KSO_WM_FIGMA_DECORATION_INDEX" val="4"/>
  <p:tag name="$PH_EXT" val="1"/>
  <p:tag name="KSO_WM_BEAUTIFY_FLAG" val="#fgm#"/>
  <p:tag name="KSO_WM_DIAGRAM_GROUP_CODE" val="1"/>
  <p:tag name="KSO_WM_FIGMA_FLAG" val="#fgm#"/>
  <p:tag name="KSO_WM_UNIT_INDEX" val="1_4_1"/>
  <p:tag name="KSO_WM_UNIT_TYPE" val="l_h_x"/>
</p:tagLst>
</file>

<file path=ppt/tags/tag163.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64.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168.xml><?xml version="1.0" encoding="utf-8"?>
<p:tagLst xmlns:p="http://schemas.openxmlformats.org/presentationml/2006/main">
  <p:tag name="KSO_WM_BEAUTIFY_FLAG" val="#fgm#"/>
  <p:tag name="KSO_WM_FIGMA_FLAG" val="#fgm#"/>
  <p:tag name="KSO_WM_UNIT_INDEX" val="1"/>
  <p:tag name="KSO_WM_UNIT_TYPE" val="a"/>
  <p:tag name="KSO_WM_LAYOUT_CHECK_HASH" val="7bbf122a7f2d7004d69442410f7b35f8fa947baf"/>
  <p:tag name="KSO_WM_NEWLAYOUT_GROUP_ID" val="layout_31"/>
  <p:tag name="KSO_WM_NEWLAYOUT_ID" val="slide_2d80dcc34ba6bf84"/>
</p:tagLst>
</file>

<file path=ppt/tags/tag16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70.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7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7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7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74.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7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7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7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178.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17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8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81.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182.xml><?xml version="1.0" encoding="utf-8"?>
<p:tagLst xmlns:p="http://schemas.openxmlformats.org/presentationml/2006/main">
  <p:tag name="KSO_WM_BEAUTIFY_FLAG" val="#fgm#"/>
  <p:tag name="KSO_WM_DIAGRAM_GROUP_CODE" val="1"/>
  <p:tag name="KSO_WM_FIGMA_FLAG" val="#fgm#"/>
  <p:tag name="KSO_WM_UNIT_INDEX" val="1_4_1"/>
  <p:tag name="KSO_WM_UNIT_TYPE" val="l_h_d"/>
</p:tagLst>
</file>

<file path=ppt/tags/tag183.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84.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188.xml><?xml version="1.0" encoding="utf-8"?>
<p:tagLst xmlns:p="http://schemas.openxmlformats.org/presentationml/2006/main">
  <p:tag name="KSO_WM_BEAUTIFY_FLAG" val="#fgm#"/>
  <p:tag name="KSO_WM_FIGMA_FLAG" val="#fgm#"/>
  <p:tag name="KSO_WM_UNIT_INDEX" val="1"/>
  <p:tag name="KSO_WM_UNIT_TYPE" val="a"/>
  <p:tag name="KSO_WM_LAYOUT_CHECK_HASH" val="fbfc04254d231d608e9080f4d44ac6087a6f8703"/>
  <p:tag name="KSO_WM_NEWLAYOUT_GROUP_ID" val="layout_6"/>
  <p:tag name="KSO_WM_NEWLAYOUT_ID" val="slide_718e24366f404335"/>
</p:tagLst>
</file>

<file path=ppt/tags/tag189.xml><?xml version="1.0" encoding="utf-8"?>
<p:tagLst xmlns:p="http://schemas.openxmlformats.org/presentationml/2006/main">
  <p:tag name="KSO_WM_BEAUTIFY_FLAG" val="#fgm#"/>
  <p:tag name="KSO_WM_FIGMA_FLAG" val="#fgm#"/>
  <p:tag name="KSO_WM_UNIT_INDEX" val="1"/>
  <p:tag name="KSO_WM_UNIT_TYPE" val="d"/>
</p:tagLst>
</file>

<file path=ppt/tags/tag190.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9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9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93.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9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9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96.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197.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98.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99.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4_1"/>
  <p:tag name="KSO_WM_UNIT_TYPE" val="l_h_i"/>
</p:tagLst>
</file>

<file path=ppt/tags/tag200.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201.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20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5_1"/>
  <p:tag name="KSO_WM_UNIT_TYPE" val="l_h_i"/>
</p:tagLst>
</file>

<file path=ppt/tags/tag203.xml><?xml version="1.0" encoding="utf-8"?>
<p:tagLst xmlns:p="http://schemas.openxmlformats.org/presentationml/2006/main">
  <p:tag name="KSO_WM_BEAUTIFY_FLAG" val="#fgm#"/>
  <p:tag name="KSO_WM_DIAGRAM_GROUP_CODE" val="1"/>
  <p:tag name="KSO_WM_FIGMA_FLAG" val="#fgm#"/>
  <p:tag name="KSO_WM_UNIT_INDEX" val="1_5_1"/>
  <p:tag name="KSO_WM_UNIT_TYPE" val="l_h_a"/>
</p:tagLst>
</file>

<file path=ppt/tags/tag204.xml><?xml version="1.0" encoding="utf-8"?>
<p:tagLst xmlns:p="http://schemas.openxmlformats.org/presentationml/2006/main">
  <p:tag name="KSO_WM_BEAUTIFY_FLAG" val="#fgm#"/>
  <p:tag name="KSO_WM_DIAGRAM_GROUP_CODE" val="1"/>
  <p:tag name="KSO_WM_FIGMA_FLAG" val="#fgm#"/>
  <p:tag name="KSO_WM_UNIT_INDEX" val="1_5_1"/>
  <p:tag name="KSO_WM_UNIT_TYPE" val="l_h_f"/>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08.xml><?xml version="1.0" encoding="utf-8"?>
<p:tagLst xmlns:p="http://schemas.openxmlformats.org/presentationml/2006/main">
  <p:tag name="KSO_WM_BEAUTIFY_FLAG" val="#fgm#"/>
  <p:tag name="KSO_WM_FIGMA_FLAG" val="#fgm#"/>
  <p:tag name="KSO_WM_UNIT_INDEX" val="1"/>
  <p:tag name="KSO_WM_UNIT_TYPE" val="a"/>
  <p:tag name="KSO_WM_LAYOUT_CHECK_HASH" val="797ff024c804d4fa368dd683da3ffa39ce238549"/>
  <p:tag name="KSO_WM_NEWLAYOUT_GROUP_ID" val="layout_26"/>
  <p:tag name="KSO_WM_NEWLAYOUT_ID" val="slide_f64549512ce8df60"/>
</p:tagLst>
</file>

<file path=ppt/tags/tag20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10.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21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1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1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14.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21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1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20.xml><?xml version="1.0" encoding="utf-8"?>
<p:tagLst xmlns:p="http://schemas.openxmlformats.org/presentationml/2006/main">
  <p:tag name="KSO_WM_BEAUTIFY_FLAG" val="#fgm#"/>
  <p:tag name="KSO_WM_FIGMA_FLAG" val="#fgm#"/>
  <p:tag name="KSO_WM_UNIT_INDEX" val="1"/>
  <p:tag name="KSO_WM_UNIT_TYPE" val="a"/>
  <p:tag name="KSO_WM_LAYOUT_CHECK_HASH" val="24da6701cd6177f8bb7ae539d3095ae7dd821511"/>
  <p:tag name="KSO_WM_NEWLAYOUT_GROUP_ID" val="layout_61"/>
  <p:tag name="KSO_WM_NEWLAYOUT_ID" val="slide_bf7182397f2461bd"/>
</p:tagLst>
</file>

<file path=ppt/tags/tag221.xml><?xml version="1.0" encoding="utf-8"?>
<p:tagLst xmlns:p="http://schemas.openxmlformats.org/presentationml/2006/main">
  <p:tag name="KSO_WM_BEAUTIFY_FLAG" val="#fgm#"/>
  <p:tag name="KSO_WM_FIGMA_FLAG" val="#fgm#"/>
  <p:tag name="KSO_WM_UNIT_INDEX" val="1"/>
  <p:tag name="KSO_WM_UNIT_TYPE" val="d"/>
</p:tagLst>
</file>

<file path=ppt/tags/tag222.xml><?xml version="1.0" encoding="utf-8"?>
<p:tagLst xmlns:p="http://schemas.openxmlformats.org/presentationml/2006/main">
  <p:tag name="KSO_WM_FIGMA_DECORATION_INDEX" val="17_contentModel"/>
  <p:tag name="$PH_EXT" val="2"/>
  <p:tag name="KSO_WM_BEAUTIFY_FLAG" val="#fgm#"/>
  <p:tag name="KSO_WM_FIGMA_FLAG" val="#fgm#"/>
  <p:tag name="KSO_WM_SYNC_SLIDE_TEXT" val="1"/>
  <p:tag name="KSO_WM_UNIT_INDEX" val="1_1"/>
  <p:tag name="KSO_WM_UNIT_TYPE" val="l_i"/>
</p:tagLst>
</file>

<file path=ppt/tags/tag223.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22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2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26.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22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2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32.xml><?xml version="1.0" encoding="utf-8"?>
<p:tagLst xmlns:p="http://schemas.openxmlformats.org/presentationml/2006/main">
  <p:tag name="KSO_WM_BEAUTIFY_FLAG" val="#fgm#"/>
  <p:tag name="KSO_WM_FIGMA_FLAG" val="#fgm#"/>
  <p:tag name="KSO_WM_UNIT_INDEX" val="1"/>
  <p:tag name="KSO_WM_UNIT_TYPE" val="a"/>
  <p:tag name="KSO_WM_LAYOUT_CHECK_HASH" val="ebed69746c82bdd4848c758a3580a8255715e308"/>
  <p:tag name="KSO_WM_NEWLAYOUT_GROUP_ID" val="layout_51"/>
  <p:tag name="KSO_WM_NEWLAYOUT_ID" val="slide_95ca0f44177c2950"/>
</p:tagLst>
</file>

<file path=ppt/tags/tag233.xml><?xml version="1.0" encoding="utf-8"?>
<p:tagLst xmlns:p="http://schemas.openxmlformats.org/presentationml/2006/main">
  <p:tag name="KSO_WM_BEAUTIFY_FLAG" val="#fgm#"/>
  <p:tag name="KSO_WM_FIGMA_FLAG" val="#fgm#"/>
  <p:tag name="KSO_WM_UNIT_INDEX" val="1"/>
  <p:tag name="KSO_WM_UNIT_TYPE" val="d"/>
</p:tagLst>
</file>

<file path=ppt/tags/tag23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3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3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3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41.xml><?xml version="1.0" encoding="utf-8"?>
<p:tagLst xmlns:p="http://schemas.openxmlformats.org/presentationml/2006/main">
  <p:tag name="KSO_WM_BEAUTIFY_FLAG" val="#fgm#"/>
  <p:tag name="KSO_WM_FIGMA_FLAG" val="#fgm#"/>
  <p:tag name="KSO_WM_UNIT_INDEX" val="1"/>
  <p:tag name="KSO_WM_UNIT_TYPE" val="a"/>
  <p:tag name="KSO_WM_LAYOUT_CHECK_HASH" val="f7a26e8644ba2864e54fb539e03e90abeb02c604"/>
  <p:tag name="KSO_WM_NEWLAYOUT_GROUP_ID" val="layout_59"/>
  <p:tag name="KSO_WM_NEWLAYOUT_ID" val="slide_c9a808dc05b7f5bd"/>
</p:tagLst>
</file>

<file path=ppt/tags/tag242.xml><?xml version="1.0" encoding="utf-8"?>
<p:tagLst xmlns:p="http://schemas.openxmlformats.org/presentationml/2006/main">
  <p:tag name="KSO_WM_BEAUTIFY_FLAG" val="#fgm#"/>
  <p:tag name="KSO_WM_FIGMA_FLAG" val="#fgm#"/>
  <p:tag name="KSO_WM_UNIT_INDEX" val="1"/>
  <p:tag name="KSO_WM_UNIT_TYPE" val="d"/>
</p:tagLst>
</file>

<file path=ppt/tags/tag24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4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4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4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4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4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4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250.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51.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55.xml><?xml version="1.0" encoding="utf-8"?>
<p:tagLst xmlns:p="http://schemas.openxmlformats.org/presentationml/2006/main">
  <p:tag name="KSO_WM_BEAUTIFY_FLAG" val="#fgm#"/>
  <p:tag name="KSO_WM_FIGMA_FLAG" val="#fgm#"/>
  <p:tag name="KSO_WM_UNIT_INDEX" val="1"/>
  <p:tag name="KSO_WM_UNIT_TYPE" val="a"/>
  <p:tag name="KSO_WM_LAYOUT_CHECK_HASH" val="c5b210228a2932c0846c4c6b1650074396e42a24"/>
  <p:tag name="KSO_WM_NEWLAYOUT_GROUP_ID" val="layout_63"/>
  <p:tag name="KSO_WM_NEWLAYOUT_ID" val="slide_bd0e730e40c5a9b1"/>
</p:tagLst>
</file>

<file path=ppt/tags/tag256.xml><?xml version="1.0" encoding="utf-8"?>
<p:tagLst xmlns:p="http://schemas.openxmlformats.org/presentationml/2006/main">
  <p:tag name="KSO_WM_BEAUTIFY_FLAG" val="#fgm#"/>
  <p:tag name="KSO_WM_FIGMA_FLAG" val="#fgm#"/>
  <p:tag name="KSO_WM_UNIT_INDEX" val="1"/>
  <p:tag name="KSO_WM_UNIT_TYPE" val="d"/>
</p:tagLst>
</file>

<file path=ppt/tags/tag25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5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5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6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64.xml><?xml version="1.0" encoding="utf-8"?>
<p:tagLst xmlns:p="http://schemas.openxmlformats.org/presentationml/2006/main">
  <p:tag name="KSO_WM_BEAUTIFY_FLAG" val="#fgm#"/>
  <p:tag name="KSO_WM_FIGMA_FLAG" val="#fgm#"/>
  <p:tag name="KSO_WM_UNIT_INDEX" val="1"/>
  <p:tag name="KSO_WM_UNIT_TYPE" val="a"/>
  <p:tag name="KSO_WM_LAYOUT_CHECK_HASH" val="b58aa5cff8d548204d3499da2855344ec8a23dc4"/>
  <p:tag name="KSO_WM_NEWLAYOUT_GROUP_ID" val="layout_2"/>
  <p:tag name="KSO_WM_NEWLAYOUT_ID" val="slide_b1cc77b2a84ed970"/>
</p:tagLst>
</file>

<file path=ppt/tags/tag26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66.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26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6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69.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270.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27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7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76.xml><?xml version="1.0" encoding="utf-8"?>
<p:tagLst xmlns:p="http://schemas.openxmlformats.org/presentationml/2006/main">
  <p:tag name="KSO_WM_BEAUTIFY_FLAG" val="#fgm#"/>
  <p:tag name="KSO_WM_FIGMA_FLAG" val="#fgm#"/>
  <p:tag name="KSO_WM_UNIT_INDEX" val="1"/>
  <p:tag name="KSO_WM_UNIT_TYPE" val="a"/>
  <p:tag name="KSO_WM_LAYOUT_CHECK_HASH" val="56d27410cc616f3e05acdcd322bbeed895ca049a"/>
  <p:tag name="KSO_WM_NEWLAYOUT_GROUP_ID" val="layout_30"/>
  <p:tag name="KSO_WM_NEWLAYOUT_ID" val="slide_2c989dfdce81b470"/>
</p:tagLst>
</file>

<file path=ppt/tags/tag277.xml><?xml version="1.0" encoding="utf-8"?>
<p:tagLst xmlns:p="http://schemas.openxmlformats.org/presentationml/2006/main">
  <p:tag name="KSO_WM_BEAUTIFY_FLAG" val="#fgm#"/>
  <p:tag name="KSO_WM_FIGMA_FLAG" val="#fgm#"/>
  <p:tag name="KSO_WM_UNIT_INDEX" val="1"/>
  <p:tag name="KSO_WM_UNIT_TYPE" val="d"/>
</p:tagLst>
</file>

<file path=ppt/tags/tag278.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279.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28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8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82.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283.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28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8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86.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287.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288.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89.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293.xml><?xml version="1.0" encoding="utf-8"?>
<p:tagLst xmlns:p="http://schemas.openxmlformats.org/presentationml/2006/main">
  <p:tag name="KSO_WM_BEAUTIFY_FLAG" val="#fgm#"/>
  <p:tag name="KSO_WM_FIGMA_FLAG" val="#fgm#"/>
  <p:tag name="KSO_WM_UNIT_INDEX" val="1"/>
  <p:tag name="KSO_WM_UNIT_TYPE" val="a"/>
  <p:tag name="KSO_WM_LAYOUT_CHECK_HASH" val="605cb15d1343ff81b3b7bf11f31d37c83eeed748"/>
  <p:tag name="KSO_WM_NEWLAYOUT_GROUP_ID" val="layout_42"/>
  <p:tag name="KSO_WM_NEWLAYOUT_ID" val="slide_172fb91d41df846e"/>
</p:tagLst>
</file>

<file path=ppt/tags/tag294.xml><?xml version="1.0" encoding="utf-8"?>
<p:tagLst xmlns:p="http://schemas.openxmlformats.org/presentationml/2006/main">
  <p:tag name="KSO_WM_BEAUTIFY_FLAG" val="#fgm#"/>
  <p:tag name="KSO_WM_FIGMA_FLAG" val="#fgm#"/>
  <p:tag name="KSO_WM_UNIT_INDEX" val="1"/>
  <p:tag name="KSO_WM_UNIT_TYPE" val="d"/>
</p:tagLst>
</file>

<file path=ppt/tags/tag295.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29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9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98.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29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0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304.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305.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8259bcc52a9159d66093e4d75b9a60701a0cf4f1"/>
  <p:tag name="KSO_WM_NEWLAYOUT_GROUP_ID" val="layout_1-5"/>
  <p:tag name="KSO_WM_NEWLAYOUT_ID" val="slide_063b19861dc0a508"/>
</p:tagLst>
</file>

<file path=ppt/tags/tag306.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307.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Lst>
</file>

<file path=ppt/tags/tag30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09.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310.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Lst>
</file>

<file path=ppt/tags/tag31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12.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313.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Lst>
</file>

<file path=ppt/tags/tag31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318.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319.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6d4d282b0914e044d7f877e89b7aff3c374c946b"/>
  <p:tag name="KSO_WM_NEWLAYOUT_GROUP_ID" val="layout_1-5"/>
  <p:tag name="KSO_WM_NEWLAYOUT_ID" val="slide_61223ae7a7f7aefc"/>
</p:tagLst>
</file>

<file path=ppt/tags/tag320.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321.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Lst>
</file>

<file path=ppt/tags/tag32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23.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324.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Lst>
</file>

<file path=ppt/tags/tag32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26.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327.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Lst>
</file>

<file path=ppt/tags/tag328.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29.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330.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Lst>
</file>

<file path=ppt/tags/tag331.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INDEX" val="40480806"/>
  <p:tag name="KSO_WM_TEMPLATE_CATEGORY" val="custom"/>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 name="KSO_WM_UNIT_ISNUMDGMTITLE" val="0"/>
  <p:tag name="KSO_WM_TEMPLATE_INDEX" val="40480806"/>
  <p:tag name="KSO_WM_TEMPLATE_CATEGORY" val="custom"/>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 name="KSO_WM_TEMPLATE_CATEGORY" val="custom"/>
  <p:tag name="KSO_WM_TEMPLATE_USER_THEME" val="1"/>
  <p:tag name="KSO_WM_TEMPLATE_INDEX" val="40480806"/>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806"/>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806"/>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806"/>
</p:tagLst>
</file>

<file path=ppt/tags/tag341.xml><?xml version="1.0" encoding="utf-8"?>
<p:tagLst xmlns:p="http://schemas.openxmlformats.org/presentationml/2006/main">
  <p:tag name="KSO_WM_UNIT_TYPE" val="f"/>
  <p:tag name="KSO_WM_UNIT_INDEX" val="1"/>
  <p:tag name="KSO_WM_UNIT_ID" val="_3*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42.xml><?xml version="1.0" encoding="utf-8"?>
<p:tagLst xmlns:p="http://schemas.openxmlformats.org/presentationml/2006/main">
  <p:tag name="KSO_WM_UNIT_TYPE" val="f"/>
  <p:tag name="KSO_WM_UNIT_INDEX" val="2"/>
  <p:tag name="KSO_WM_UNIT_ID" val="_3*f*2"/>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43.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44.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45.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46.xml><?xml version="1.0" encoding="utf-8"?>
<p:tagLst xmlns:p="http://schemas.openxmlformats.org/presentationml/2006/main">
  <p:tag name="KSO_WM_UNIT_TYPE" val="a"/>
  <p:tag name="KSO_WM_UNIT_INDEX" val="1"/>
  <p:tag name="KSO_WM_UNIT_ID" val="_3*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47.xml><?xml version="1.0" encoding="utf-8"?>
<p:tagLst xmlns:p="http://schemas.openxmlformats.org/presentationml/2006/main">
  <p:tag name="KSO_WM_UNIT_TYPE" val="f"/>
  <p:tag name="KSO_WM_UNIT_INDEX" val="1"/>
  <p:tag name="KSO_WM_UNIT_ID" val="_4*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48.xml><?xml version="1.0" encoding="utf-8"?>
<p:tagLst xmlns:p="http://schemas.openxmlformats.org/presentationml/2006/main">
  <p:tag name="KSO_WM_UNIT_TYPE" val="f"/>
  <p:tag name="KSO_WM_UNIT_INDEX" val="2"/>
  <p:tag name="KSO_WM_UNIT_ID" val="_4*f*2"/>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49.xml><?xml version="1.0" encoding="utf-8"?>
<p:tagLst xmlns:p="http://schemas.openxmlformats.org/presentationml/2006/main">
  <p:tag name="KSO_WM_UNIT_TYPE" val="f"/>
  <p:tag name="KSO_WM_UNIT_INDEX" val="3"/>
  <p:tag name="KSO_WM_UNIT_ID" val="_4*f*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50.xml><?xml version="1.0" encoding="utf-8"?>
<p:tagLst xmlns:p="http://schemas.openxmlformats.org/presentationml/2006/main">
  <p:tag name="KSO_WM_UNIT_TYPE" val="f"/>
  <p:tag name="KSO_WM_UNIT_INDEX" val="4"/>
  <p:tag name="KSO_WM_UNIT_ID" val="_4*f*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51.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52.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53.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54.xml><?xml version="1.0" encoding="utf-8"?>
<p:tagLst xmlns:p="http://schemas.openxmlformats.org/presentationml/2006/main">
  <p:tag name="KSO_WM_UNIT_TYPE" val="a"/>
  <p:tag name="KSO_WM_UNIT_INDEX" val="1"/>
  <p:tag name="KSO_WM_UNIT_ID" val="_4*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55.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56.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57.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58.xml><?xml version="1.0" encoding="utf-8"?>
<p:tagLst xmlns:p="http://schemas.openxmlformats.org/presentationml/2006/main">
  <p:tag name="KSO_WM_UNIT_TYPE" val="a"/>
  <p:tag name="KSO_WM_UNIT_INDEX" val="1"/>
  <p:tag name="KSO_WM_UNIT_ID" val="_5*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59.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60.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61.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62.xml><?xml version="1.0" encoding="utf-8"?>
<p:tagLst xmlns:p="http://schemas.openxmlformats.org/presentationml/2006/main">
  <p:tag name="KSO_WM_UNIT_TYPE" val="f"/>
  <p:tag name="KSO_WM_UNIT_INDEX" val="1"/>
  <p:tag name="KSO_WM_UNIT_ID" val="_7*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63.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64.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65.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66.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67.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68.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69.xml><?xml version="1.0" encoding="utf-8"?>
<p:tagLst xmlns:p="http://schemas.openxmlformats.org/presentationml/2006/main">
  <p:tag name="KSO_WM_UNIT_TYPE" val="f"/>
  <p:tag name="KSO_WM_UNIT_INDEX" val="1"/>
  <p:tag name="KSO_WM_UNIT_ID" val="_8*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70.xml><?xml version="1.0" encoding="utf-8"?>
<p:tagLst xmlns:p="http://schemas.openxmlformats.org/presentationml/2006/main">
  <p:tag name="KSO_WM_UNIT_TYPE" val="a"/>
  <p:tag name="KSO_WM_UNIT_INDEX" val="1"/>
  <p:tag name="KSO_WM_UNIT_ID" val="_8*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71.xml><?xml version="1.0" encoding="utf-8"?>
<p:tagLst xmlns:p="http://schemas.openxmlformats.org/presentationml/2006/main">
  <p:tag name="KSO_WM_UNIT_TYPE" val="i"/>
  <p:tag name="KSO_WM_UNIT_INDEX" val="1"/>
  <p:tag name="KSO_WM_BEAUTIFY_FLAG" val="#wm#"/>
  <p:tag name="KSO_WM_TAG_VERSION" val="3.0"/>
  <p:tag name="LAYOUTZORDER" val="2"/>
  <p:tag name="KSO_WM_UNIT_ID" val="_9*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72.xml><?xml version="1.0" encoding="utf-8"?>
<p:tagLst xmlns:p="http://schemas.openxmlformats.org/presentationml/2006/main">
  <p:tag name="KSO_WM_UNIT_TYPE" val="i"/>
  <p:tag name="KSO_WM_UNIT_INDEX" val="2"/>
  <p:tag name="KSO_WM_BEAUTIFY_FLAG" val="#wm#"/>
  <p:tag name="KSO_WM_TAG_VERSION" val="3.0"/>
  <p:tag name="LAYOUTZORDER" val="3"/>
  <p:tag name="KSO_WM_UNIT_ID" val="_9*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73.xml><?xml version="1.0" encoding="utf-8"?>
<p:tagLst xmlns:p="http://schemas.openxmlformats.org/presentationml/2006/main">
  <p:tag name="KSO_WM_UNIT_TYPE" val="i"/>
  <p:tag name="KSO_WM_UNIT_INDEX" val="3"/>
  <p:tag name="KSO_WM_BEAUTIFY_FLAG" val="#wm#"/>
  <p:tag name="KSO_WM_TAG_VERSION" val="3.0"/>
  <p:tag name="LAYOUTZORDER" val="4"/>
  <p:tag name="KSO_WM_UNIT_ID" val="_9*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74.xml><?xml version="1.0" encoding="utf-8"?>
<p:tagLst xmlns:p="http://schemas.openxmlformats.org/presentationml/2006/main">
  <p:tag name="KSO_WM_UNIT_TYPE" val="i"/>
  <p:tag name="KSO_WM_UNIT_INDEX" val="5"/>
  <p:tag name="KSO_WM_BEAUTIFY_FLAG" val="#wm#"/>
  <p:tag name="KSO_WM_TAG_VERSION" val="3.0"/>
  <p:tag name="LAYOUTZORDER" val="5"/>
  <p:tag name="KSO_WM_UNIT_ID" val="_9*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75.xml><?xml version="1.0" encoding="utf-8"?>
<p:tagLst xmlns:p="http://schemas.openxmlformats.org/presentationml/2006/main">
  <p:tag name="$PH_EXT" val="2"/>
  <p:tag name="KSO_WM_BEAUTIFY_FLAG" val="#wm#"/>
  <p:tag name="KSO_WM_FIGMA_FLAG" val="#fgm#"/>
  <p:tag name="KSO_WM_UNIT_INDEX" val="2"/>
  <p:tag name="KSO_WM_UNIT_TYPE" val="i"/>
  <p:tag name="KSO_WM_UNIT_ID" val="_9*i*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376.xml><?xml version="1.0" encoding="utf-8"?>
<p:tagLst xmlns:p="http://schemas.openxmlformats.org/presentationml/2006/main">
  <p:tag name="KSO_WM_UNIT_TYPE" val="f"/>
  <p:tag name="KSO_WM_BEAUTIFY_FLAG" val="#wm#"/>
  <p:tag name="KSO_WM_FIGMA_FLAG" val="#fgm#"/>
  <p:tag name="KSO_WM_UNIT_INDEX" val="1"/>
  <p:tag name="KSO_WM_UNIT_SUBTYPE" val="c"/>
  <p:tag name="KSO_WM_UNIT_TEXT_TYPE" val="1"/>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377.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60438c44c49bc52ff4b4349d61fd90de70ff30f3"/>
  <p:tag name="KSO_WM_NEWLAYOUT_ID" val="2103"/>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378.xml><?xml version="1.0" encoding="utf-8"?>
<p:tagLst xmlns:p="http://schemas.openxmlformats.org/presentationml/2006/main">
  <p:tag name="KSO_WM_UNIT_HIGHLIGHT" val="0"/>
  <p:tag name="KSO_WM_BEAUTIFY_FLAG" val="#wm#"/>
  <p:tag name="KSO_WM_FIGMA_FLAG" val="#fgm#"/>
  <p:tag name="KSO_WM_UNIT_INDEX" val="2"/>
  <p:tag name="KSO_WM_UNIT_SUBTYPE" val="b"/>
  <p:tag name="KSO_WM_UNIT_TEXT_TYPE" val="1"/>
  <p:tag name="KSO_WM_UNIT_TYPE" val="f"/>
  <p:tag name="KSO_WM_UNIT_ID" val="_9*f*2"/>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379.xml><?xml version="1.0" encoding="utf-8"?>
<p:tagLst xmlns:p="http://schemas.openxmlformats.org/presentationml/2006/main">
  <p:tag name="KSO_WM_UNIT_TYPE" val="i"/>
  <p:tag name="KSO_WM_UNIT_INDEX" val="4"/>
  <p:tag name="KSO_WM_BEAUTIFY_FLAG" val="#wm#"/>
  <p:tag name="KSO_WM_TAG_VERSION" val="3.0"/>
  <p:tag name="LAYOUTZORDER" val="2"/>
  <p:tag name="KSO_WM_UNIT_ID" val="_10*i*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80.xml><?xml version="1.0" encoding="utf-8"?>
<p:tagLst xmlns:p="http://schemas.openxmlformats.org/presentationml/2006/main">
  <p:tag name="KSO_WM_UNIT_TYPE" val="i"/>
  <p:tag name="KSO_WM_UNIT_INDEX" val="1"/>
  <p:tag name="KSO_WM_BEAUTIFY_FLAG" val="#wm#"/>
  <p:tag name="KSO_WM_TAG_VERSION" val="3.0"/>
  <p:tag name="LAYOUTZORDER" val="34"/>
  <p:tag name="KSO_WM_UNIT_ID" val="_10*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81.xml><?xml version="1.0" encoding="utf-8"?>
<p:tagLst xmlns:p="http://schemas.openxmlformats.org/presentationml/2006/main">
  <p:tag name="KSO_WM_UNIT_TYPE" val="i"/>
  <p:tag name="KSO_WM_UNIT_INDEX" val="2"/>
  <p:tag name="KSO_WM_BEAUTIFY_FLAG" val="#wm#"/>
  <p:tag name="KSO_WM_TAG_VERSION" val="3.0"/>
  <p:tag name="LAYOUTZORDER" val="35"/>
  <p:tag name="KSO_WM_UNIT_ID" val="_10*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82.xml><?xml version="1.0" encoding="utf-8"?>
<p:tagLst xmlns:p="http://schemas.openxmlformats.org/presentationml/2006/main">
  <p:tag name="KSO_WM_UNIT_TYPE" val="i"/>
  <p:tag name="KSO_WM_UNIT_INDEX" val="3"/>
  <p:tag name="KSO_WM_BEAUTIFY_FLAG" val="#wm#"/>
  <p:tag name="KSO_WM_TAG_VERSION" val="3.0"/>
  <p:tag name="LAYOUTZORDER" val="36"/>
  <p:tag name="KSO_WM_UNIT_ID" val="_10*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83.xml><?xml version="1.0" encoding="utf-8"?>
<p:tagLst xmlns:p="http://schemas.openxmlformats.org/presentationml/2006/main">
  <p:tag name="$PH_EXT" val="2"/>
  <p:tag name="KSO_WM_BEAUTIFY_FLAG" val="#wm#"/>
  <p:tag name="KSO_WM_FIGMA_FLAG" val="#fgm#"/>
  <p:tag name="KSO_WM_UNIT_INDEX" val="2"/>
  <p:tag name="KSO_WM_UNIT_TYPE" val="i"/>
  <p:tag name="KSO_WM_UNIT_ID" val="_10*i*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384.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0372150f3ab07ae18ba4ec6509ebc386062b9ec7"/>
  <p:tag name="KSO_WM_NEWLAYOUT_ID" val="2109"/>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385.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386.xml><?xml version="1.0" encoding="utf-8"?>
<p:tagLst xmlns:p="http://schemas.openxmlformats.org/presentationml/2006/main">
  <p:tag name="KSO_WM_UNIT_TYPE" val="i"/>
  <p:tag name="KSO_WM_UNIT_INDEX" val="1"/>
  <p:tag name="KSO_WM_BEAUTIFY_FLAG" val="#wm#"/>
  <p:tag name="KSO_WM_TAG_VERSION" val="3.0"/>
  <p:tag name="LAYOUTZORDER" val="2"/>
  <p:tag name="KSO_WM_UNIT_ID" val="_11*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87.xml><?xml version="1.0" encoding="utf-8"?>
<p:tagLst xmlns:p="http://schemas.openxmlformats.org/presentationml/2006/main">
  <p:tag name="KSO_WM_UNIT_TYPE" val="i"/>
  <p:tag name="KSO_WM_UNIT_INDEX" val="2"/>
  <p:tag name="KSO_WM_BEAUTIFY_FLAG" val="#wm#"/>
  <p:tag name="KSO_WM_TAG_VERSION" val="3.0"/>
  <p:tag name="LAYOUTZORDER" val="3"/>
  <p:tag name="KSO_WM_UNIT_ID" val="_11*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88.xml><?xml version="1.0" encoding="utf-8"?>
<p:tagLst xmlns:p="http://schemas.openxmlformats.org/presentationml/2006/main">
  <p:tag name="KSO_WM_UNIT_TYPE" val="i"/>
  <p:tag name="KSO_WM_UNIT_INDEX" val="3"/>
  <p:tag name="KSO_WM_BEAUTIFY_FLAG" val="#wm#"/>
  <p:tag name="KSO_WM_TAG_VERSION" val="3.0"/>
  <p:tag name="LAYOUTZORDER" val="4"/>
  <p:tag name="KSO_WM_UNIT_ID" val="_11*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89.xml><?xml version="1.0" encoding="utf-8"?>
<p:tagLst xmlns:p="http://schemas.openxmlformats.org/presentationml/2006/main">
  <p:tag name="KSO_WM_UNIT_TYPE" val="i"/>
  <p:tag name="KSO_WM_UNIT_INDEX" val="5"/>
  <p:tag name="KSO_WM_BEAUTIFY_FLAG" val="#wm#"/>
  <p:tag name="KSO_WM_TAG_VERSION" val="3.0"/>
  <p:tag name="LAYOUTZORDER" val="5"/>
  <p:tag name="KSO_WM_UNIT_ID" val="_11*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390.xml><?xml version="1.0" encoding="utf-8"?>
<p:tagLst xmlns:p="http://schemas.openxmlformats.org/presentationml/2006/main">
  <p:tag name="$PH_EXT" val="2"/>
  <p:tag name="KSO_WM_BEAUTIFY_FLAG" val="#wm#"/>
  <p:tag name="KSO_WM_FIGMA_FLAG" val="#fgm#"/>
  <p:tag name="KSO_WM_UNIT_INDEX" val="2"/>
  <p:tag name="KSO_WM_UNIT_TYPE" val="i"/>
  <p:tag name="KSO_WM_UNIT_ID" val="_11*i*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391.xml><?xml version="1.0" encoding="utf-8"?>
<p:tagLst xmlns:p="http://schemas.openxmlformats.org/presentationml/2006/main">
  <p:tag name="KSO_WM_BEAUTIFY_FLAG" val="#wm#"/>
  <p:tag name="KSO_WM_FIGMA_FLAG" val="#fgm#"/>
  <p:tag name="KSO_WM_UNIT_INDEX" val="1"/>
  <p:tag name="KSO_WM_UNIT_TEXT_TYPE" val="1"/>
  <p:tag name="KSO_WM_UNIT_TYPE" val="b"/>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392.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445d181f537ac3cc624748b295655761c769cc98"/>
  <p:tag name="KSO_WM_NEWLAYOUT_ID" val="2115"/>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396.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397.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b6dc624d46c11b8ec62884639cffbc6004525e7e"/>
  <p:tag name="KSO_WM_NEWLAYOUT_ID" val="1"/>
</p:tagLst>
</file>

<file path=ppt/tags/tag398.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399.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1_2"/>
  <p:tag name="KSO_WM_UNIT_TYPE" val="l_h_i"/>
</p:tagLst>
</file>

<file path=ppt/tags/tag40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01.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402.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2_2"/>
  <p:tag name="KSO_WM_UNIT_TYPE" val="l_h_i"/>
</p:tagLst>
</file>

<file path=ppt/tags/tag40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04.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405.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3_2"/>
  <p:tag name="KSO_WM_UNIT_TYPE" val="l_h_i"/>
</p:tagLst>
</file>

<file path=ppt/tags/tag40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407.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408.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4_2"/>
  <p:tag name="KSO_WM_UNIT_TYPE" val="l_h_i"/>
</p:tagLst>
</file>

<file path=ppt/tags/tag409.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410.xml><?xml version="1.0" encoding="utf-8"?>
<p:tagLst xmlns:p="http://schemas.openxmlformats.org/presentationml/2006/main">
  <p:tag name="KSO_WM_BEAUTIFY_FLAG" val="#fgm#"/>
  <p:tag name="KSO_WM_FIGMA_FLAG" val="#fgm#"/>
  <p:tag name="KSO_WM_UNIT_INDEX" val="1"/>
  <p:tag name="KSO_WM_UNIT_TYPE" val="a"/>
  <p:tag name="KSO_WM_LAYOUT_CHECK_HASH" val="c9a7b840ddf4d30f33fd4a488811bc95ad0e34b7"/>
  <p:tag name="KSO_WM_NEWLAYOUT_GROUP_ID" val="layout_10012"/>
  <p:tag name="KSO_WM_NEWLAYOUT_ID" val="slide_1b601487e8903dfa"/>
</p:tagLst>
</file>

<file path=ppt/tags/tag411.xml><?xml version="1.0" encoding="utf-8"?>
<p:tagLst xmlns:p="http://schemas.openxmlformats.org/presentationml/2006/main">
  <p:tag name="KSO_WM_BEAUTIFY_FLAG" val="#fgm#"/>
  <p:tag name="KSO_WM_FIGMA_FLAG" val="#fgm#"/>
  <p:tag name="KSO_WM_UNIT_INDEX" val="1"/>
  <p:tag name="KSO_WM_UNIT_TYPE" val="d"/>
</p:tagLst>
</file>

<file path=ppt/tags/tag41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1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1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1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41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41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418.xml><?xml version="1.0" encoding="utf-8"?>
<p:tagLst xmlns:p="http://schemas.openxmlformats.org/presentationml/2006/main">
  <p:tag name="KSO_WM_BEAUTIFY_FLAG" val="#fgm#"/>
  <p:tag name="KSO_WM_FIGMA_FLAG" val="#fgm#"/>
  <p:tag name="KSO_WM_UNIT_INDEX" val="1"/>
  <p:tag name="KSO_WM_UNIT_TYPE" val="a"/>
  <p:tag name="KSO_WM_LAYOUT_CHECK_HASH" val="169ead7f8dc8c8c3dd90ad6af038c75bd22ca516"/>
  <p:tag name="KSO_WM_NEWLAYOUT_GROUP_ID" val="layout_34"/>
  <p:tag name="KSO_WM_NEWLAYOUT_ID" val="slide_ee1cf869270fa626"/>
</p:tagLst>
</file>

<file path=ppt/tags/tag419.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42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2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22.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42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2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425.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42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42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428.xml><?xml version="1.0" encoding="utf-8"?>
<p:tagLst xmlns:p="http://schemas.openxmlformats.org/presentationml/2006/main">
  <p:tag name="KSO_WM_BEAUTIFY_FLAG" val="#fgm#"/>
  <p:tag name="KSO_WM_FIGMA_FLAG" val="#fgm#"/>
  <p:tag name="KSO_WM_UNIT_INDEX" val="1"/>
  <p:tag name="KSO_WM_UNIT_TYPE" val="a"/>
  <p:tag name="KSO_WM_LAYOUT_CHECK_HASH" val="d3cd826b1aa3a0725f0667294d13c730c3f9ef9a"/>
  <p:tag name="KSO_WM_NEWLAYOUT_GROUP_ID" val="layout_10002"/>
  <p:tag name="KSO_WM_NEWLAYOUT_ID" val="slide_cca23a7e33996d1f"/>
</p:tagLst>
</file>

<file path=ppt/tags/tag42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430.xml><?xml version="1.0" encoding="utf-8"?>
<p:tagLst xmlns:p="http://schemas.openxmlformats.org/presentationml/2006/main">
  <p:tag name="KSO_WM_BEAUTIFY_FLAG" val="#fgm#"/>
  <p:tag name="KSO_WM_DIAGRAM_GROUP_CODE" val="1"/>
  <p:tag name="KSO_WM_FIGMA_FLAG" val="#fgm#"/>
  <p:tag name="KSO_WM_UNIT_INDEX" val="1_1_3"/>
  <p:tag name="KSO_WM_UNIT_SUBTYPE" val="d"/>
  <p:tag name="KSO_WM_UNIT_TYPE" val="l_h_i"/>
</p:tagLst>
</file>

<file path=ppt/tags/tag43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3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433.xml><?xml version="1.0" encoding="utf-8"?>
<p:tagLst xmlns:p="http://schemas.openxmlformats.org/presentationml/2006/main">
  <p:tag name="KSO_WM_BEAUTIFY_FLAG" val="#fgm#"/>
  <p:tag name="KSO_WM_DIAGRAM_GROUP_CODE" val="1"/>
  <p:tag name="KSO_WM_FIGMA_FLAG" val="#fgm#"/>
  <p:tag name="KSO_WM_UNIT_INDEX" val="1_2_3"/>
  <p:tag name="KSO_WM_UNIT_SUBTYPE" val="d"/>
  <p:tag name="KSO_WM_UNIT_TYPE" val="l_h_i"/>
</p:tagLst>
</file>

<file path=ppt/tags/tag43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43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436.xml><?xml version="1.0" encoding="utf-8"?>
<p:tagLst xmlns:p="http://schemas.openxmlformats.org/presentationml/2006/main">
  <p:tag name="KSO_WM_BEAUTIFY_FLAG" val="#fgm#"/>
  <p:tag name="KSO_WM_DIAGRAM_GROUP_CODE" val="1"/>
  <p:tag name="KSO_WM_FIGMA_FLAG" val="#fgm#"/>
  <p:tag name="KSO_WM_UNIT_INDEX" val="1_3_3"/>
  <p:tag name="KSO_WM_UNIT_SUBTYPE" val="d"/>
  <p:tag name="KSO_WM_UNIT_TYPE" val="l_h_i"/>
</p:tagLst>
</file>

<file path=ppt/tags/tag43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438.xml><?xml version="1.0" encoding="utf-8"?>
<p:tagLst xmlns:p="http://schemas.openxmlformats.org/presentationml/2006/main">
  <p:tag name="KSO_WM_BEAUTIFY_FLAG" val="#fgm#"/>
  <p:tag name="KSO_WM_FIGMA_FLAG" val="#fgm#"/>
  <p:tag name="KSO_WM_UNIT_INDEX" val="1"/>
  <p:tag name="KSO_WM_UNIT_TYPE" val="a"/>
  <p:tag name="KSO_WM_LAYOUT_CHECK_HASH" val="56918eb4d54c75cfc83ef4948fe5dda3e80382c4"/>
  <p:tag name="KSO_WM_NEWLAYOUT_GROUP_ID" val="layout_10011"/>
  <p:tag name="KSO_WM_NEWLAYOUT_ID" val="slide_718c7f70e2753aac"/>
</p:tagLst>
</file>

<file path=ppt/tags/tag439.xml><?xml version="1.0" encoding="utf-8"?>
<p:tagLst xmlns:p="http://schemas.openxmlformats.org/presentationml/2006/main">
  <p:tag name="KSO_WM_BEAUTIFY_FLAG" val="#fgm#"/>
  <p:tag name="KSO_WM_FIGMA_FLAG" val="#fgm#"/>
  <p:tag name="KSO_WM_UNIT_INDEX" val="1"/>
  <p:tag name="KSO_WM_UNIT_TYPE" val="d"/>
</p:tagLst>
</file>

<file path=ppt/tags/tag440.xml><?xml version="1.0" encoding="utf-8"?>
<p:tagLst xmlns:p="http://schemas.openxmlformats.org/presentationml/2006/main">
  <p:tag name="KSO_WM_BEAUTIFY_FLAG" val="#fgm#"/>
  <p:tag name="KSO_WM_FIGMA_FLAG" val="#fgm#"/>
  <p:tag name="KSO_WM_UNIT_INDEX" val="1"/>
  <p:tag name="KSO_WM_UNIT_TYPE" val="f"/>
</p:tagLst>
</file>

<file path=ppt/tags/tag441.xml><?xml version="1.0" encoding="utf-8"?>
<p:tagLst xmlns:p="http://schemas.openxmlformats.org/presentationml/2006/main">
  <p:tag name="KSO_WM_BEAUTIFY_FLAG" val="#fgm#"/>
  <p:tag name="KSO_WM_FIGMA_FLAG" val="#fgm#"/>
  <p:tag name="KSO_WM_UNIT_INDEX" val="1"/>
  <p:tag name="KSO_WM_UNIT_TYPE" val="a"/>
  <p:tag name="KSO_WM_LAYOUT_CHECK_HASH" val="c9a7b840ddf4d30f33fd4a488811bc95ad0e34b7"/>
  <p:tag name="KSO_WM_NEWLAYOUT_GROUP_ID" val="layout_10012"/>
  <p:tag name="KSO_WM_NEWLAYOUT_ID" val="slide_1b601487e8903dfa"/>
</p:tagLst>
</file>

<file path=ppt/tags/tag442.xml><?xml version="1.0" encoding="utf-8"?>
<p:tagLst xmlns:p="http://schemas.openxmlformats.org/presentationml/2006/main">
  <p:tag name="KSO_WM_BEAUTIFY_FLAG" val="#fgm#"/>
  <p:tag name="KSO_WM_FIGMA_FLAG" val="#fgm#"/>
  <p:tag name="KSO_WM_UNIT_INDEX" val="1"/>
  <p:tag name="KSO_WM_UNIT_TYPE" val="d"/>
</p:tagLst>
</file>

<file path=ppt/tags/tag44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4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4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4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447.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448.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449.xml><?xml version="1.0" encoding="utf-8"?>
<p:tagLst xmlns:p="http://schemas.openxmlformats.org/presentationml/2006/main">
  <p:tag name="KSO_WM_BEAUTIFY_FLAG" val="#fgm#"/>
  <p:tag name="KSO_WM_FIGMA_FLAG" val="#fgm#"/>
  <p:tag name="KSO_WM_UNIT_INDEX" val="1"/>
  <p:tag name="KSO_WM_UNIT_TYPE" val="a"/>
  <p:tag name="KSO_WM_LAYOUT_CHECK_HASH" val="09ac903452b35e0bb793972fe9e7c8773b5d5dba"/>
  <p:tag name="KSO_WM_NEWLAYOUT_GROUP_ID" val="layout_34"/>
  <p:tag name="KSO_WM_NEWLAYOUT_ID" val="slide_4ae229a2f1c7f65e"/>
</p:tagLst>
</file>

<file path=ppt/tags/tag450.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45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5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53.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45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5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456.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457.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458.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459.xml><?xml version="1.0" encoding="utf-8"?>
<p:tagLst xmlns:p="http://schemas.openxmlformats.org/presentationml/2006/main">
  <p:tag name="KSO_WM_BEAUTIFY_FLAG" val="#fgm#"/>
  <p:tag name="KSO_WM_DIAGRAM_GROUP_CODE" val="1"/>
  <p:tag name="KSO_WM_FIGMA_FLAG" val="#fgm#"/>
  <p:tag name="KSO_WM_UNIT_INDEX" val="1_4_1"/>
  <p:tag name="KSO_WM_UNIT_TYPE" val="l_h_d"/>
</p:tagLst>
</file>

<file path=ppt/tags/tag460.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461.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462.xml><?xml version="1.0" encoding="utf-8"?>
<p:tagLst xmlns:p="http://schemas.openxmlformats.org/presentationml/2006/main">
  <p:tag name="KSO_WM_BEAUTIFY_FLAG" val="#fgm#"/>
  <p:tag name="KSO_WM_FIGMA_FLAG" val="#fgm#"/>
  <p:tag name="KSO_WM_UNIT_INDEX" val="1"/>
  <p:tag name="KSO_WM_UNIT_TYPE" val="a"/>
  <p:tag name="KSO_WM_LAYOUT_CHECK_HASH" val="aae23643409cdaa460962c7a1a9f69d774df7302"/>
  <p:tag name="KSO_WM_NEWLAYOUT_GROUP_ID" val="layout_32"/>
  <p:tag name="KSO_WM_NEWLAYOUT_ID" val="slide_7df23377ab243f50"/>
</p:tagLst>
</file>

<file path=ppt/tags/tag46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464.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2"/>
  <p:tag name="KSO_WM_UNIT_TYPE" val="l_h_i"/>
</p:tagLst>
</file>

<file path=ppt/tags/tag465.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46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6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68.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469.xml><?xml version="1.0" encoding="utf-8"?>
<p:tagLst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2_2"/>
  <p:tag name="KSO_WM_UNIT_TYPE" val="l_h_i"/>
</p:tagLst>
</file>

<file path=ppt/tags/tag470.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47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7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473.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3_1"/>
  <p:tag name="KSO_WM_UNIT_TYPE" val="l_h_i"/>
</p:tagLst>
</file>

<file path=ppt/tags/tag474.xml><?xml version="1.0" encoding="utf-8"?>
<p:tagLst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3_2"/>
  <p:tag name="KSO_WM_UNIT_TYPE" val="l_h_i"/>
</p:tagLst>
</file>

<file path=ppt/tags/tag475.xml><?xml version="1.0" encoding="utf-8"?>
<p:tagLst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47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47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47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479.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4_2"/>
  <p:tag name="KSO_WM_UNIT_TYPE" val="l_h_i"/>
</p:tagLst>
</file>

<file path=ppt/tags/tag480.xml><?xml version="1.0" encoding="utf-8"?>
<p:tagLst xmlns:p="http://schemas.openxmlformats.org/presentationml/2006/main">
  <p:tag name="KSO_WM_FIGMA_DECORATION_INDEX" val="10"/>
  <p:tag name="$PH_EXT" val="1"/>
  <p:tag name="KSO_WM_BEAUTIFY_FLAG" val="#fgm#"/>
  <p:tag name="KSO_WM_DIAGRAM_GROUP_CODE" val="1"/>
  <p:tag name="KSO_WM_FIGMA_FLAG" val="#fgm#"/>
  <p:tag name="KSO_WM_UNIT_INDEX" val="1_4_1"/>
  <p:tag name="KSO_WM_UNIT_TYPE" val="l_h_x"/>
</p:tagLst>
</file>

<file path=ppt/tags/tag481.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482.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483.xml><?xml version="1.0" encoding="utf-8"?>
<p:tagLst xmlns:p="http://schemas.openxmlformats.org/presentationml/2006/main">
  <p:tag name="KSO_WM_BEAUTIFY_FLAG" val="#fgm#"/>
  <p:tag name="KSO_WM_FIGMA_FLAG" val="#fgm#"/>
  <p:tag name="KSO_WM_UNIT_INDEX" val="1"/>
  <p:tag name="KSO_WM_UNIT_TYPE" val="a"/>
  <p:tag name="KSO_WM_LAYOUT_CHECK_HASH" val="60e31883a8d95b315f4ac13a41ab4ca97dd1305e"/>
  <p:tag name="KSO_WM_NEWLAYOUT_GROUP_ID" val="layout_26"/>
  <p:tag name="KSO_WM_NEWLAYOUT_ID" val="slide_f2f0a703e5376311"/>
</p:tagLst>
</file>

<file path=ppt/tags/tag484.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485.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48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8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8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489.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49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9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49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493.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49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495.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49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dk2"/>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497.xml><?xml version="1.0" encoding="utf-8"?>
<p:tagLst xmlns:p="http://schemas.openxmlformats.org/presentationml/2006/main">
  <p:tag name="KSO_WM_BEAUTIFY_FLAG" val="#fgm#"/>
  <p:tag name="KSO_WM_DIAGRAM_GROUP_CODE" val="1"/>
  <p:tag name="KSO_WM_FIGMA_FLAG" val="#fgm#"/>
  <p:tag name="KSO_WM_UNIT_INDEX" val="1_4_1"/>
  <p:tag name="KSO_WM_UNIT_TYPE" val="l_h_d"/>
</p:tagLst>
</file>

<file path=ppt/tags/tag498.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499.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500.xml><?xml version="1.0" encoding="utf-8"?>
<p:tagLst xmlns:p="http://schemas.openxmlformats.org/presentationml/2006/main">
  <p:tag name="KSO_WM_BEAUTIFY_FLAG" val="#fgm#"/>
  <p:tag name="KSO_WM_FIGMA_FLAG" val="#fgm#"/>
  <p:tag name="KSO_WM_UNIT_INDEX" val="1"/>
  <p:tag name="KSO_WM_UNIT_TYPE" val="a"/>
  <p:tag name="KSO_WM_LAYOUT_CHECK_HASH" val="41d45c230d89098eef90bb13a3f3aafdc1a8913d"/>
  <p:tag name="KSO_WM_NEWLAYOUT_GROUP_ID" val="layout_10013"/>
  <p:tag name="KSO_WM_NEWLAYOUT_ID" val="slide_2b9069f18f10c117"/>
</p:tagLst>
</file>

<file path=ppt/tags/tag501.xml><?xml version="1.0" encoding="utf-8"?>
<p:tagLst xmlns:p="http://schemas.openxmlformats.org/presentationml/2006/main">
  <p:tag name="KSO_WM_BEAUTIFY_FLAG" val="#fgm#"/>
  <p:tag name="KSO_WM_FIGMA_FLAG" val="#fgm#"/>
  <p:tag name="KSO_WM_UNIT_INDEX" val="1"/>
  <p:tag name="KSO_WM_UNIT_TYPE" val="d"/>
</p:tagLst>
</file>

<file path=ppt/tags/tag50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0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0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50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0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50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508.xml><?xml version="1.0" encoding="utf-8"?>
<p:tagLst xmlns:p="http://schemas.openxmlformats.org/presentationml/2006/main">
  <p:tag name="KSO_WM_BEAUTIFY_FLAG" val="#fgm#"/>
  <p:tag name="KSO_WM_FIGMA_FLAG" val="#fgm#"/>
  <p:tag name="KSO_WM_UNIT_INDEX" val="1"/>
  <p:tag name="KSO_WM_UNIT_TYPE" val="a"/>
  <p:tag name="KSO_WM_LAYOUT_CHECK_HASH" val="c9a7b840ddf4d30f33fd4a488811bc95ad0e34b7"/>
  <p:tag name="KSO_WM_NEWLAYOUT_GROUP_ID" val="layout_10012"/>
  <p:tag name="KSO_WM_NEWLAYOUT_ID" val="slide_1b601487e8903dfa"/>
</p:tagLst>
</file>

<file path=ppt/tags/tag509.xml><?xml version="1.0" encoding="utf-8"?>
<p:tagLst xmlns:p="http://schemas.openxmlformats.org/presentationml/2006/main">
  <p:tag name="KSO_WM_BEAUTIFY_FLAG" val="#fgm#"/>
  <p:tag name="KSO_WM_FIGMA_FLAG" val="#fgm#"/>
  <p:tag name="KSO_WM_UNIT_INDEX" val="1"/>
  <p:tag name="KSO_WM_UNIT_TYPE" val="d"/>
</p:tagLst>
</file>

<file path=ppt/tags/tag51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1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1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51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1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515.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516.xml><?xml version="1.0" encoding="utf-8"?>
<p:tagLst xmlns:p="http://schemas.openxmlformats.org/presentationml/2006/main">
  <p:tag name="KSO_WM_BEAUTIFY_FLAG" val="#fgm#"/>
  <p:tag name="KSO_WM_FIGMA_FLAG" val="#fgm#"/>
  <p:tag name="KSO_WM_UNIT_INDEX" val="1"/>
  <p:tag name="KSO_WM_UNIT_TYPE" val="a"/>
  <p:tag name="KSO_WM_LAYOUT_CHECK_HASH" val="c9a7b840ddf4d30f33fd4a488811bc95ad0e34b7"/>
  <p:tag name="KSO_WM_NEWLAYOUT_GROUP_ID" val="layout_10012"/>
  <p:tag name="KSO_WM_NEWLAYOUT_ID" val="slide_1b601487e8903dfa"/>
</p:tagLst>
</file>

<file path=ppt/tags/tag517.xml><?xml version="1.0" encoding="utf-8"?>
<p:tagLst xmlns:p="http://schemas.openxmlformats.org/presentationml/2006/main">
  <p:tag name="KSO_WM_BEAUTIFY_FLAG" val="#fgm#"/>
  <p:tag name="KSO_WM_FIGMA_FLAG" val="#fgm#"/>
  <p:tag name="KSO_WM_UNIT_INDEX" val="1"/>
  <p:tag name="KSO_WM_UNIT_TYPE" val="d"/>
</p:tagLst>
</file>

<file path=ppt/tags/tag51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1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2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52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2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52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524.xml><?xml version="1.0" encoding="utf-8"?>
<p:tagLst xmlns:p="http://schemas.openxmlformats.org/presentationml/2006/main">
  <p:tag name="KSO_WM_BEAUTIFY_FLAG" val="#fgm#"/>
  <p:tag name="KSO_WM_FIGMA_FLAG" val="#fgm#"/>
  <p:tag name="KSO_WM_UNIT_INDEX" val="1"/>
  <p:tag name="KSO_WM_UNIT_TYPE" val="a"/>
  <p:tag name="KSO_WM_LAYOUT_CHECK_HASH" val="c9a7b840ddf4d30f33fd4a488811bc95ad0e34b7"/>
  <p:tag name="KSO_WM_NEWLAYOUT_GROUP_ID" val="layout_10012"/>
  <p:tag name="KSO_WM_NEWLAYOUT_ID" val="slide_1b601487e8903dfa"/>
</p:tagLst>
</file>

<file path=ppt/tags/tag525.xml><?xml version="1.0" encoding="utf-8"?>
<p:tagLst xmlns:p="http://schemas.openxmlformats.org/presentationml/2006/main">
  <p:tag name="KSO_WM_BEAUTIFY_FLAG" val="#fgm#"/>
  <p:tag name="KSO_WM_FIGMA_FLAG" val="#fgm#"/>
  <p:tag name="KSO_WM_UNIT_INDEX" val="1"/>
  <p:tag name="KSO_WM_UNIT_TYPE" val="d"/>
</p:tagLst>
</file>

<file path=ppt/tags/tag52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2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2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52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30.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531.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532.xml><?xml version="1.0" encoding="utf-8"?>
<p:tagLst xmlns:p="http://schemas.openxmlformats.org/presentationml/2006/main">
  <p:tag name="KSO_WM_UNIT_TYPE" val="i"/>
  <p:tag name="KSO_WM_UNIT_INDEX" val="1"/>
  <p:tag name="KSO_WM_BEAUTIFY_FLAG" val="#wm#"/>
  <p:tag name="KSO_WM_TAG_VERSION" val="3.0"/>
  <p:tag name="LAYOUTZORDER" val="2"/>
  <p:tag name="KSO_WM_UNIT_ID" val="_9*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33.xml><?xml version="1.0" encoding="utf-8"?>
<p:tagLst xmlns:p="http://schemas.openxmlformats.org/presentationml/2006/main">
  <p:tag name="KSO_WM_UNIT_TYPE" val="i"/>
  <p:tag name="KSO_WM_UNIT_INDEX" val="2"/>
  <p:tag name="KSO_WM_BEAUTIFY_FLAG" val="#wm#"/>
  <p:tag name="KSO_WM_TAG_VERSION" val="3.0"/>
  <p:tag name="LAYOUTZORDER" val="3"/>
  <p:tag name="KSO_WM_UNIT_ID" val="_9*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34.xml><?xml version="1.0" encoding="utf-8"?>
<p:tagLst xmlns:p="http://schemas.openxmlformats.org/presentationml/2006/main">
  <p:tag name="KSO_WM_UNIT_TYPE" val="i"/>
  <p:tag name="KSO_WM_UNIT_INDEX" val="3"/>
  <p:tag name="KSO_WM_BEAUTIFY_FLAG" val="#wm#"/>
  <p:tag name="KSO_WM_TAG_VERSION" val="3.0"/>
  <p:tag name="LAYOUTZORDER" val="4"/>
  <p:tag name="KSO_WM_UNIT_ID" val="_9*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35.xml><?xml version="1.0" encoding="utf-8"?>
<p:tagLst xmlns:p="http://schemas.openxmlformats.org/presentationml/2006/main">
  <p:tag name="KSO_WM_UNIT_TYPE" val="i"/>
  <p:tag name="KSO_WM_UNIT_INDEX" val="5"/>
  <p:tag name="KSO_WM_BEAUTIFY_FLAG" val="#wm#"/>
  <p:tag name="KSO_WM_TAG_VERSION" val="3.0"/>
  <p:tag name="LAYOUTZORDER" val="5"/>
  <p:tag name="KSO_WM_UNIT_ID" val="_9*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36.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37.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38.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39.xml><?xml version="1.0" encoding="utf-8"?>
<p:tagLst xmlns:p="http://schemas.openxmlformats.org/presentationml/2006/main">
  <p:tag name="KSO_WM_UNIT_TYPE" val="f"/>
  <p:tag name="KSO_WM_UNIT_INDEX" val="1"/>
  <p:tag name="KSO_WM_UNIT_ID" val="_0*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40.xml><?xml version="1.0" encoding="utf-8"?>
<p:tagLst xmlns:p="http://schemas.openxmlformats.org/presentationml/2006/main">
  <p:tag name="KSO_WM_UNIT_TYPE" val="a"/>
  <p:tag name="KSO_WM_UNIT_INDEX" val="1"/>
  <p:tag name="KSO_WM_UNIT_ID" val="_0*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41.xml><?xml version="1.0" encoding="utf-8"?>
<p:tagLst xmlns:p="http://schemas.openxmlformats.org/presentationml/2006/main">
  <p:tag name="KSO_WM_TEMPLATE_SUBCATEGORY" val="29"/>
  <p:tag name="KSO_WM_BEAUTIFY_FLAG" val="#wm#"/>
  <p:tag name="KSO_WM_TEMPLATE_SLIDE_ID" val="slide_ee738a11db4bb866"/>
  <p:tag name="KSO_WM_TEMPLATE_THUMBS_INDEX" val="1、9"/>
  <p:tag name="KSO_WM_TEMPLATE_INDEX" val="40480806"/>
  <p:tag name="KSO_WM_TEMPLATE_CATEGORY" val="custom"/>
  <p:tag name="KSO_WM_TEMPLATE_MASTER_TYPE" val="0"/>
  <p:tag name="KSO_WM_TAG_VERSION" val="3.0"/>
</p:tagLst>
</file>

<file path=ppt/tags/tag542.xml><?xml version="1.0" encoding="utf-8"?>
<p:tagLst xmlns:p="http://schemas.openxmlformats.org/presentationml/2006/main">
  <p:tag name="KSO_WM_AITEMPLATE_STYLE_ID" val="69796635270"/>
</p:tagLst>
</file>

<file path=ppt/tags/tag5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5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5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546.xml><?xml version="1.0" encoding="utf-8"?>
<p:tagLst xmlns:p="http://schemas.openxmlformats.org/presentationml/2006/main">
  <p:tag name="KSO_WM_BEAUTIFY_FLAG" val="#fgm#"/>
  <p:tag name="KSO_WM_FIGMA_FLAG" val="#fgm#"/>
  <p:tag name="KSO_WM_UNIT_INDEX" val="1"/>
  <p:tag name="KSO_WM_UNIT_TYPE" val="a"/>
  <p:tag name="KSO_WM_LAYOUT_CHECK_HASH" val="605cb15d1343ff81b3b7bf11f31d37c83eeed748"/>
  <p:tag name="KSO_WM_NEWLAYOUT_GROUP_ID" val="layout_42"/>
  <p:tag name="KSO_WM_NEWLAYOUT_ID" val="slide_172fb91d41df846e"/>
</p:tagLst>
</file>

<file path=ppt/tags/tag547.xml><?xml version="1.0" encoding="utf-8"?>
<p:tagLst xmlns:p="http://schemas.openxmlformats.org/presentationml/2006/main">
  <p:tag name="KSO_WM_BEAUTIFY_FLAG" val="#fgm#"/>
  <p:tag name="KSO_WM_FIGMA_FLAG" val="#fgm#"/>
  <p:tag name="KSO_WM_UNIT_INDEX" val="1"/>
  <p:tag name="KSO_WM_UNIT_TYPE" val="d"/>
</p:tagLst>
</file>

<file path=ppt/tags/tag548.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54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5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51.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55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55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5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58.xml><?xml version="1.0" encoding="utf-8"?>
<p:tagLst xmlns:p="http://schemas.openxmlformats.org/presentationml/2006/main">
  <p:tag name="KSO_WM_BEAUTIFY_FLAG" val="#fgm#"/>
  <p:tag name="KSO_WM_FIGMA_FLAG" val="#fgm#"/>
  <p:tag name="KSO_WM_UNIT_INDEX" val="1"/>
  <p:tag name="KSO_WM_UNIT_TYPE" val="a"/>
  <p:tag name="KSO_WM_LAYOUT_CHECK_HASH" val="c9a7b840ddf4d30f33fd4a488811bc95ad0e34b7"/>
  <p:tag name="KSO_WM_NEWLAYOUT_GROUP_ID" val="layout_10012"/>
  <p:tag name="KSO_WM_NEWLAYOUT_ID" val="slide_1b601487e8903dfa"/>
</p:tagLst>
</file>

<file path=ppt/tags/tag559.xml><?xml version="1.0" encoding="utf-8"?>
<p:tagLst xmlns:p="http://schemas.openxmlformats.org/presentationml/2006/main">
  <p:tag name="KSO_WM_BEAUTIFY_FLAG" val="#fgm#"/>
  <p:tag name="KSO_WM_FIGMA_FLAG" val="#fgm#"/>
  <p:tag name="KSO_WM_UNIT_INDEX" val="1"/>
  <p:tag name="KSO_WM_UNIT_TYPE" val="d"/>
</p:tagLst>
</file>

<file path=ppt/tags/tag56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6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6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56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56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565.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566.xml><?xml version="1.0" encoding="utf-8"?>
<p:tagLst xmlns:p="http://schemas.openxmlformats.org/presentationml/2006/main">
  <p:tag name="KSO_WM_UNIT_TYPE" val="i"/>
  <p:tag name="KSO_WM_UNIT_INDEX" val="1"/>
  <p:tag name="KSO_WM_BEAUTIFY_FLAG" val="#wm#"/>
  <p:tag name="KSO_WM_TAG_VERSION" val="3.0"/>
  <p:tag name="LAYOUTZORDER" val="2"/>
  <p:tag name="KSO_WM_UNIT_ID" val="_9*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67.xml><?xml version="1.0" encoding="utf-8"?>
<p:tagLst xmlns:p="http://schemas.openxmlformats.org/presentationml/2006/main">
  <p:tag name="KSO_WM_UNIT_TYPE" val="i"/>
  <p:tag name="KSO_WM_UNIT_INDEX" val="2"/>
  <p:tag name="KSO_WM_BEAUTIFY_FLAG" val="#wm#"/>
  <p:tag name="KSO_WM_TAG_VERSION" val="3.0"/>
  <p:tag name="LAYOUTZORDER" val="3"/>
  <p:tag name="KSO_WM_UNIT_ID" val="_9*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68.xml><?xml version="1.0" encoding="utf-8"?>
<p:tagLst xmlns:p="http://schemas.openxmlformats.org/presentationml/2006/main">
  <p:tag name="KSO_WM_UNIT_TYPE" val="i"/>
  <p:tag name="KSO_WM_UNIT_INDEX" val="3"/>
  <p:tag name="KSO_WM_BEAUTIFY_FLAG" val="#wm#"/>
  <p:tag name="KSO_WM_TAG_VERSION" val="3.0"/>
  <p:tag name="LAYOUTZORDER" val="4"/>
  <p:tag name="KSO_WM_UNIT_ID" val="_9*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69.xml><?xml version="1.0" encoding="utf-8"?>
<p:tagLst xmlns:p="http://schemas.openxmlformats.org/presentationml/2006/main">
  <p:tag name="KSO_WM_UNIT_TYPE" val="i"/>
  <p:tag name="KSO_WM_UNIT_INDEX" val="5"/>
  <p:tag name="KSO_WM_BEAUTIFY_FLAG" val="#wm#"/>
  <p:tag name="KSO_WM_TAG_VERSION" val="3.0"/>
  <p:tag name="LAYOUTZORDER" val="5"/>
  <p:tag name="KSO_WM_UNIT_ID" val="_9*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70.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71.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72.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73.xml><?xml version="1.0" encoding="utf-8"?>
<p:tagLst xmlns:p="http://schemas.openxmlformats.org/presentationml/2006/main">
  <p:tag name="KSO_WM_UNIT_TYPE" val="f"/>
  <p:tag name="KSO_WM_UNIT_INDEX" val="1"/>
  <p:tag name="KSO_WM_UNIT_ID" val="_0*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74.xml><?xml version="1.0" encoding="utf-8"?>
<p:tagLst xmlns:p="http://schemas.openxmlformats.org/presentationml/2006/main">
  <p:tag name="KSO_WM_UNIT_TYPE" val="a"/>
  <p:tag name="KSO_WM_UNIT_INDEX" val="1"/>
  <p:tag name="KSO_WM_UNIT_ID" val="_0*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75.xml><?xml version="1.0" encoding="utf-8"?>
<p:tagLst xmlns:p="http://schemas.openxmlformats.org/presentationml/2006/main">
  <p:tag name="KSO_WM_TEMPLATE_SUBCATEGORY" val="29"/>
  <p:tag name="KSO_WM_BEAUTIFY_FLAG" val="#wm#"/>
  <p:tag name="KSO_WM_TEMPLATE_SLIDE_ID" val="slide_ee738a11db4bb866"/>
  <p:tag name="KSO_WM_TEMPLATE_THUMBS_INDEX" val="1、9"/>
  <p:tag name="KSO_WM_TEMPLATE_INDEX" val="40480806"/>
  <p:tag name="KSO_WM_TEMPLATE_CATEGORY" val="custom"/>
  <p:tag name="KSO_WM_TEMPLATE_MASTER_TYPE" val="0"/>
  <p:tag name="KSO_WM_TAG_VERSION" val="3.0"/>
</p:tagLst>
</file>

<file path=ppt/tags/tag576.xml><?xml version="1.0" encoding="utf-8"?>
<p:tagLst xmlns:p="http://schemas.openxmlformats.org/presentationml/2006/main">
  <p:tag name="KSO_WM_AITEMPLATE_STYLE_ID" val="69796635270"/>
</p:tagLst>
</file>

<file path=ppt/tags/tag5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INDEX" val="40480806"/>
  <p:tag name="KSO_WM_TEMPLATE_CATEGORY" val="custom"/>
</p:tagLst>
</file>

<file path=ppt/tags/tag5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 name="KSO_WM_UNIT_ISNUMDGMTITLE" val="0"/>
  <p:tag name="KSO_WM_TEMPLATE_INDEX" val="40480806"/>
  <p:tag name="KSO_WM_TEMPLATE_CATEGORY" val="custom"/>
</p:tagLst>
</file>

<file path=ppt/tags/tag5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5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5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5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 name="KSO_WM_TEMPLATE_CATEGORY" val="custom"/>
  <p:tag name="KSO_WM_TEMPLATE_USER_THEME" val="1"/>
  <p:tag name="KSO_WM_TEMPLATE_INDEX" val="40480806"/>
</p:tagLst>
</file>

<file path=ppt/tags/tag5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806"/>
</p:tagLst>
</file>

<file path=ppt/tags/tag5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806"/>
</p:tagLst>
</file>

<file path=ppt/tags/tag5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806"/>
</p:tagLst>
</file>

<file path=ppt/tags/tag586.xml><?xml version="1.0" encoding="utf-8"?>
<p:tagLst xmlns:p="http://schemas.openxmlformats.org/presentationml/2006/main">
  <p:tag name="KSO_WM_UNIT_TYPE" val="f"/>
  <p:tag name="KSO_WM_UNIT_INDEX" val="1"/>
  <p:tag name="KSO_WM_UNIT_ID" val="_3*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87.xml><?xml version="1.0" encoding="utf-8"?>
<p:tagLst xmlns:p="http://schemas.openxmlformats.org/presentationml/2006/main">
  <p:tag name="KSO_WM_UNIT_TYPE" val="f"/>
  <p:tag name="KSO_WM_UNIT_INDEX" val="2"/>
  <p:tag name="KSO_WM_UNIT_ID" val="_3*f*2"/>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88.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89.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90.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91.xml><?xml version="1.0" encoding="utf-8"?>
<p:tagLst xmlns:p="http://schemas.openxmlformats.org/presentationml/2006/main">
  <p:tag name="KSO_WM_UNIT_TYPE" val="a"/>
  <p:tag name="KSO_WM_UNIT_INDEX" val="1"/>
  <p:tag name="KSO_WM_UNIT_ID" val="_3*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92.xml><?xml version="1.0" encoding="utf-8"?>
<p:tagLst xmlns:p="http://schemas.openxmlformats.org/presentationml/2006/main">
  <p:tag name="KSO_WM_UNIT_TYPE" val="f"/>
  <p:tag name="KSO_WM_UNIT_INDEX" val="1"/>
  <p:tag name="KSO_WM_UNIT_ID" val="_4*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93.xml><?xml version="1.0" encoding="utf-8"?>
<p:tagLst xmlns:p="http://schemas.openxmlformats.org/presentationml/2006/main">
  <p:tag name="KSO_WM_UNIT_TYPE" val="f"/>
  <p:tag name="KSO_WM_UNIT_INDEX" val="2"/>
  <p:tag name="KSO_WM_UNIT_ID" val="_4*f*2"/>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94.xml><?xml version="1.0" encoding="utf-8"?>
<p:tagLst xmlns:p="http://schemas.openxmlformats.org/presentationml/2006/main">
  <p:tag name="KSO_WM_UNIT_TYPE" val="f"/>
  <p:tag name="KSO_WM_UNIT_INDEX" val="3"/>
  <p:tag name="KSO_WM_UNIT_ID" val="_4*f*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95.xml><?xml version="1.0" encoding="utf-8"?>
<p:tagLst xmlns:p="http://schemas.openxmlformats.org/presentationml/2006/main">
  <p:tag name="KSO_WM_UNIT_TYPE" val="f"/>
  <p:tag name="KSO_WM_UNIT_INDEX" val="4"/>
  <p:tag name="KSO_WM_UNIT_ID" val="_4*f*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96.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97.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98.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599.xml><?xml version="1.0" encoding="utf-8"?>
<p:tagLst xmlns:p="http://schemas.openxmlformats.org/presentationml/2006/main">
  <p:tag name="KSO_WM_UNIT_TYPE" val="a"/>
  <p:tag name="KSO_WM_UNIT_INDEX" val="1"/>
  <p:tag name="KSO_WM_UNIT_ID" val="_4*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00.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01.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02.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03.xml><?xml version="1.0" encoding="utf-8"?>
<p:tagLst xmlns:p="http://schemas.openxmlformats.org/presentationml/2006/main">
  <p:tag name="KSO_WM_UNIT_TYPE" val="a"/>
  <p:tag name="KSO_WM_UNIT_INDEX" val="1"/>
  <p:tag name="KSO_WM_UNIT_ID" val="_5*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04.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05.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06.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07.xml><?xml version="1.0" encoding="utf-8"?>
<p:tagLst xmlns:p="http://schemas.openxmlformats.org/presentationml/2006/main">
  <p:tag name="KSO_WM_UNIT_TYPE" val="f"/>
  <p:tag name="KSO_WM_UNIT_INDEX" val="1"/>
  <p:tag name="KSO_WM_UNIT_ID" val="_7*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08.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09.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10.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11.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12.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13.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14.xml><?xml version="1.0" encoding="utf-8"?>
<p:tagLst xmlns:p="http://schemas.openxmlformats.org/presentationml/2006/main">
  <p:tag name="KSO_WM_UNIT_TYPE" val="f"/>
  <p:tag name="KSO_WM_UNIT_INDEX" val="1"/>
  <p:tag name="KSO_WM_UNIT_ID" val="_8*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15.xml><?xml version="1.0" encoding="utf-8"?>
<p:tagLst xmlns:p="http://schemas.openxmlformats.org/presentationml/2006/main">
  <p:tag name="KSO_WM_UNIT_TYPE" val="a"/>
  <p:tag name="KSO_WM_UNIT_INDEX" val="1"/>
  <p:tag name="KSO_WM_UNIT_ID" val="_8*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16.xml><?xml version="1.0" encoding="utf-8"?>
<p:tagLst xmlns:p="http://schemas.openxmlformats.org/presentationml/2006/main">
  <p:tag name="KSO_WM_UNIT_TYPE" val="i"/>
  <p:tag name="KSO_WM_UNIT_INDEX" val="1"/>
  <p:tag name="KSO_WM_BEAUTIFY_FLAG" val="#wm#"/>
  <p:tag name="KSO_WM_TAG_VERSION" val="3.0"/>
  <p:tag name="LAYOUTZORDER" val="2"/>
  <p:tag name="KSO_WM_UNIT_ID" val="_9*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17.xml><?xml version="1.0" encoding="utf-8"?>
<p:tagLst xmlns:p="http://schemas.openxmlformats.org/presentationml/2006/main">
  <p:tag name="KSO_WM_UNIT_TYPE" val="i"/>
  <p:tag name="KSO_WM_UNIT_INDEX" val="2"/>
  <p:tag name="KSO_WM_BEAUTIFY_FLAG" val="#wm#"/>
  <p:tag name="KSO_WM_TAG_VERSION" val="3.0"/>
  <p:tag name="LAYOUTZORDER" val="3"/>
  <p:tag name="KSO_WM_UNIT_ID" val="_9*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18.xml><?xml version="1.0" encoding="utf-8"?>
<p:tagLst xmlns:p="http://schemas.openxmlformats.org/presentationml/2006/main">
  <p:tag name="KSO_WM_UNIT_TYPE" val="i"/>
  <p:tag name="KSO_WM_UNIT_INDEX" val="3"/>
  <p:tag name="KSO_WM_BEAUTIFY_FLAG" val="#wm#"/>
  <p:tag name="KSO_WM_TAG_VERSION" val="3.0"/>
  <p:tag name="LAYOUTZORDER" val="4"/>
  <p:tag name="KSO_WM_UNIT_ID" val="_9*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19.xml><?xml version="1.0" encoding="utf-8"?>
<p:tagLst xmlns:p="http://schemas.openxmlformats.org/presentationml/2006/main">
  <p:tag name="KSO_WM_UNIT_TYPE" val="i"/>
  <p:tag name="KSO_WM_UNIT_INDEX" val="5"/>
  <p:tag name="KSO_WM_BEAUTIFY_FLAG" val="#wm#"/>
  <p:tag name="KSO_WM_TAG_VERSION" val="3.0"/>
  <p:tag name="LAYOUTZORDER" val="5"/>
  <p:tag name="KSO_WM_UNIT_ID" val="_9*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20.xml><?xml version="1.0" encoding="utf-8"?>
<p:tagLst xmlns:p="http://schemas.openxmlformats.org/presentationml/2006/main">
  <p:tag name="$PH_EXT" val="2"/>
  <p:tag name="KSO_WM_BEAUTIFY_FLAG" val="#wm#"/>
  <p:tag name="KSO_WM_FIGMA_FLAG" val="#fgm#"/>
  <p:tag name="KSO_WM_UNIT_INDEX" val="2"/>
  <p:tag name="KSO_WM_UNIT_TYPE" val="i"/>
  <p:tag name="KSO_WM_UNIT_ID" val="_9*i*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21.xml><?xml version="1.0" encoding="utf-8"?>
<p:tagLst xmlns:p="http://schemas.openxmlformats.org/presentationml/2006/main">
  <p:tag name="KSO_WM_UNIT_TYPE" val="f"/>
  <p:tag name="KSO_WM_BEAUTIFY_FLAG" val="#wm#"/>
  <p:tag name="KSO_WM_FIGMA_FLAG" val="#fgm#"/>
  <p:tag name="KSO_WM_UNIT_INDEX" val="1"/>
  <p:tag name="KSO_WM_UNIT_SUBTYPE" val="c"/>
  <p:tag name="KSO_WM_UNIT_TEXT_TYPE" val="1"/>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22.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60438c44c49bc52ff4b4349d61fd90de70ff30f3"/>
  <p:tag name="KSO_WM_NEWLAYOUT_ID" val="2103"/>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23.xml><?xml version="1.0" encoding="utf-8"?>
<p:tagLst xmlns:p="http://schemas.openxmlformats.org/presentationml/2006/main">
  <p:tag name="KSO_WM_UNIT_HIGHLIGHT" val="0"/>
  <p:tag name="KSO_WM_BEAUTIFY_FLAG" val="#wm#"/>
  <p:tag name="KSO_WM_FIGMA_FLAG" val="#fgm#"/>
  <p:tag name="KSO_WM_UNIT_INDEX" val="2"/>
  <p:tag name="KSO_WM_UNIT_SUBTYPE" val="b"/>
  <p:tag name="KSO_WM_UNIT_TEXT_TYPE" val="1"/>
  <p:tag name="KSO_WM_UNIT_TYPE" val="f"/>
  <p:tag name="KSO_WM_UNIT_ID" val="_9*f*2"/>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24.xml><?xml version="1.0" encoding="utf-8"?>
<p:tagLst xmlns:p="http://schemas.openxmlformats.org/presentationml/2006/main">
  <p:tag name="KSO_WM_UNIT_TYPE" val="i"/>
  <p:tag name="KSO_WM_UNIT_INDEX" val="4"/>
  <p:tag name="KSO_WM_BEAUTIFY_FLAG" val="#wm#"/>
  <p:tag name="KSO_WM_TAG_VERSION" val="3.0"/>
  <p:tag name="LAYOUTZORDER" val="2"/>
  <p:tag name="KSO_WM_UNIT_ID" val="_10*i*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25.xml><?xml version="1.0" encoding="utf-8"?>
<p:tagLst xmlns:p="http://schemas.openxmlformats.org/presentationml/2006/main">
  <p:tag name="KSO_WM_UNIT_TYPE" val="i"/>
  <p:tag name="KSO_WM_UNIT_INDEX" val="1"/>
  <p:tag name="KSO_WM_BEAUTIFY_FLAG" val="#wm#"/>
  <p:tag name="KSO_WM_TAG_VERSION" val="3.0"/>
  <p:tag name="LAYOUTZORDER" val="34"/>
  <p:tag name="KSO_WM_UNIT_ID" val="_10*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26.xml><?xml version="1.0" encoding="utf-8"?>
<p:tagLst xmlns:p="http://schemas.openxmlformats.org/presentationml/2006/main">
  <p:tag name="KSO_WM_UNIT_TYPE" val="i"/>
  <p:tag name="KSO_WM_UNIT_INDEX" val="2"/>
  <p:tag name="KSO_WM_BEAUTIFY_FLAG" val="#wm#"/>
  <p:tag name="KSO_WM_TAG_VERSION" val="3.0"/>
  <p:tag name="LAYOUTZORDER" val="35"/>
  <p:tag name="KSO_WM_UNIT_ID" val="_10*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27.xml><?xml version="1.0" encoding="utf-8"?>
<p:tagLst xmlns:p="http://schemas.openxmlformats.org/presentationml/2006/main">
  <p:tag name="KSO_WM_UNIT_TYPE" val="i"/>
  <p:tag name="KSO_WM_UNIT_INDEX" val="3"/>
  <p:tag name="KSO_WM_BEAUTIFY_FLAG" val="#wm#"/>
  <p:tag name="KSO_WM_TAG_VERSION" val="3.0"/>
  <p:tag name="LAYOUTZORDER" val="36"/>
  <p:tag name="KSO_WM_UNIT_ID" val="_10*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28.xml><?xml version="1.0" encoding="utf-8"?>
<p:tagLst xmlns:p="http://schemas.openxmlformats.org/presentationml/2006/main">
  <p:tag name="$PH_EXT" val="2"/>
  <p:tag name="KSO_WM_BEAUTIFY_FLAG" val="#wm#"/>
  <p:tag name="KSO_WM_FIGMA_FLAG" val="#fgm#"/>
  <p:tag name="KSO_WM_UNIT_INDEX" val="2"/>
  <p:tag name="KSO_WM_UNIT_TYPE" val="i"/>
  <p:tag name="KSO_WM_UNIT_ID" val="_10*i*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29.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0372150f3ab07ae18ba4ec6509ebc386062b9ec7"/>
  <p:tag name="KSO_WM_NEWLAYOUT_ID" val="2109"/>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30.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31.xml><?xml version="1.0" encoding="utf-8"?>
<p:tagLst xmlns:p="http://schemas.openxmlformats.org/presentationml/2006/main">
  <p:tag name="KSO_WM_UNIT_TYPE" val="i"/>
  <p:tag name="KSO_WM_UNIT_INDEX" val="1"/>
  <p:tag name="KSO_WM_BEAUTIFY_FLAG" val="#wm#"/>
  <p:tag name="KSO_WM_TAG_VERSION" val="3.0"/>
  <p:tag name="LAYOUTZORDER" val="2"/>
  <p:tag name="KSO_WM_UNIT_ID" val="_11*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32.xml><?xml version="1.0" encoding="utf-8"?>
<p:tagLst xmlns:p="http://schemas.openxmlformats.org/presentationml/2006/main">
  <p:tag name="KSO_WM_UNIT_TYPE" val="i"/>
  <p:tag name="KSO_WM_UNIT_INDEX" val="2"/>
  <p:tag name="KSO_WM_BEAUTIFY_FLAG" val="#wm#"/>
  <p:tag name="KSO_WM_TAG_VERSION" val="3.0"/>
  <p:tag name="LAYOUTZORDER" val="3"/>
  <p:tag name="KSO_WM_UNIT_ID" val="_11*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33.xml><?xml version="1.0" encoding="utf-8"?>
<p:tagLst xmlns:p="http://schemas.openxmlformats.org/presentationml/2006/main">
  <p:tag name="KSO_WM_UNIT_TYPE" val="i"/>
  <p:tag name="KSO_WM_UNIT_INDEX" val="3"/>
  <p:tag name="KSO_WM_BEAUTIFY_FLAG" val="#wm#"/>
  <p:tag name="KSO_WM_TAG_VERSION" val="3.0"/>
  <p:tag name="LAYOUTZORDER" val="4"/>
  <p:tag name="KSO_WM_UNIT_ID" val="_11*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34.xml><?xml version="1.0" encoding="utf-8"?>
<p:tagLst xmlns:p="http://schemas.openxmlformats.org/presentationml/2006/main">
  <p:tag name="KSO_WM_UNIT_TYPE" val="i"/>
  <p:tag name="KSO_WM_UNIT_INDEX" val="5"/>
  <p:tag name="KSO_WM_BEAUTIFY_FLAG" val="#wm#"/>
  <p:tag name="KSO_WM_TAG_VERSION" val="3.0"/>
  <p:tag name="LAYOUTZORDER" val="5"/>
  <p:tag name="KSO_WM_UNIT_ID" val="_11*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35.xml><?xml version="1.0" encoding="utf-8"?>
<p:tagLst xmlns:p="http://schemas.openxmlformats.org/presentationml/2006/main">
  <p:tag name="$PH_EXT" val="2"/>
  <p:tag name="KSO_WM_BEAUTIFY_FLAG" val="#wm#"/>
  <p:tag name="KSO_WM_FIGMA_FLAG" val="#fgm#"/>
  <p:tag name="KSO_WM_UNIT_INDEX" val="2"/>
  <p:tag name="KSO_WM_UNIT_TYPE" val="i"/>
  <p:tag name="KSO_WM_UNIT_ID" val="_11*i*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36.xml><?xml version="1.0" encoding="utf-8"?>
<p:tagLst xmlns:p="http://schemas.openxmlformats.org/presentationml/2006/main">
  <p:tag name="KSO_WM_BEAUTIFY_FLAG" val="#wm#"/>
  <p:tag name="KSO_WM_FIGMA_FLAG" val="#fgm#"/>
  <p:tag name="KSO_WM_UNIT_INDEX" val="1"/>
  <p:tag name="KSO_WM_UNIT_TEXT_TYPE" val="1"/>
  <p:tag name="KSO_WM_UNIT_TYPE" val="b"/>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37.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445d181f537ac3cc624748b295655761c769cc98"/>
  <p:tag name="KSO_WM_NEWLAYOUT_ID" val="2115"/>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6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6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806"/>
  <p:tag name="KSO_WM_TEMPLATE_CATEGORY" val="custom"/>
</p:tagLst>
</file>

<file path=ppt/tags/tag641.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642.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b6dc624d46c11b8ec62884639cffbc6004525e7e"/>
  <p:tag name="KSO_WM_NEWLAYOUT_ID" val="1"/>
</p:tagLst>
</file>

<file path=ppt/tags/tag643.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644.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1_2"/>
  <p:tag name="KSO_WM_UNIT_TYPE" val="l_h_i"/>
</p:tagLst>
</file>

<file path=ppt/tags/tag64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646.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647.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2_2"/>
  <p:tag name="KSO_WM_UNIT_TYPE" val="l_h_i"/>
</p:tagLst>
</file>

<file path=ppt/tags/tag64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649.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650.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3_2"/>
  <p:tag name="KSO_WM_UNIT_TYPE" val="l_h_i"/>
</p:tagLst>
</file>

<file path=ppt/tags/tag651.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652.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653.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4_2"/>
  <p:tag name="KSO_WM_UNIT_TYPE" val="l_h_i"/>
</p:tagLst>
</file>

<file path=ppt/tags/tag654.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655.xml><?xml version="1.0" encoding="utf-8"?>
<p:tagLst xmlns:p="http://schemas.openxmlformats.org/presentationml/2006/main">
  <p:tag name="KSO_WM_UNIT_TYPE" val="i"/>
  <p:tag name="KSO_WM_UNIT_INDEX" val="1"/>
  <p:tag name="KSO_WM_BEAUTIFY_FLAG" val="#wm#"/>
  <p:tag name="KSO_WM_TAG_VERSION" val="3.0"/>
  <p:tag name="LAYOUTZORDER" val="2"/>
  <p:tag name="KSO_WM_UNIT_ID" val="_9*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56.xml><?xml version="1.0" encoding="utf-8"?>
<p:tagLst xmlns:p="http://schemas.openxmlformats.org/presentationml/2006/main">
  <p:tag name="KSO_WM_UNIT_TYPE" val="i"/>
  <p:tag name="KSO_WM_UNIT_INDEX" val="2"/>
  <p:tag name="KSO_WM_BEAUTIFY_FLAG" val="#wm#"/>
  <p:tag name="KSO_WM_TAG_VERSION" val="3.0"/>
  <p:tag name="LAYOUTZORDER" val="3"/>
  <p:tag name="KSO_WM_UNIT_ID" val="_9*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57.xml><?xml version="1.0" encoding="utf-8"?>
<p:tagLst xmlns:p="http://schemas.openxmlformats.org/presentationml/2006/main">
  <p:tag name="KSO_WM_UNIT_TYPE" val="i"/>
  <p:tag name="KSO_WM_UNIT_INDEX" val="3"/>
  <p:tag name="KSO_WM_BEAUTIFY_FLAG" val="#wm#"/>
  <p:tag name="KSO_WM_TAG_VERSION" val="3.0"/>
  <p:tag name="LAYOUTZORDER" val="4"/>
  <p:tag name="KSO_WM_UNIT_ID" val="_9*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58.xml><?xml version="1.0" encoding="utf-8"?>
<p:tagLst xmlns:p="http://schemas.openxmlformats.org/presentationml/2006/main">
  <p:tag name="KSO_WM_UNIT_TYPE" val="i"/>
  <p:tag name="KSO_WM_UNIT_INDEX" val="5"/>
  <p:tag name="KSO_WM_BEAUTIFY_FLAG" val="#wm#"/>
  <p:tag name="KSO_WM_TAG_VERSION" val="3.0"/>
  <p:tag name="LAYOUTZORDER" val="5"/>
  <p:tag name="KSO_WM_UNIT_ID" val="_9*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59.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60.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61.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62.xml><?xml version="1.0" encoding="utf-8"?>
<p:tagLst xmlns:p="http://schemas.openxmlformats.org/presentationml/2006/main">
  <p:tag name="KSO_WM_UNIT_TYPE" val="f"/>
  <p:tag name="KSO_WM_UNIT_INDEX" val="1"/>
  <p:tag name="KSO_WM_UNIT_ID" val="_0*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63.xml><?xml version="1.0" encoding="utf-8"?>
<p:tagLst xmlns:p="http://schemas.openxmlformats.org/presentationml/2006/main">
  <p:tag name="KSO_WM_UNIT_TYPE" val="a"/>
  <p:tag name="KSO_WM_UNIT_INDEX" val="1"/>
  <p:tag name="KSO_WM_UNIT_ID" val="_0*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806"/>
</p:tagLst>
</file>

<file path=ppt/tags/tag664.xml><?xml version="1.0" encoding="utf-8"?>
<p:tagLst xmlns:p="http://schemas.openxmlformats.org/presentationml/2006/main">
  <p:tag name="KSO_WM_TEMPLATE_SUBCATEGORY" val="29"/>
  <p:tag name="KSO_WM_BEAUTIFY_FLAG" val="#wm#"/>
  <p:tag name="KSO_WM_TEMPLATE_SLIDE_ID" val="slide_ee738a11db4bb866"/>
  <p:tag name="KSO_WM_TEMPLATE_THUMBS_INDEX" val="1、9"/>
  <p:tag name="KSO_WM_TEMPLATE_INDEX" val="40480806"/>
  <p:tag name="KSO_WM_TEMPLATE_CATEGORY" val="custom"/>
  <p:tag name="KSO_WM_TEMPLATE_MASTER_TYPE" val="0"/>
  <p:tag name="KSO_WM_TAG_VERSION" val="3.0"/>
</p:tagLst>
</file>

<file path=ppt/tags/tag665.xml><?xml version="1.0" encoding="utf-8"?>
<p:tagLst xmlns:p="http://schemas.openxmlformats.org/presentationml/2006/main">
  <p:tag name="$PH_EXT" val="2"/>
  <p:tag name="KSO_WM_BEAUTIFY_FLAG" val="#wm#"/>
  <p:tag name="KSO_WM_FIGMA_FLAG" val="#fgm#"/>
  <p:tag name="KSO_WM_UNIT_INDEX" val="2"/>
  <p:tag name="KSO_WM_UNIT_TYPE" val="i"/>
  <p:tag name="KSO_WM_UNIT_ID" val="_9*i*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66.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60438c44c49bc52ff4b4349d61fd90de70ff30f3"/>
  <p:tag name="KSO_WM_NEWLAYOUT_ID" val="2103"/>
  <p:tag name="KSO_WM_UNIT_PRESET_TEXT" val="单击此处&#10;添加文档标题"/>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67.xml><?xml version="1.0" encoding="utf-8"?>
<p:tagLst xmlns:p="http://schemas.openxmlformats.org/presentationml/2006/main">
  <p:tag name="KSO_WM_UNIT_HIGHLIGHT" val="0"/>
  <p:tag name="KSO_WM_BEAUTIFY_FLAG" val="#wm#"/>
  <p:tag name="KSO_WM_FIGMA_FLAG" val="#fgm#"/>
  <p:tag name="KSO_WM_UNIT_INDEX" val="2"/>
  <p:tag name="KSO_WM_UNIT_SUBTYPE" val="b"/>
  <p:tag name="KSO_WM_UNIT_TEXT_TYPE" val="1"/>
  <p:tag name="KSO_WM_UNIT_TYPE" val="f"/>
  <p:tag name="KSO_WM_UNIT_PRESET_TEXT" val="BY WPS"/>
  <p:tag name="KSO_WM_UNIT_ID" val="_9*f*2"/>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68.xml><?xml version="1.0" encoding="utf-8"?>
<p:tagLst xmlns:p="http://schemas.openxmlformats.org/presentationml/2006/main">
  <p:tag name="KSO_WM_SLIDE_CONTENT_ORIENTATION" val="left"/>
  <p:tag name="KSO_WM_SLIDE_HAS_MASK" val="1"/>
  <p:tag name="KSO_WM_SLIDE_ITEM_CNT" val="0"/>
  <p:tag name="KSO_WM_SLIDE_TYPE" val="title"/>
  <p:tag name="KSO_WM_TEMPLATE_SUBCATEGORY" val="29"/>
  <p:tag name="KSO_WM_BEAUTIFY_FLAG" val="#wm#"/>
  <p:tag name="KSO_WM_TEMPLATE_SLIDE_ID" val="slide_ee738a11db4bb866"/>
  <p:tag name="KSO_WM_TEMPLATE_THUMBS_INDEX" val="1、9"/>
  <p:tag name="KSO_WM_TEMPLATE_INDEX" val="40480806"/>
  <p:tag name="KSO_WM_TEMPLATE_CATEGORY" val="custom"/>
  <p:tag name="KSO_WM_SLIDE_INDEX" val="1"/>
  <p:tag name="KSO_WM_SLIDE_ID" val="custom40480806_1"/>
  <p:tag name="KSO_WM_TEMPLATE_MASTER_TYPE" val="0"/>
  <p:tag name="KSO_WM_SLIDE_LAYOUT" val="a_f_i"/>
  <p:tag name="KSO_WM_SLIDE_LAYOUT_CNT" val="1_2_1"/>
  <p:tag name="KSO_WM_TAG_VERSION" val="3.0"/>
</p:tagLst>
</file>

<file path=ppt/tags/tag669.xml><?xml version="1.0" encoding="utf-8"?>
<p:tagLst xmlns:p="http://schemas.openxmlformats.org/presentationml/2006/main">
  <p:tag name="KSO_WM_BEAUTIFY_FLAG" val="#wm#"/>
  <p:tag name="KSO_WM_DIAGRAM_GROUP_CODE" val="l1-1"/>
  <p:tag name="KSO_WM_FIGMA_FLAG" val="#fgm#"/>
  <p:tag name="KSO_WM_UNIT_INDEX" val="1_1_1"/>
  <p:tag name="KSO_WM_UNIT_SUBTYPE" val="d"/>
  <p:tag name="KSO_WM_UNIT_TYPE" val="l_h_i"/>
  <p:tag name="KSO_WM_UNIT_PRESET_TEXT" val="01"/>
  <p:tag name="KSO_WM_TEMPLATE_CATEGORY" val="custom"/>
  <p:tag name="KSO_WM_TEMPLATE_INDEX" val="40480806"/>
  <p:tag name="KSO_WM_DIAGRAM_VERSION" val="3"/>
  <p:tag name="KSO_WM_UNIT_LAYERLEVEL" val="1_1_1"/>
  <p:tag name="KSO_WM_UNIT_ID" val="custom40480806_4*l_h_i*1_1_1"/>
  <p:tag name="KSO_WM_TAG_VERSION" val="3.0"/>
  <p:tag name="KSO_WM_DIAGRAM_MAX_ITEMCNT" val="4"/>
  <p:tag name="KSO_WM_DIAGRAM_MIN_ITEMCNT" val="4"/>
  <p:tag name="KSO_WM_DIAGRAM_VIRTUALLY_FRAME" val="{&quot;height&quot;:204,&quot;left&quot;:320.5,&quot;top&quot;:168,&quot;width&quot;:57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670.xml><?xml version="1.0" encoding="utf-8"?>
<p:tagLst xmlns:p="http://schemas.openxmlformats.org/presentationml/2006/main">
  <p:tag name="$PH_EXT" val="2"/>
  <p:tag name="KSO_WM_FIGMA_DECORATION_INDEX" val="25"/>
  <p:tag name="KSO_WM_BEAUTIFY_FLAG" val="#wm#"/>
  <p:tag name="KSO_WM_DIAGRAM_GROUP_CODE" val="l1-1"/>
  <p:tag name="KSO_WM_FIGMA_FLAG" val="#fgm#"/>
  <p:tag name="KSO_WM_UNIT_INDEX" val="1_1_2"/>
  <p:tag name="KSO_WM_UNIT_TYPE" val="l_h_i"/>
  <p:tag name="KSO_WM_UNIT_PRESET_TEXT" val=" "/>
  <p:tag name="KSO_WM_TEMPLATE_CATEGORY" val="custom"/>
  <p:tag name="KSO_WM_TEMPLATE_INDEX" val="40480806"/>
  <p:tag name="KSO_WM_DIAGRAM_VERSION" val="3"/>
  <p:tag name="KSO_WM_UNIT_LAYERLEVEL" val="1_1_1"/>
  <p:tag name="KSO_WM_UNIT_ID" val="custom40480806_4*l_h_i*1_1_2"/>
  <p:tag name="KSO_WM_TAG_VERSION" val="3.0"/>
  <p:tag name="KSO_WM_DIAGRAM_MAX_ITEMCNT" val="4"/>
  <p:tag name="KSO_WM_DIAGRAM_MIN_ITEMCNT" val="4"/>
  <p:tag name="KSO_WM_DIAGRAM_VIRTUALLY_FRAME" val="{&quot;height&quot;:204,&quot;left&quot;:320.5,&quot;top&quot;:168,&quot;width&quot;:571.5}"/>
  <p:tag name="KSO_WM_DIAGRAM_COLOR_MATCH_VALUE" val="{&quot;shape&quot;:{&quot;fill&quot;:{&quot;solid&quot;:{&quot;brightness&quot;:0,&quot;colorType&quot;:1,&quot;foreColorIndex&quot;:5,&quot;transparency&quot;:0.5},&quot;type&quot;:1},&quot;glow&quot;:{&quot;colorType&quot;:0},&quot;line&quot;:{&quot;solidLine&quot;:{&quot;brightness&quot;:0,&quot;colorType&quot;:2,&quot;rgb&quot;:&quot;#000000&quot;,&quot;transparency&quot;:1},&quot;type&quot;:1},&quot;shadow&quot;:{&quot;colorType&quot;:0},&quot;threeD&quot;:{&quot;curvedSurface&quot;:{&quot;brightness&quot;:0,&quot;colorType&quot;:2,&quot;rgb&quot;:&quot;#000000&quot;},&quot;depth&quot;:{&quot;colorType&quot;:0}}},&quot;text&quot;:{&quot;fill&quot;:{&quot;solid&quot;:{&quot;brightness&quot;:0.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13"/>
  <p:tag name="KSO_WM_UNIT_TEXT_FILL_TYPE" val="1"/>
  <p:tag name="KSO_WM_UNIT_USESOURCEFORMAT_APPLY" val="1"/>
</p:tagLst>
</file>

<file path=ppt/tags/tag671.xml><?xml version="1.0" encoding="utf-8"?>
<p:tagLst xmlns:p="http://schemas.openxmlformats.org/presentationml/2006/main">
  <p:tag name="KSO_WM_BEAUTIFY_FLAG" val="#wm#"/>
  <p:tag name="KSO_WM_DIAGRAM_GROUP_CODE" val="l1-1"/>
  <p:tag name="KSO_WM_FIGMA_FLAG" val="#fgm#"/>
  <p:tag name="KSO_WM_UNIT_INDEX" val="1_1_1"/>
  <p:tag name="KSO_WM_UNIT_TYPE" val="l_h_a"/>
  <p:tag name="KSO_WM_UNIT_PRESET_TEXT" val="单击此处添加项标题"/>
  <p:tag name="KSO_WM_TEMPLATE_CATEGORY" val="custom"/>
  <p:tag name="KSO_WM_TEMPLATE_INDEX" val="40480806"/>
  <p:tag name="KSO_WM_DIAGRAM_VERSION" val="3"/>
  <p:tag name="KSO_WM_UNIT_LAYERLEVEL" val="1_1_1"/>
  <p:tag name="KSO_WM_UNIT_ID" val="custom40480806_4*l_h_a*1_1_1"/>
  <p:tag name="KSO_WM_TAG_VERSION" val="3.0"/>
  <p:tag name="KSO_WM_DIAGRAM_MAX_ITEMCNT" val="4"/>
  <p:tag name="KSO_WM_DIAGRAM_MIN_ITEMCNT" val="4"/>
  <p:tag name="KSO_WM_DIAGRAM_VIRTUALLY_FRAME" val="{&quot;height&quot;:204,&quot;left&quot;:320.5,&quot;top&quot;:168,&quot;width&quot;:57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672.xml><?xml version="1.0" encoding="utf-8"?>
<p:tagLst xmlns:p="http://schemas.openxmlformats.org/presentationml/2006/main">
  <p:tag name="KSO_WM_BEAUTIFY_FLAG" val="#wm#"/>
  <p:tag name="KSO_WM_DIAGRAM_GROUP_CODE" val="l1-1"/>
  <p:tag name="KSO_WM_FIGMA_FLAG" val="#fgm#"/>
  <p:tag name="KSO_WM_UNIT_INDEX" val="1_2_1"/>
  <p:tag name="KSO_WM_UNIT_SUBTYPE" val="d"/>
  <p:tag name="KSO_WM_UNIT_TYPE" val="l_h_i"/>
  <p:tag name="KSO_WM_UNIT_PRESET_TEXT" val="02"/>
  <p:tag name="KSO_WM_TEMPLATE_CATEGORY" val="custom"/>
  <p:tag name="KSO_WM_TEMPLATE_INDEX" val="40480806"/>
  <p:tag name="KSO_WM_DIAGRAM_VERSION" val="3"/>
  <p:tag name="KSO_WM_UNIT_LAYERLEVEL" val="1_1_1"/>
  <p:tag name="KSO_WM_UNIT_ID" val="custom40480806_4*l_h_i*1_2_1"/>
  <p:tag name="KSO_WM_TAG_VERSION" val="3.0"/>
  <p:tag name="KSO_WM_DIAGRAM_MAX_ITEMCNT" val="4"/>
  <p:tag name="KSO_WM_DIAGRAM_MIN_ITEMCNT" val="4"/>
  <p:tag name="KSO_WM_DIAGRAM_VIRTUALLY_FRAME" val="{&quot;height&quot;:204,&quot;left&quot;:320.5,&quot;top&quot;:168,&quot;width&quot;:57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673.xml><?xml version="1.0" encoding="utf-8"?>
<p:tagLst xmlns:p="http://schemas.openxmlformats.org/presentationml/2006/main">
  <p:tag name="$PH_EXT" val="2"/>
  <p:tag name="KSO_WM_FIGMA_DECORATION_INDEX" val="25"/>
  <p:tag name="KSO_WM_BEAUTIFY_FLAG" val="#wm#"/>
  <p:tag name="KSO_WM_DIAGRAM_GROUP_CODE" val="l1-1"/>
  <p:tag name="KSO_WM_FIGMA_FLAG" val="#fgm#"/>
  <p:tag name="KSO_WM_UNIT_INDEX" val="1_2_2"/>
  <p:tag name="KSO_WM_UNIT_TYPE" val="l_h_i"/>
  <p:tag name="KSO_WM_UNIT_PRESET_TEXT" val=" "/>
  <p:tag name="KSO_WM_TEMPLATE_CATEGORY" val="custom"/>
  <p:tag name="KSO_WM_TEMPLATE_INDEX" val="40480806"/>
  <p:tag name="KSO_WM_DIAGRAM_VERSION" val="3"/>
  <p:tag name="KSO_WM_UNIT_LAYERLEVEL" val="1_1_1"/>
  <p:tag name="KSO_WM_UNIT_ID" val="custom40480806_4*l_h_i*1_2_2"/>
  <p:tag name="KSO_WM_TAG_VERSION" val="3.0"/>
  <p:tag name="KSO_WM_DIAGRAM_MAX_ITEMCNT" val="4"/>
  <p:tag name="KSO_WM_DIAGRAM_MIN_ITEMCNT" val="4"/>
  <p:tag name="KSO_WM_DIAGRAM_VIRTUALLY_FRAME" val="{&quot;height&quot;:204,&quot;left&quot;:320.5,&quot;top&quot;:168,&quot;width&quot;:571.5}"/>
  <p:tag name="KSO_WM_DIAGRAM_COLOR_MATCH_VALUE" val="{&quot;shape&quot;:{&quot;fill&quot;:{&quot;solid&quot;:{&quot;brightness&quot;:0,&quot;colorType&quot;:1,&quot;foreColorIndex&quot;:5,&quot;transparency&quot;:0.5},&quot;type&quot;:1},&quot;glow&quot;:{&quot;colorType&quot;:0},&quot;line&quot;:{&quot;solidLine&quot;:{&quot;brightness&quot;:0,&quot;colorType&quot;:2,&quot;rgb&quot;:&quot;#000000&quot;,&quot;transparency&quot;:1},&quot;type&quot;:1},&quot;shadow&quot;:{&quot;colorType&quot;:0},&quot;threeD&quot;:{&quot;curvedSurface&quot;:{&quot;brightness&quot;:0,&quot;colorType&quot;:2,&quot;rgb&quot;:&quot;#000000&quot;},&quot;depth&quot;:{&quot;colorType&quot;:0}}},&quot;text&quot;:{&quot;fill&quot;:{&quot;solid&quot;:{&quot;brightness&quot;:0.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13"/>
  <p:tag name="KSO_WM_UNIT_TEXT_FILL_TYPE" val="1"/>
  <p:tag name="KSO_WM_UNIT_USESOURCEFORMAT_APPLY" val="1"/>
</p:tagLst>
</file>

<file path=ppt/tags/tag674.xml><?xml version="1.0" encoding="utf-8"?>
<p:tagLst xmlns:p="http://schemas.openxmlformats.org/presentationml/2006/main">
  <p:tag name="KSO_WM_BEAUTIFY_FLAG" val="#wm#"/>
  <p:tag name="KSO_WM_DIAGRAM_GROUP_CODE" val="l1-1"/>
  <p:tag name="KSO_WM_FIGMA_FLAG" val="#fgm#"/>
  <p:tag name="KSO_WM_UNIT_INDEX" val="1_2_1"/>
  <p:tag name="KSO_WM_UNIT_TYPE" val="l_h_a"/>
  <p:tag name="KSO_WM_UNIT_PRESET_TEXT" val="单击此处添加项标题"/>
  <p:tag name="KSO_WM_TEMPLATE_CATEGORY" val="custom"/>
  <p:tag name="KSO_WM_TEMPLATE_INDEX" val="40480806"/>
  <p:tag name="KSO_WM_DIAGRAM_VERSION" val="3"/>
  <p:tag name="KSO_WM_UNIT_LAYERLEVEL" val="1_1_1"/>
  <p:tag name="KSO_WM_UNIT_ID" val="custom40480806_4*l_h_a*1_2_1"/>
  <p:tag name="KSO_WM_TAG_VERSION" val="3.0"/>
  <p:tag name="KSO_WM_DIAGRAM_MAX_ITEMCNT" val="4"/>
  <p:tag name="KSO_WM_DIAGRAM_MIN_ITEMCNT" val="4"/>
  <p:tag name="KSO_WM_DIAGRAM_VIRTUALLY_FRAME" val="{&quot;height&quot;:204,&quot;left&quot;:320.5,&quot;top&quot;:168,&quot;width&quot;:57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675.xml><?xml version="1.0" encoding="utf-8"?>
<p:tagLst xmlns:p="http://schemas.openxmlformats.org/presentationml/2006/main">
  <p:tag name="KSO_WM_BEAUTIFY_FLAG" val="#wm#"/>
  <p:tag name="KSO_WM_DIAGRAM_GROUP_CODE" val="l1-1"/>
  <p:tag name="KSO_WM_FIGMA_FLAG" val="#fgm#"/>
  <p:tag name="KSO_WM_UNIT_INDEX" val="1_3_1"/>
  <p:tag name="KSO_WM_UNIT_SUBTYPE" val="d"/>
  <p:tag name="KSO_WM_UNIT_TYPE" val="l_h_i"/>
  <p:tag name="KSO_WM_UNIT_PRESET_TEXT" val="03"/>
  <p:tag name="KSO_WM_TEMPLATE_CATEGORY" val="custom"/>
  <p:tag name="KSO_WM_TEMPLATE_INDEX" val="40480806"/>
  <p:tag name="KSO_WM_DIAGRAM_VERSION" val="3"/>
  <p:tag name="KSO_WM_UNIT_LAYERLEVEL" val="1_1_1"/>
  <p:tag name="KSO_WM_UNIT_ID" val="custom40480806_4*l_h_i*1_3_1"/>
  <p:tag name="KSO_WM_TAG_VERSION" val="3.0"/>
  <p:tag name="KSO_WM_DIAGRAM_MAX_ITEMCNT" val="4"/>
  <p:tag name="KSO_WM_DIAGRAM_MIN_ITEMCNT" val="4"/>
  <p:tag name="KSO_WM_DIAGRAM_VIRTUALLY_FRAME" val="{&quot;height&quot;:204,&quot;left&quot;:320.5,&quot;top&quot;:168,&quot;width&quot;:57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676.xml><?xml version="1.0" encoding="utf-8"?>
<p:tagLst xmlns:p="http://schemas.openxmlformats.org/presentationml/2006/main">
  <p:tag name="$PH_EXT" val="2"/>
  <p:tag name="KSO_WM_FIGMA_DECORATION_INDEX" val="25"/>
  <p:tag name="KSO_WM_BEAUTIFY_FLAG" val="#wm#"/>
  <p:tag name="KSO_WM_DIAGRAM_GROUP_CODE" val="l1-1"/>
  <p:tag name="KSO_WM_FIGMA_FLAG" val="#fgm#"/>
  <p:tag name="KSO_WM_UNIT_INDEX" val="1_3_2"/>
  <p:tag name="KSO_WM_UNIT_TYPE" val="l_h_i"/>
  <p:tag name="KSO_WM_UNIT_PRESET_TEXT" val=" "/>
  <p:tag name="KSO_WM_TEMPLATE_CATEGORY" val="custom"/>
  <p:tag name="KSO_WM_TEMPLATE_INDEX" val="40480806"/>
  <p:tag name="KSO_WM_DIAGRAM_VERSION" val="3"/>
  <p:tag name="KSO_WM_UNIT_LAYERLEVEL" val="1_1_1"/>
  <p:tag name="KSO_WM_UNIT_ID" val="custom40480806_4*l_h_i*1_3_2"/>
  <p:tag name="KSO_WM_TAG_VERSION" val="3.0"/>
  <p:tag name="KSO_WM_DIAGRAM_MAX_ITEMCNT" val="4"/>
  <p:tag name="KSO_WM_DIAGRAM_MIN_ITEMCNT" val="4"/>
  <p:tag name="KSO_WM_DIAGRAM_VIRTUALLY_FRAME" val="{&quot;height&quot;:204,&quot;left&quot;:320.5,&quot;top&quot;:168,&quot;width&quot;:571.5}"/>
  <p:tag name="KSO_WM_DIAGRAM_COLOR_MATCH_VALUE" val="{&quot;shape&quot;:{&quot;fill&quot;:{&quot;solid&quot;:{&quot;brightness&quot;:0,&quot;colorType&quot;:1,&quot;foreColorIndex&quot;:5,&quot;transparency&quot;:0.5},&quot;type&quot;:1},&quot;glow&quot;:{&quot;colorType&quot;:0},&quot;line&quot;:{&quot;solidLine&quot;:{&quot;brightness&quot;:0,&quot;colorType&quot;:2,&quot;rgb&quot;:&quot;#000000&quot;,&quot;transparency&quot;:1},&quot;type&quot;:1},&quot;shadow&quot;:{&quot;colorType&quot;:0},&quot;threeD&quot;:{&quot;curvedSurface&quot;:{&quot;brightness&quot;:0,&quot;colorType&quot;:2,&quot;rgb&quot;:&quot;#000000&quot;},&quot;depth&quot;:{&quot;colorType&quot;:0}}},&quot;text&quot;:{&quot;fill&quot;:{&quot;solid&quot;:{&quot;brightness&quot;:0.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13"/>
  <p:tag name="KSO_WM_UNIT_TEXT_FILL_TYPE" val="1"/>
  <p:tag name="KSO_WM_UNIT_USESOURCEFORMAT_APPLY" val="1"/>
</p:tagLst>
</file>

<file path=ppt/tags/tag677.xml><?xml version="1.0" encoding="utf-8"?>
<p:tagLst xmlns:p="http://schemas.openxmlformats.org/presentationml/2006/main">
  <p:tag name="KSO_WM_BEAUTIFY_FLAG" val="#wm#"/>
  <p:tag name="KSO_WM_DIAGRAM_GROUP_CODE" val="l1-1"/>
  <p:tag name="KSO_WM_FIGMA_FLAG" val="#fgm#"/>
  <p:tag name="KSO_WM_UNIT_INDEX" val="1_3_1"/>
  <p:tag name="KSO_WM_UNIT_TYPE" val="l_h_a"/>
  <p:tag name="KSO_WM_UNIT_PRESET_TEXT" val="单击此处添加项标题"/>
  <p:tag name="KSO_WM_TEMPLATE_CATEGORY" val="custom"/>
  <p:tag name="KSO_WM_TEMPLATE_INDEX" val="40480806"/>
  <p:tag name="KSO_WM_DIAGRAM_VERSION" val="3"/>
  <p:tag name="KSO_WM_UNIT_LAYERLEVEL" val="1_1_1"/>
  <p:tag name="KSO_WM_UNIT_ID" val="custom40480806_4*l_h_a*1_3_1"/>
  <p:tag name="KSO_WM_TAG_VERSION" val="3.0"/>
  <p:tag name="KSO_WM_DIAGRAM_MAX_ITEMCNT" val="4"/>
  <p:tag name="KSO_WM_DIAGRAM_MIN_ITEMCNT" val="4"/>
  <p:tag name="KSO_WM_DIAGRAM_VIRTUALLY_FRAME" val="{&quot;height&quot;:204,&quot;left&quot;:320.5,&quot;top&quot;:168,&quot;width&quot;:57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678.xml><?xml version="1.0" encoding="utf-8"?>
<p:tagLst xmlns:p="http://schemas.openxmlformats.org/presentationml/2006/main">
  <p:tag name="KSO_WM_BEAUTIFY_FLAG" val="#wm#"/>
  <p:tag name="KSO_WM_DIAGRAM_GROUP_CODE" val="l1-1"/>
  <p:tag name="KSO_WM_FIGMA_FLAG" val="#fgm#"/>
  <p:tag name="KSO_WM_UNIT_INDEX" val="1_4_1"/>
  <p:tag name="KSO_WM_UNIT_SUBTYPE" val="d"/>
  <p:tag name="KSO_WM_UNIT_TYPE" val="l_h_i"/>
  <p:tag name="KSO_WM_UNIT_PRESET_TEXT" val="04"/>
  <p:tag name="KSO_WM_TEMPLATE_CATEGORY" val="custom"/>
  <p:tag name="KSO_WM_TEMPLATE_INDEX" val="40480806"/>
  <p:tag name="KSO_WM_DIAGRAM_VERSION" val="3"/>
  <p:tag name="KSO_WM_UNIT_LAYERLEVEL" val="1_1_1"/>
  <p:tag name="KSO_WM_UNIT_ID" val="custom40480806_4*l_h_i*1_4_1"/>
  <p:tag name="KSO_WM_TAG_VERSION" val="3.0"/>
  <p:tag name="KSO_WM_DIAGRAM_MAX_ITEMCNT" val="4"/>
  <p:tag name="KSO_WM_DIAGRAM_MIN_ITEMCNT" val="4"/>
  <p:tag name="KSO_WM_DIAGRAM_VIRTUALLY_FRAME" val="{&quot;height&quot;:204,&quot;left&quot;:320.5,&quot;top&quot;:168,&quot;width&quot;:57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679.xml><?xml version="1.0" encoding="utf-8"?>
<p:tagLst xmlns:p="http://schemas.openxmlformats.org/presentationml/2006/main">
  <p:tag name="$PH_EXT" val="2"/>
  <p:tag name="KSO_WM_FIGMA_DECORATION_INDEX" val="25"/>
  <p:tag name="KSO_WM_BEAUTIFY_FLAG" val="#wm#"/>
  <p:tag name="KSO_WM_DIAGRAM_GROUP_CODE" val="l1-1"/>
  <p:tag name="KSO_WM_FIGMA_FLAG" val="#fgm#"/>
  <p:tag name="KSO_WM_UNIT_INDEX" val="1_4_2"/>
  <p:tag name="KSO_WM_UNIT_TYPE" val="l_h_i"/>
  <p:tag name="KSO_WM_UNIT_PRESET_TEXT" val=" "/>
  <p:tag name="KSO_WM_TEMPLATE_CATEGORY" val="custom"/>
  <p:tag name="KSO_WM_TEMPLATE_INDEX" val="40480806"/>
  <p:tag name="KSO_WM_DIAGRAM_VERSION" val="3"/>
  <p:tag name="KSO_WM_UNIT_LAYERLEVEL" val="1_1_1"/>
  <p:tag name="KSO_WM_UNIT_ID" val="custom40480806_4*l_h_i*1_4_2"/>
  <p:tag name="KSO_WM_TAG_VERSION" val="3.0"/>
  <p:tag name="KSO_WM_DIAGRAM_MAX_ITEMCNT" val="4"/>
  <p:tag name="KSO_WM_DIAGRAM_MIN_ITEMCNT" val="4"/>
  <p:tag name="KSO_WM_DIAGRAM_VIRTUALLY_FRAME" val="{&quot;height&quot;:204,&quot;left&quot;:320.5,&quot;top&quot;:168,&quot;width&quot;:571.5}"/>
  <p:tag name="KSO_WM_DIAGRAM_COLOR_MATCH_VALUE" val="{&quot;shape&quot;:{&quot;fill&quot;:{&quot;solid&quot;:{&quot;brightness&quot;:0,&quot;colorType&quot;:1,&quot;foreColorIndex&quot;:5,&quot;transparency&quot;:0.5},&quot;type&quot;:1},&quot;glow&quot;:{&quot;colorType&quot;:0},&quot;line&quot;:{&quot;solidLine&quot;:{&quot;brightness&quot;:0,&quot;colorType&quot;:2,&quot;rgb&quot;:&quot;#000000&quot;,&quot;transparency&quot;:1},&quot;type&quot;:1},&quot;shadow&quot;:{&quot;colorType&quot;:0},&quot;threeD&quot;:{&quot;curvedSurface&quot;:{&quot;brightness&quot;:0,&quot;colorType&quot;:2,&quot;rgb&quot;:&quot;#000000&quot;},&quot;depth&quot;:{&quot;colorType&quot;:0}}},&quot;text&quot;:{&quot;fill&quot;:{&quot;solid&quot;:{&quot;brightness&quot;:0.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13"/>
  <p:tag name="KSO_WM_UNIT_TEXT_FILL_TYPE" val="1"/>
  <p:tag name="KSO_WM_UNIT_USESOURCEFORMAT_APPLY" val="1"/>
</p:tagLst>
</file>

<file path=ppt/tags/tag680.xml><?xml version="1.0" encoding="utf-8"?>
<p:tagLst xmlns:p="http://schemas.openxmlformats.org/presentationml/2006/main">
  <p:tag name="KSO_WM_BEAUTIFY_FLAG" val="#wm#"/>
  <p:tag name="KSO_WM_DIAGRAM_GROUP_CODE" val="l1-1"/>
  <p:tag name="KSO_WM_FIGMA_FLAG" val="#fgm#"/>
  <p:tag name="KSO_WM_UNIT_INDEX" val="1_4_1"/>
  <p:tag name="KSO_WM_UNIT_TYPE" val="l_h_a"/>
  <p:tag name="KSO_WM_UNIT_PRESET_TEXT" val="单击此处添加项标题"/>
  <p:tag name="KSO_WM_TEMPLATE_CATEGORY" val="custom"/>
  <p:tag name="KSO_WM_TEMPLATE_INDEX" val="40480806"/>
  <p:tag name="KSO_WM_DIAGRAM_VERSION" val="3"/>
  <p:tag name="KSO_WM_UNIT_LAYERLEVEL" val="1_1_1"/>
  <p:tag name="KSO_WM_UNIT_ID" val="custom40480806_4*l_h_a*1_4_1"/>
  <p:tag name="KSO_WM_TAG_VERSION" val="3.0"/>
  <p:tag name="KSO_WM_DIAGRAM_MAX_ITEMCNT" val="4"/>
  <p:tag name="KSO_WM_DIAGRAM_MIN_ITEMCNT" val="4"/>
  <p:tag name="KSO_WM_DIAGRAM_VIRTUALLY_FRAME" val="{&quot;height&quot;:204,&quot;left&quot;:320.5,&quot;top&quot;:168,&quot;width&quot;:57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681.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0372150f3ab07ae18ba4ec6509ebc386062b9ec7"/>
  <p:tag name="KSO_WM_NEWLAYOUT_ID" val="2109"/>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82.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0372150f3ab07ae18ba4ec6509ebc386062b9ec7"/>
  <p:tag name="KSO_WM_NEWLAYOUT_ID" val="2109"/>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83.xml><?xml version="1.0" encoding="utf-8"?>
<p:tagLst xmlns:p="http://schemas.openxmlformats.org/presentationml/2006/main">
  <p:tag name="KSO_WM_SLIDE_CONTENT_ORIENTATION" val=""/>
  <p:tag name="KSO_WM_SLIDE_HAS_MASK" val="0"/>
  <p:tag name="KSO_WM_SLIDE_ITEM_CNT" val="4"/>
  <p:tag name="KSO_WM_SLIDE_TYPE" val="contents"/>
  <p:tag name="KSO_WM_TEMPLATE_SUBCATEGORY" val="29"/>
  <p:tag name="KSO_WM_BEAUTIFY_FLAG" val="#wm#"/>
  <p:tag name="KSO_WM_TEMPLATE_SLIDE_ID" val="slide_61223ae7a7f7aefc"/>
  <p:tag name="KSO_WM_TAG_VERSION" val="3.0"/>
  <p:tag name="KSO_WM_TEMPLATE_CATEGORY" val="custom"/>
  <p:tag name="KSO_WM_TEMPLATE_INDEX" val="40480806"/>
  <p:tag name="KSO_WM_SLIDE_ID" val="custom40480806_4"/>
  <p:tag name="KSO_WM_DIAGRAM_GROUP_CODE" val="l1-1"/>
</p:tagLst>
</file>

<file path=ppt/tags/tag684.xml><?xml version="1.0" encoding="utf-8"?>
<p:tagLst xmlns:p="http://schemas.openxmlformats.org/presentationml/2006/main">
  <p:tag name="$PH_EXT" val="2"/>
  <p:tag name="KSO_WM_BEAUTIFY_FLAG" val="#wm#"/>
  <p:tag name="KSO_WM_FIGMA_FLAG" val="#fgm#"/>
  <p:tag name="KSO_WM_UNIT_INDEX" val="2"/>
  <p:tag name="KSO_WM_UNIT_TYPE" val="i"/>
  <p:tag name="KSO_WM_UNIT_ID" val="_10*i*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85.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0372150f3ab07ae18ba4ec6509ebc386062b9ec7"/>
  <p:tag name="KSO_WM_NEWLAYOUT_ID" val="2109"/>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86.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687.xml><?xml version="1.0" encoding="utf-8"?>
<p:tagLst xmlns:p="http://schemas.openxmlformats.org/presentationml/2006/main">
  <p:tag name="KSO_WM_SLIDE_CONTENT_ORIENTATION" val="left"/>
  <p:tag name="KSO_WM_SLIDE_HAS_MASK" val="1"/>
  <p:tag name="KSO_WM_SLIDE_ITEM_CNT" val="0"/>
  <p:tag name="KSO_WM_SLIDE_TYPE" val="sectionTitle"/>
  <p:tag name="KSO_WM_TEMPLATE_SUBCATEGORY" val="29"/>
  <p:tag name="KSO_WM_BEAUTIFY_FLAG" val="#wm#"/>
  <p:tag name="KSO_WM_TEMPLATE_SLIDE_ID" val="slide_8634cd33b2c05368"/>
  <p:tag name="KSO_WM_TEMPLATE_INDEX" val="40480806"/>
  <p:tag name="KSO_WM_TEMPLATE_CATEGORY" val="custom"/>
  <p:tag name="KSO_WM_SLIDE_INDEX" val="3"/>
  <p:tag name="KSO_WM_SLIDE_ID" val="custom40480806_7"/>
  <p:tag name="KSO_WM_TEMPLATE_MASTER_TYPE" val="0"/>
  <p:tag name="KSO_WM_SLIDE_LAYOUT" val="a_e_i"/>
  <p:tag name="KSO_WM_SLIDE_LAYOUT_CNT" val="1_1_1"/>
  <p:tag name="KSO_WM_TAG_VERSION" val="3.0"/>
</p:tagLst>
</file>

<file path=ppt/tags/tag68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280_1*a*1"/>
  <p:tag name="KSO_WM_TEMPLATE_CATEGORY" val="custom"/>
  <p:tag name="KSO_WM_TEMPLATE_INDEX" val="20233280"/>
  <p:tag name="KSO_WM_UNIT_LAYERLEVEL" val="1"/>
  <p:tag name="KSO_WM_TAG_VERSION" val="3.0"/>
  <p:tag name="KSO_WM_BEAUTIFY_FLAG" val="#wm#"/>
  <p:tag name="KSO_WM_UNIT_VALUE" val="30"/>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689.xml><?xml version="1.0" encoding="utf-8"?>
<p:tagLst xmlns:p="http://schemas.openxmlformats.org/presentationml/2006/main">
  <p:tag name="KSO_WM_UNIT_VALUE" val="1270*1270"/>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3280_1*d*1"/>
  <p:tag name="KSO_WM_TEMPLATE_CATEGORY" val="custom"/>
  <p:tag name="KSO_WM_TEMPLATE_INDEX" val="20233280"/>
  <p:tag name="KSO_WM_UNIT_LAYERLEVEL" val="1"/>
  <p:tag name="KSO_WM_TAG_VERSION" val="3.0"/>
  <p:tag name="KSO_WM_BEAUTIFY_FLAG" val="#wm#"/>
  <p:tag name="KSO_WM_UNIT_LINE_FORE_SCHEMECOLOR_INDEX" val="1"/>
  <p:tag name="KSO_WM_UNIT_LINE_FILL_TYPE" val="2"/>
  <p:tag name="KSO_WM_UNIT_USESOURCEFORMAT_APPLY" val="0"/>
  <p:tag name="KSO_WM_UNIT_PICTURE_SUBTYPE" val="b"/>
  <p:tag name="KSO_WM_UNIT_FILL_FORE_SCHEMECOLOR_INDEX" val="5"/>
  <p:tag name="KSO_WM_UNIT_FILL_TYPE" val="1"/>
</p:tagLst>
</file>

<file path=ppt/tags/tag6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439_3*l_i*1_1"/>
  <p:tag name="KSO_WM_TEMPLATE_CATEGORY" val="diagram"/>
  <p:tag name="KSO_WM_TEMPLATE_INDEX" val="20235439"/>
  <p:tag name="KSO_WM_UNIT_LAYERLEVEL" val="1_1"/>
  <p:tag name="KSO_WM_TAG_VERSION" val="3.0"/>
  <p:tag name="KSO_WM_BEAUTIFY_FLAG" val="#wm#"/>
  <p:tag name="KSO_WM_DIAGRAM_GROUP_CODE" val="l1-1"/>
  <p:tag name="KSO_WM_UNIT_TYPE" val="l_i"/>
  <p:tag name="KSO_WM_UNIT_INDEX" val="1_1"/>
  <p:tag name="KSO_WM_DIAGRAM_VERSION" val="3"/>
  <p:tag name="KSO_WM_DIAGRAM_COLOR_TRICK" val="1"/>
  <p:tag name="KSO_WM_DIAGRAM_COLOR_TEXT_CAN_REMOVE" val="n"/>
  <p:tag name="KSO_WM_DIAGRAM_MAX_ITEMCNT" val="8"/>
  <p:tag name="KSO_WM_DIAGRAM_MIN_ITEMCNT" val="2"/>
  <p:tag name="KSO_WM_DIAGRAM_VIRTUALLY_FRAME" val="{&quot;height&quot;:360.6000061035156,&quot;left&quot;:482.9375970507044,&quot;top&quot;:131.37279222383276,&quot;width&quot;:408.27496337890625}"/>
  <p:tag name="KSO_WM_DIAGRAM_COLOR_MATCH_VALUE" val="{&quot;shape&quot;:{&quot;fill&quot;:{&quot;solid&quot;:{&quot;brightness&quot;:0,&quot;colorType&quot;:2,&quot;rgb&quot;:&quot;#ffffff&quot;,&quot;transparency&quot;: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0"/>
</p:tagLst>
</file>

<file path=ppt/tags/tag69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5439_3*l_h_f*1_1_1"/>
  <p:tag name="KSO_WM_TEMPLATE_CATEGORY" val="diagram"/>
  <p:tag name="KSO_WM_TEMPLATE_INDEX" val="20235439"/>
  <p:tag name="KSO_WM_UNIT_LAYERLEVEL" val="1_1_1"/>
  <p:tag name="KSO_WM_TAG_VERSION" val="3.0"/>
  <p:tag name="KSO_WM_BEAUTIFY_FLAG" val="#wm#"/>
  <p:tag name="KSO_WM_UNIT_TEXT_LAYER_COUNT" val="1"/>
  <p:tag name="KSO_WM_DIAGRAM_GROUP_CODE" val="l1-1"/>
  <p:tag name="KSO_WM_DIAGRAM_VERSION" val="3"/>
  <p:tag name="KSO_WM_DIAGRAM_COLOR_TRICK" val="1"/>
  <p:tag name="KSO_WM_DIAGRAM_COLOR_TEXT_CAN_REMOVE" val="n"/>
  <p:tag name="KSO_WM_UNIT_PRESET_TEXT" val="单击添加正文，文字思想的提炼"/>
  <p:tag name="KSO_WM_UNIT_TEXT_FILL_FORE_SCHEMECOLOR_INDEX" val="1"/>
  <p:tag name="KSO_WM_UNIT_TEXT_FILL_TYPE" val="1"/>
  <p:tag name="KSO_WM_UNIT_TEXT_TYPE" val="1"/>
  <p:tag name="KSO_WM_DIAGRAM_MAX_ITEMCNT" val="8"/>
  <p:tag name="KSO_WM_DIAGRAM_MIN_ITEMCNT" val="2"/>
  <p:tag name="KSO_WM_DIAGRAM_VIRTUALLY_FRAME" val="{&quot;height&quot;:360.6000061035156,&quot;left&quot;:482.9375970507044,&quot;top&quot;:131.37279222383276,&quot;width&quot;:408.2749633789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69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5439_3*l_h_a*1_1_1"/>
  <p:tag name="KSO_WM_TEMPLATE_CATEGORY" val="diagram"/>
  <p:tag name="KSO_WM_TEMPLATE_INDEX" val="20235439"/>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UNIT_PRESET_TEXT" val="单击此处编辑添加项目标题"/>
  <p:tag name="KSO_WM_UNIT_TEXT_FILL_FORE_SCHEMECOLOR_INDEX" val="1"/>
  <p:tag name="KSO_WM_UNIT_TEXT_FILL_TYPE" val="1"/>
  <p:tag name="KSO_WM_UNIT_TEXT_TYPE" val="1"/>
  <p:tag name="KSO_WM_DIAGRAM_MAX_ITEMCNT" val="8"/>
  <p:tag name="KSO_WM_DIAGRAM_MIN_ITEMCNT" val="2"/>
  <p:tag name="KSO_WM_DIAGRAM_VIRTUALLY_FRAME" val="{&quot;height&quot;:360.6000061035156,&quot;left&quot;:482.9375970507044,&quot;top&quot;:131.37279222383276,&quot;width&quot;:408.2749633789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6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439_3*l_h_i*1_1_1"/>
  <p:tag name="KSO_WM_TEMPLATE_CATEGORY" val="diagram"/>
  <p:tag name="KSO_WM_TEMPLATE_INDEX" val="20235439"/>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8"/>
  <p:tag name="KSO_WM_DIAGRAM_MIN_ITEMCNT" val="2"/>
  <p:tag name="KSO_WM_DIAGRAM_VIRTUALLY_FRAME" val="{&quot;height&quot;:360.6000061035156,&quot;left&quot;:482.9375970507044,&quot;top&quot;:131.37279222383276,&quot;width&quot;:408.2749633789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0"/>
</p:tagLst>
</file>

<file path=ppt/tags/tag694.xml><?xml version="1.0" encoding="utf-8"?>
<p:tagLst xmlns:p="http://schemas.openxmlformats.org/presentationml/2006/main">
  <p:tag name="KSO_WM_SLIDE_ID" val="custom20233280_1"/>
  <p:tag name="KSO_WM_TEMPLATE_SUBCATEGORY" val="0"/>
  <p:tag name="KSO_WM_TEMPLATE_MASTER_TYPE" val="0"/>
  <p:tag name="KSO_WM_TEMPLATE_COLOR_TYPE" val="0"/>
  <p:tag name="KSO_WM_SLIDE_ITEM_CNT" val="4"/>
  <p:tag name="KSO_WM_SLIDE_INDEX" val="1"/>
  <p:tag name="KSO_WM_TAG_VERSION" val="3.0"/>
  <p:tag name="KSO_WM_BEAUTIFY_FLAG" val="#wm#"/>
  <p:tag name="KSO_WM_TEMPLATE_CATEGORY" val="custom"/>
  <p:tag name="KSO_WM_TEMPLATE_INDEX" val="20233280"/>
  <p:tag name="KSO_WM_SLIDE_TYPE" val="text"/>
  <p:tag name="KSO_WM_SLIDE_SUBTYPE" val="picTxt"/>
  <p:tag name="KSO_WM_SLIDE_SIZE" val="408.325*360.304"/>
  <p:tag name="KSO_WM_SLIDE_POSITION" val="483*131.598"/>
  <p:tag name="KSO_WM_SLIDE_LAYOUT" val="a_d_l"/>
  <p:tag name="KSO_WM_SLIDE_LAYOUT_CNT" val="1_1_1"/>
  <p:tag name="KSO_WM_SPECIAL_SOURCE" val="bdnull"/>
  <p:tag name="KSO_WM_DIAGRAM_GROUP_CODE" val="l1-1"/>
  <p:tag name="KSO_WM_SLIDE_DIAGTYPE" val="l"/>
</p:tagLst>
</file>

<file path=ppt/tags/tag69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custom20234482_1*i*1"/>
  <p:tag name="KSO_WM_TEMPLATE_CATEGORY" val="custom"/>
  <p:tag name="KSO_WM_TEMPLATE_INDEX" val="20234482"/>
  <p:tag name="KSO_WM_UNIT_LAYERLEVEL" val="1"/>
  <p:tag name="KSO_WM_TAG_VERSION" val="3.0"/>
</p:tagLst>
</file>

<file path=ppt/tags/tag69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custom20234482_1*i*3"/>
  <p:tag name="KSO_WM_TEMPLATE_CATEGORY" val="custom"/>
  <p:tag name="KSO_WM_TEMPLATE_INDEX" val="20234482"/>
  <p:tag name="KSO_WM_UNIT_LAYERLEVEL" val="1"/>
  <p:tag name="KSO_WM_TAG_VERSION" val="3.0"/>
</p:tagLst>
</file>

<file path=ppt/tags/tag69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482_1*a*1"/>
  <p:tag name="KSO_WM_TEMPLATE_CATEGORY" val="custom"/>
  <p:tag name="KSO_WM_TEMPLATE_INDEX" val="20234482"/>
  <p:tag name="KSO_WM_UNIT_LAYERLEVEL" val="1"/>
  <p:tag name="KSO_WM_TAG_VERSION" val="3.0"/>
  <p:tag name="KSO_WM_BEAUTIFY_FLAG" val="#wm#"/>
  <p:tag name="KSO_WM_UNIT_TEXT_TYPE" val="1"/>
  <p:tag name="KSO_WM_UNIT_PRESET_TEXT" val="单击此处添加标题"/>
</p:tagLst>
</file>

<file path=ppt/tags/tag69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custom20234482_1*i*2"/>
  <p:tag name="KSO_WM_TEMPLATE_CATEGORY" val="custom"/>
  <p:tag name="KSO_WM_TEMPLATE_INDEX" val="20234482"/>
  <p:tag name="KSO_WM_UNIT_LAYERLEVEL" val="1"/>
  <p:tag name="KSO_WM_TAG_VERSION" val="3.0"/>
</p:tagLst>
</file>

<file path=ppt/tags/tag69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4"/>
  <p:tag name="KSO_WM_UNIT_ID" val="custom20234482_1*i*4"/>
  <p:tag name="KSO_WM_TEMPLATE_CATEGORY" val="custom"/>
  <p:tag name="KSO_WM_TEMPLATE_INDEX" val="20234482"/>
  <p:tag name="KSO_WM_UNIT_LAYERLEVEL" val="1"/>
  <p:tag name="KSO_WM_TAG_VERSION" val="3.0"/>
</p:tagLst>
</file>

<file path=ppt/tags/tag7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20234482_1*i*7"/>
  <p:tag name="KSO_WM_TEMPLATE_CATEGORY" val="custom"/>
  <p:tag name="KSO_WM_TEMPLATE_INDEX" val="20234482"/>
  <p:tag name="KSO_WM_UNIT_LAYERLEVEL" val="1"/>
  <p:tag name="KSO_WM_TAG_VERSION" val="3.0"/>
  <p:tag name="KSO_WM_DIAGRAM_VERSION" val="3"/>
  <p:tag name="KSO_WM_DIAGRAM_COLOR_TRICK" val="1"/>
  <p:tag name="KSO_WM_DIAGRAM_COLOR_TEXT_CAN_REMOVE" val="n"/>
  <p:tag name="KSO_WM_DIAGRAM_MAX_ITEMCNT" val="3"/>
  <p:tag name="KSO_WM_DIAGRAM_MIN_ITEMCNT" val="1"/>
  <p:tag name="KSO_WM_DIAGRAM_VIRTUALLY_FRAME" val="{&quot;height&quot;:94.6,&quot;left&quot;:47.99992125984252,&quot;top&quot;:109.7,&quot;width&quot;:851.8000454735945}"/>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5"/>
  <p:tag name="KSO_WM_BEAUTIFY_FLAG" val="#wm#"/>
</p:tagLst>
</file>

<file path=ppt/tags/tag7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4482_1*i*6"/>
  <p:tag name="KSO_WM_TEMPLATE_CATEGORY" val="custom"/>
  <p:tag name="KSO_WM_TEMPLATE_INDEX" val="20234482"/>
  <p:tag name="KSO_WM_UNIT_LAYERLEVEL" val="1"/>
  <p:tag name="KSO_WM_TAG_VERSION" val="3.0"/>
  <p:tag name="KSO_WM_DIAGRAM_VERSION" val="3"/>
  <p:tag name="KSO_WM_DIAGRAM_COLOR_TRICK" val="1"/>
  <p:tag name="KSO_WM_DIAGRAM_COLOR_TEXT_CAN_REMOVE" val="n"/>
  <p:tag name="KSO_WM_DIAGRAM_MAX_ITEMCNT" val="3"/>
  <p:tag name="KSO_WM_DIAGRAM_MIN_ITEMCNT" val="1"/>
  <p:tag name="KSO_WM_DIAGRAM_VIRTUALLY_FRAME" val="{&quot;height&quot;:94.6,&quot;left&quot;:47.99992125984252,&quot;top&quot;:109.7,&quot;width&quot;:851.8000454735945}"/>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5"/>
  <p:tag name="KSO_WM_BEAUTIFY_FLAG" val="#wm#"/>
</p:tagLst>
</file>

<file path=ppt/tags/tag702.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UNIT_TYPE" val="f"/>
  <p:tag name="KSO_WM_UNIT_INDEX" val="1"/>
  <p:tag name="KSO_WM_UNIT_ID" val="custom20234482_1*f*1"/>
  <p:tag name="KSO_WM_TEMPLATE_CATEGORY" val="custom"/>
  <p:tag name="KSO_WM_TEMPLATE_INDEX" val="20234482"/>
  <p:tag name="KSO_WM_UNIT_LAYERLEVEL" val="1"/>
  <p:tag name="KSO_WM_TAG_VERSION" val="3.0"/>
  <p:tag name="KSO_WM_DIAGRAM_VERSION" val="3"/>
  <p:tag name="KSO_WM_DIAGRAM_COLOR_TRICK" val="1"/>
  <p:tag name="KSO_WM_DIAGRAM_COLOR_TEXT_CAN_REMOVE" val="n"/>
  <p:tag name="KSO_WM_DIAGRAM_MAX_ITEMCNT" val="3"/>
  <p:tag name="KSO_WM_DIAGRAM_MIN_ITEMCNT" val="1"/>
  <p:tag name="KSO_WM_DIAGRAM_VIRTUALLY_FRAME" val="{&quot;height&quot;:94.6,&quot;left&quot;:47.99992125984252,&quot;top&quot;:109.7,&quot;width&quot;:851.8000454735945}"/>
  <p:tag name="KSO_WM_DIAGRAM_COLOR_MATCH_VALUE" val="{&quot;shape&quot;:{&quot;fill&quot;:{&quot;gradient&quot;:[{&quot;brightness&quot;:0.550000011920929,&quot;colorType&quot;:1,&quot;foreColorIndex&quot;:5,&quot;pos&quot;:0,&quot;transparency&quot;:0.949999988079071},{&quot;brightness&quot;:0.5,&quot;colorType&quot;:1,&quot;foreColorIndex&quot;:5,&quot;pos&quot;:1,&quot;transparency&quot;:0.800000011920929}],&quot;type&quot;:3},&quot;glow&quot;:{&quot;colorType&quot;:0},&quot;line&quot;:{&quot;solidLine&quot;:{&quot;brightness&quot;:0,&quot;colorType&quot;:1,&quot;foreColorIndex&quot;:5,&quot;transparency&quot;:0.5},&quot;type&quot;:1},&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FILL_TYPE" val="3"/>
  <p:tag name="KSO_WM_UNIT_LINE_FORE_SCHEMECOLOR_INDEX" val="5"/>
  <p:tag name="KSO_WM_UNIT_TEXT_FILL_FORE_SCHEMECOLOR_INDEX" val="1"/>
  <p:tag name="KSO_WM_UNIT_TEXT_FILL_TYPE" val="1"/>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
</p:tagLst>
</file>

<file path=ppt/tags/tag7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482_1*i*5"/>
  <p:tag name="KSO_WM_TEMPLATE_CATEGORY" val="custom"/>
  <p:tag name="KSO_WM_TEMPLATE_INDEX" val="20234482"/>
  <p:tag name="KSO_WM_UNIT_LAYERLEVEL" val="1"/>
  <p:tag name="KSO_WM_TAG_VERSION" val="3.0"/>
  <p:tag name="KSO_WM_DIAGRAM_VERSION" val="3"/>
  <p:tag name="KSO_WM_DIAGRAM_COLOR_TRICK" val="1"/>
  <p:tag name="KSO_WM_DIAGRAM_COLOR_TEXT_CAN_REMOVE" val="n"/>
  <p:tag name="KSO_WM_DIAGRAM_MAX_ITEMCNT" val="3"/>
  <p:tag name="KSO_WM_DIAGRAM_MIN_ITEMCNT" val="1"/>
  <p:tag name="KSO_WM_DIAGRAM_VIRTUALLY_FRAME" val="{&quot;height&quot;:94.6,&quot;left&quot;:47.99992125984252,&quot;top&quot;:109.7,&quot;width&quot;:851.800045473594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BEAUTIFY_FLAG" val="#wm#"/>
</p:tagLst>
</file>

<file path=ppt/tags/tag704.xml><?xml version="1.0" encoding="utf-8"?>
<p:tagLst xmlns:p="http://schemas.openxmlformats.org/presentationml/2006/main">
  <p:tag name="KSO_WM_SLIDE_ID" val="custom20234482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4482"/>
  <p:tag name="KSO_WM_SLIDE_TYPE" val="text"/>
  <p:tag name="KSO_WM_SLIDE_SUBTYPE" val="picTxt"/>
  <p:tag name="KSO_WM_SLIDE_SIZE" val="865*448"/>
  <p:tag name="KSO_WM_SLIDE_POSITION" val="47*47"/>
  <p:tag name="KSO_WM_SLIDE_LAYOUT" val="a_f_β"/>
  <p:tag name="KSO_WM_SLIDE_LAYOUT_CNT" val="1_1_2"/>
  <p:tag name="KSO_WM_SPECIAL_SOURCE" val="bdnull"/>
</p:tagLst>
</file>

<file path=ppt/tags/tag7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3201_1*l_i*1_1"/>
  <p:tag name="KSO_WM_TEMPLATE_CATEGORY" val="diagram"/>
  <p:tag name="KSO_WM_TEMPLATE_INDEX" val="20233201"/>
  <p:tag name="KSO_WM_UNIT_LAYERLEVEL" val="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left&quot;:-6.839519360159284,&quot;top&quot;:101.4001200806625,&quot;width&quot;:961.0486450195312}"/>
  <p:tag name="KSO_WM_DIAGRAM_COLOR_MATCH_VALUE" val="{&quot;shape&quot;:{&quot;fill&quot;:{&quot;gradient&quot;:[{&quot;brightness&quot;:0,&quot;colorType&quot;:1,&quot;foreColorIndex&quot;:5,&quot;pos&quot;:0,&quot;transparency&quot;:0},{&quot;brightness&quot;:0,&quot;colorType&quot;:1,&quot;foreColorIndex&quot;:5,&quot;pos&quot;:1,&quot;transparency&quot;:0.20000000298023224}],&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
</p:tagLst>
</file>

<file path=ppt/tags/tag70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201_1*l_h_f*1_1_1"/>
  <p:tag name="KSO_WM_TEMPLATE_CATEGORY" val="diagram"/>
  <p:tag name="KSO_WM_TEMPLATE_INDEX" val="20233201"/>
  <p:tag name="KSO_WM_UNIT_LAYERLEVEL" val="1_1_1"/>
  <p:tag name="KSO_WM_TAG_VERSION" val="3.0"/>
  <p:tag name="KSO_WM_UNIT_TEXT_FILL_FORE_SCHEMECOLOR_INDEX_BRIGHTNESS" val="0.2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left&quot;:-6.839519360159284,&quot;top&quot;:101.40012008066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根据需要可酌情增减文字，以便观者准确地理解您传达的正文内容思想。单击此处添加文本具体内容简明扼要地阐述您的观点根据需要可酌情增减文字。"/>
  <p:tag name="KSO_WM_DIAGRAM_USE_COLOR_VALUE" val="{&quot;color_scheme&quot;:1,&quot;color_type&quot;:1,&quot;theme_color_indexes&quot;:[]}"/>
</p:tagLst>
</file>

<file path=ppt/tags/tag70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201_1*l_h_f*1_2_1"/>
  <p:tag name="KSO_WM_TEMPLATE_CATEGORY" val="diagram"/>
  <p:tag name="KSO_WM_TEMPLATE_INDEX" val="20233201"/>
  <p:tag name="KSO_WM_UNIT_LAYERLEVEL" val="1_1_1"/>
  <p:tag name="KSO_WM_TAG_VERSION" val="3.0"/>
  <p:tag name="KSO_WM_UNIT_TEXT_FILL_FORE_SCHEMECOLOR_INDEX_BRIGHTNESS" val="0.2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left&quot;:-6.839519360159284,&quot;top&quot;:101.40012008066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你的文本内容，简明扼要地阐述您的观点。根据需要可酌情增减文字，以便观者准确地理解您传达的正文内容思想。单击此处添加你的文本内容，简明扼要地阐述您的内容观点，根据需要可酌情增减文字。"/>
  <p:tag name="KSO_WM_DIAGRAM_USE_COLOR_VALUE" val="{&quot;color_scheme&quot;:1,&quot;color_type&quot;:1,&quot;theme_color_indexes&quot;:[]}"/>
</p:tagLst>
</file>

<file path=ppt/tags/tag70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01_1*l_h_a*1_1_1"/>
  <p:tag name="KSO_WM_TEMPLATE_CATEGORY" val="diagram"/>
  <p:tag name="KSO_WM_TEMPLATE_INDEX" val="20233201"/>
  <p:tag name="KSO_WM_UNIT_LAYERLEVEL" val="1_1_1"/>
  <p:tag name="KSO_WM_TAG_VERSION" val="3.0"/>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left&quot;:-6.839519360159284,&quot;top&quot;:101.40012008066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标题"/>
  <p:tag name="KSO_WM_DIAGRAM_USE_COLOR_VALUE" val="{&quot;color_scheme&quot;:1,&quot;color_type&quot;:1,&quot;theme_color_indexes&quot;:[]}"/>
</p:tagLst>
</file>

<file path=ppt/tags/tag70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01_1*l_h_a*1_2_1"/>
  <p:tag name="KSO_WM_TEMPLATE_CATEGORY" val="diagram"/>
  <p:tag name="KSO_WM_TEMPLATE_INDEX" val="20233201"/>
  <p:tag name="KSO_WM_UNIT_LAYERLEVEL" val="1_1_1"/>
  <p:tag name="KSO_WM_TAG_VERSION" val="3.0"/>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left&quot;:-6.839519360159284,&quot;top&quot;:101.40012008066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标题"/>
  <p:tag name="KSO_WM_DIAGRAM_USE_COLOR_VALUE" val="{&quot;color_scheme&quot;:1,&quot;color_type&quot;:1,&quot;theme_color_indexes&quot;:[]}"/>
</p:tagLst>
</file>

<file path=ppt/tags/tag7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3201_1*l_h_i*1_1_1"/>
  <p:tag name="KSO_WM_TEMPLATE_CATEGORY" val="diagram"/>
  <p:tag name="KSO_WM_TEMPLATE_INDEX" val="2023320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left&quot;:-6.839519360159284,&quot;top&quot;:101.4001200806625,&quot;width&quot;:961.0486450195312}"/>
  <p:tag name="KSO_WM_DIAGRAM_COLOR_MATCH_VALUE" val="{&quot;shape&quot;:{&quot;fill&quot;:{&quot;type&quot;:0},&quot;glow&quot;:{&quot;colorType&quot;:0},&quot;line&quot;:{&quot;solidLine&quot;:{&quot;brightness&quot;:0,&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
</p:tagLst>
</file>

<file path=ppt/tags/tag711.xml><?xml version="1.0" encoding="utf-8"?>
<p:tagLst xmlns:p="http://schemas.openxmlformats.org/presentationml/2006/main">
  <p:tag name="KSO_WM_UNIT_VALUE" val="121*130"/>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3201_1*l_h_x*1_1_1"/>
  <p:tag name="KSO_WM_TEMPLATE_CATEGORY" val="diagram"/>
  <p:tag name="KSO_WM_TEMPLATE_INDEX" val="2023320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left&quot;:-6.839519360159284,&quot;top&quot;:101.4001200806625,&quot;width&quot;:961.0486450195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 name="KSO_WM_DIAGRAM_USE_COLOR_VALUE" val="{&quot;color_scheme&quot;:1,&quot;color_type&quot;:1,&quot;theme_color_indexes&quot;:[]}"/>
</p:tagLst>
</file>

<file path=ppt/tags/tag7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3201_1*l_h_i*1_2_1"/>
  <p:tag name="KSO_WM_TEMPLATE_CATEGORY" val="diagram"/>
  <p:tag name="KSO_WM_TEMPLATE_INDEX" val="2023320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left&quot;:-6.839519360159284,&quot;top&quot;:101.4001200806625,&quot;width&quot;:961.0486450195312}"/>
  <p:tag name="KSO_WM_DIAGRAM_COLOR_MATCH_VALUE" val="{&quot;shape&quot;:{&quot;fill&quot;:{&quot;type&quot;:0},&quot;glow&quot;:{&quot;colorType&quot;:0},&quot;line&quot;:{&quot;solidLine&quot;:{&quot;brightness&quot;:0,&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
</p:tagLst>
</file>

<file path=ppt/tags/tag713.xml><?xml version="1.0" encoding="utf-8"?>
<p:tagLst xmlns:p="http://schemas.openxmlformats.org/presentationml/2006/main">
  <p:tag name="KSO_WM_UNIT_VALUE" val="130*130"/>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3201_1*l_h_x*1_2_1"/>
  <p:tag name="KSO_WM_TEMPLATE_CATEGORY" val="diagram"/>
  <p:tag name="KSO_WM_TEMPLATE_INDEX" val="2023320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left&quot;:-6.839519360159284,&quot;top&quot;:101.4001200806625,&quot;width&quot;:961.0486450195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 name="KSO_WM_DIAGRAM_USE_COLOR_VALUE" val="{&quot;color_scheme&quot;:1,&quot;color_type&quot;:1,&quot;theme_color_indexes&quot;:[]}"/>
</p:tagLst>
</file>

<file path=ppt/tags/tag714.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4868_1*a*1"/>
  <p:tag name="KSO_WM_TEMPLATE_CATEGORY" val="custom"/>
  <p:tag name="KSO_WM_TEMPLATE_INDEX" val="20234868"/>
  <p:tag name="KSO_WM_UNIT_LAYERLEVEL" val="1"/>
  <p:tag name="KSO_WM_TAG_VERSION" val="3.0"/>
  <p:tag name="KSO_WM_BEAUTIFY_FLAG" val="#wm#"/>
  <p:tag name="KSO_WM_UNIT_TEXT_TYPE" val="1"/>
</p:tagLst>
</file>

<file path=ppt/tags/tag7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868_1*i*1"/>
  <p:tag name="KSO_WM_TEMPLATE_CATEGORY" val="custom"/>
  <p:tag name="KSO_WM_TEMPLATE_INDEX" val="20234868"/>
  <p:tag name="KSO_WM_UNIT_LAYERLEVEL" val="1"/>
  <p:tag name="KSO_WM_TAG_VERSION" val="3.0"/>
  <p:tag name="KSO_WM_BEAUTIFY_FLAG" val="#wm#"/>
</p:tagLst>
</file>

<file path=ppt/tags/tag716.xml><?xml version="1.0" encoding="utf-8"?>
<p:tagLst xmlns:p="http://schemas.openxmlformats.org/presentationml/2006/main">
  <p:tag name="KSO_WM_UNIT_PICTURE_SUBTYPE" val="b"/>
  <p:tag name="KSO_WM_UNIT_VALUE" val="1142*1385"/>
  <p:tag name="KSO_WM_UNIT_HIGHLIGHT" val="0"/>
  <p:tag name="KSO_WM_UNIT_COMPATIBLE" val="0"/>
  <p:tag name="KSO_WM_UNIT_DIAGRAM_ISNUMVISUAL" val="0"/>
  <p:tag name="KSO_WM_UNIT_DIAGRAM_ISREFERUNIT" val="0"/>
  <p:tag name="KSO_WM_UNIT_TYPE" val="d"/>
  <p:tag name="KSO_WM_UNIT_INDEX" val="1"/>
  <p:tag name="KSO_WM_UNIT_ID" val="custom20234868_1*d*1"/>
  <p:tag name="KSO_WM_TEMPLATE_CATEGORY" val="custom"/>
  <p:tag name="KSO_WM_TEMPLATE_INDEX" val="20234868"/>
  <p:tag name="KSO_WM_UNIT_LAYERLEVEL" val="1"/>
  <p:tag name="KSO_WM_TAG_VERSION" val="3.0"/>
  <p:tag name="KSO_WM_BEAUTIFY_FLAG" val="#wm#"/>
</p:tagLst>
</file>

<file path=ppt/tags/tag7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868_1*i*2"/>
  <p:tag name="KSO_WM_TEMPLATE_CATEGORY" val="custom"/>
  <p:tag name="KSO_WM_TEMPLATE_INDEX" val="20234868"/>
  <p:tag name="KSO_WM_UNIT_LAYERLEVEL" val="1"/>
  <p:tag name="KSO_WM_TAG_VERSION" val="3.0"/>
  <p:tag name="KSO_WM_BEAUTIFY_FLAG" val="#wm#"/>
</p:tagLst>
</file>

<file path=ppt/tags/tag7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868_1*i*3"/>
  <p:tag name="KSO_WM_TEMPLATE_CATEGORY" val="custom"/>
  <p:tag name="KSO_WM_TEMPLATE_INDEX" val="20234868"/>
  <p:tag name="KSO_WM_UNIT_LAYERLEVEL" val="1"/>
  <p:tag name="KSO_WM_TAG_VERSION" val="3.0"/>
  <p:tag name="KSO_WM_BEAUTIFY_FLAG" val="#wm#"/>
</p:tagLst>
</file>

<file path=ppt/tags/tag7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868_1*i*4"/>
  <p:tag name="KSO_WM_TEMPLATE_CATEGORY" val="custom"/>
  <p:tag name="KSO_WM_TEMPLATE_INDEX" val="20234868"/>
  <p:tag name="KSO_WM_UNIT_LAYERLEVEL" val="1"/>
  <p:tag name="KSO_WM_TAG_VERSION" val="3.0"/>
  <p:tag name="KSO_WM_BEAUTIFY_FLAG" val="#wm#"/>
</p:tagLst>
</file>

<file path=ppt/tags/tag7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868_1*i*5"/>
  <p:tag name="KSO_WM_TEMPLATE_CATEGORY" val="custom"/>
  <p:tag name="KSO_WM_TEMPLATE_INDEX" val="20234868"/>
  <p:tag name="KSO_WM_UNIT_LAYERLEVEL" val="1"/>
  <p:tag name="KSO_WM_TAG_VERSION" val="3.0"/>
  <p:tag name="KSO_WM_BEAUTIFY_FLAG" val="#wm#"/>
</p:tagLst>
</file>

<file path=ppt/tags/tag7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4868_1*i*6"/>
  <p:tag name="KSO_WM_TEMPLATE_CATEGORY" val="custom"/>
  <p:tag name="KSO_WM_TEMPLATE_INDEX" val="20234868"/>
  <p:tag name="KSO_WM_UNIT_LAYERLEVEL" val="1"/>
  <p:tag name="KSO_WM_TAG_VERSION" val="3.0"/>
  <p:tag name="KSO_WM_BEAUTIFY_FLAG" val="#wm#"/>
</p:tagLst>
</file>

<file path=ppt/tags/tag7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20234868_1*i*7"/>
  <p:tag name="KSO_WM_TEMPLATE_CATEGORY" val="custom"/>
  <p:tag name="KSO_WM_TEMPLATE_INDEX" val="20234868"/>
  <p:tag name="KSO_WM_UNIT_LAYERLEVEL" val="1"/>
  <p:tag name="KSO_WM_TAG_VERSION" val="3.0"/>
  <p:tag name="KSO_WM_BEAUTIFY_FLAG" val="#wm#"/>
</p:tagLst>
</file>

<file path=ppt/tags/tag7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20234868_1*i*8"/>
  <p:tag name="KSO_WM_TEMPLATE_CATEGORY" val="custom"/>
  <p:tag name="KSO_WM_TEMPLATE_INDEX" val="20234868"/>
  <p:tag name="KSO_WM_UNIT_LAYERLEVEL" val="1"/>
  <p:tag name="KSO_WM_TAG_VERSION" val="3.0"/>
  <p:tag name="KSO_WM_BEAUTIFY_FLAG" val="#wm#"/>
</p:tagLst>
</file>

<file path=ppt/tags/tag7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custom20234868_1*i*9"/>
  <p:tag name="KSO_WM_TEMPLATE_CATEGORY" val="custom"/>
  <p:tag name="KSO_WM_TEMPLATE_INDEX" val="20234868"/>
  <p:tag name="KSO_WM_UNIT_LAYERLEVEL" val="1"/>
  <p:tag name="KSO_WM_TAG_VERSION" val="3.0"/>
  <p:tag name="KSO_WM_BEAUTIFY_FLAG" val="#wm#"/>
</p:tagLst>
</file>

<file path=ppt/tags/tag7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868_1*i*10"/>
  <p:tag name="KSO_WM_TEMPLATE_CATEGORY" val="custom"/>
  <p:tag name="KSO_WM_TEMPLATE_INDEX" val="20234868"/>
  <p:tag name="KSO_WM_UNIT_LAYERLEVEL" val="1"/>
  <p:tag name="KSO_WM_TAG_VERSION" val="3.0"/>
  <p:tag name="KSO_WM_BEAUTIFY_FLAG" val="#wm#"/>
</p:tagLst>
</file>

<file path=ppt/tags/tag7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custom20234868_1*i*11"/>
  <p:tag name="KSO_WM_TEMPLATE_CATEGORY" val="custom"/>
  <p:tag name="KSO_WM_TEMPLATE_INDEX" val="20234868"/>
  <p:tag name="KSO_WM_UNIT_LAYERLEVEL" val="1"/>
  <p:tag name="KSO_WM_TAG_VERSION" val="3.0"/>
  <p:tag name="KSO_WM_BEAUTIFY_FLAG" val="#wm#"/>
</p:tagLst>
</file>

<file path=ppt/tags/tag7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custom20234868_1*i*12"/>
  <p:tag name="KSO_WM_TEMPLATE_CATEGORY" val="custom"/>
  <p:tag name="KSO_WM_TEMPLATE_INDEX" val="20234868"/>
  <p:tag name="KSO_WM_UNIT_LAYERLEVEL" val="1"/>
  <p:tag name="KSO_WM_TAG_VERSION" val="3.0"/>
  <p:tag name="KSO_WM_BEAUTIFY_FLAG" val="#wm#"/>
</p:tagLst>
</file>

<file path=ppt/tags/tag7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custom20234868_1*i*13"/>
  <p:tag name="KSO_WM_TEMPLATE_CATEGORY" val="custom"/>
  <p:tag name="KSO_WM_TEMPLATE_INDEX" val="20234868"/>
  <p:tag name="KSO_WM_UNIT_LAYERLEVEL" val="1"/>
  <p:tag name="KSO_WM_TAG_VERSION" val="3.0"/>
  <p:tag name="KSO_WM_BEAUTIFY_FLAG" val="#wm#"/>
</p:tagLst>
</file>

<file path=ppt/tags/tag7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custom20234868_1*i*14"/>
  <p:tag name="KSO_WM_TEMPLATE_CATEGORY" val="custom"/>
  <p:tag name="KSO_WM_TEMPLATE_INDEX" val="20234868"/>
  <p:tag name="KSO_WM_UNIT_LAYERLEVEL" val="1"/>
  <p:tag name="KSO_WM_TAG_VERSION" val="3.0"/>
  <p:tag name="KSO_WM_BEAUTIFY_FLAG" val="#wm#"/>
</p:tagLst>
</file>

<file path=ppt/tags/tag7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custom20234868_1*i*15"/>
  <p:tag name="KSO_WM_TEMPLATE_CATEGORY" val="custom"/>
  <p:tag name="KSO_WM_TEMPLATE_INDEX" val="20234868"/>
  <p:tag name="KSO_WM_UNIT_LAYERLEVEL" val="1"/>
  <p:tag name="KSO_WM_TAG_VERSION" val="3.0"/>
  <p:tag name="KSO_WM_BEAUTIFY_FLAG" val="#wm#"/>
</p:tagLst>
</file>

<file path=ppt/tags/tag7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custom20234868_1*i*16"/>
  <p:tag name="KSO_WM_TEMPLATE_CATEGORY" val="custom"/>
  <p:tag name="KSO_WM_TEMPLATE_INDEX" val="20234868"/>
  <p:tag name="KSO_WM_UNIT_LAYERLEVEL" val="1"/>
  <p:tag name="KSO_WM_TAG_VERSION" val="3.0"/>
  <p:tag name="KSO_WM_BEAUTIFY_FLAG" val="#wm#"/>
</p:tagLst>
</file>

<file path=ppt/tags/tag732.xml><?xml version="1.0" encoding="utf-8"?>
<p:tagLst xmlns:p="http://schemas.openxmlformats.org/presentationml/2006/main">
  <p:tag name="KSO_WM_UNIT_SUBTYPE" val="a"/>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13;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根据需要可酌情增减文字，以便观者准确地理解您传达的思想。"/>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868_1*f*1"/>
  <p:tag name="KSO_WM_TEMPLATE_CATEGORY" val="custom"/>
  <p:tag name="KSO_WM_TEMPLATE_INDEX" val="20234868"/>
  <p:tag name="KSO_WM_UNIT_LAYERLEVEL" val="1"/>
  <p:tag name="KSO_WM_TAG_VERSION" val="3.0"/>
  <p:tag name="KSO_WM_BEAUTIFY_FLAG" val="#wm#"/>
  <p:tag name="KSO_WM_UNIT_TEXT_TYPE" val="1"/>
</p:tagLst>
</file>

<file path=ppt/tags/tag733.xml><?xml version="1.0" encoding="utf-8"?>
<p:tagLst xmlns:p="http://schemas.openxmlformats.org/presentationml/2006/main">
  <p:tag name="KSO_WM_SLIDE_ID" val="custom20234868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55*462"/>
  <p:tag name="KSO_WM_SLIDE_POSITION" val="51*28"/>
  <p:tag name="KSO_WM_TAG_VERSION" val="3.0"/>
  <p:tag name="KSO_WM_BEAUTIFY_FLAG" val="#wm#"/>
  <p:tag name="KSO_WM_TEMPLATE_CATEGORY" val="custom"/>
  <p:tag name="KSO_WM_TEMPLATE_INDEX" val="20234868"/>
  <p:tag name="KSO_WM_SLIDE_LAYOUT" val="a_d_f"/>
  <p:tag name="KSO_WM_SLIDE_LAYOUT_CNT" val="1_1_1"/>
</p:tagLst>
</file>

<file path=ppt/tags/tag734.xml><?xml version="1.0" encoding="utf-8"?>
<p:tagLst xmlns:p="http://schemas.openxmlformats.org/presentationml/2006/main">
  <p:tag name="$PH_EXT" val="2"/>
  <p:tag name="KSO_WM_BEAUTIFY_FLAG" val="#wm#"/>
  <p:tag name="KSO_WM_FIGMA_FLAG" val="#fgm#"/>
  <p:tag name="KSO_WM_UNIT_INDEX" val="2"/>
  <p:tag name="KSO_WM_UNIT_TYPE" val="i"/>
  <p:tag name="KSO_WM_UNIT_ID" val="_10*i*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735.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0372150f3ab07ae18ba4ec6509ebc386062b9ec7"/>
  <p:tag name="KSO_WM_NEWLAYOUT_ID" val="2109"/>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736.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737.xml><?xml version="1.0" encoding="utf-8"?>
<p:tagLst xmlns:p="http://schemas.openxmlformats.org/presentationml/2006/main">
  <p:tag name="KSO_WM_SLIDE_CONTENT_ORIENTATION" val="left"/>
  <p:tag name="KSO_WM_SLIDE_HAS_MASK" val="1"/>
  <p:tag name="KSO_WM_SLIDE_ITEM_CNT" val="0"/>
  <p:tag name="KSO_WM_SLIDE_TYPE" val="sectionTitle"/>
  <p:tag name="KSO_WM_TEMPLATE_SUBCATEGORY" val="29"/>
  <p:tag name="KSO_WM_BEAUTIFY_FLAG" val="#wm#"/>
  <p:tag name="KSO_WM_TEMPLATE_SLIDE_ID" val="slide_8634cd33b2c05368"/>
  <p:tag name="KSO_WM_TEMPLATE_INDEX" val="40480806"/>
  <p:tag name="KSO_WM_TEMPLATE_CATEGORY" val="custom"/>
  <p:tag name="KSO_WM_SLIDE_INDEX" val="3"/>
  <p:tag name="KSO_WM_SLIDE_ID" val="custom40480806_7"/>
  <p:tag name="KSO_WM_TEMPLATE_MASTER_TYPE" val="0"/>
  <p:tag name="KSO_WM_SLIDE_LAYOUT" val="a_e_i"/>
  <p:tag name="KSO_WM_SLIDE_LAYOUT_CNT" val="1_1_1"/>
  <p:tag name="KSO_WM_TAG_VERSION" val="3.0"/>
</p:tagLst>
</file>

<file path=ppt/tags/tag7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20233203_1*l_h_i*1_2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7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1"/>
  <p:tag name="KSO_WM_UNIT_ID" val="diagram20233203_1*l_h_i*1_1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74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3203_1*l_h_f*1_2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UNIT_VALUE" val="170"/>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内容，文字是您思想的提炼，请言简意赅的阐述您的观点。单击此处添加正文，文字是您思想的提炼。单击此处添加正文，文字是您思想的提炼，请言简意赅的阐述您的观点。单击此处添加正文，文字是您思想的提炼。单击此处添加正文，文字是您思想的提炼，请言简意赅的阐述您的观点"/>
  <p:tag name="KSO_WM_UNIT_TEXT_FILL_FORE_SCHEMECOLOR_INDEX" val="1"/>
  <p:tag name="KSO_WM_UNIT_TEXT_FILL_TYPE" val="1"/>
</p:tagLst>
</file>

<file path=ppt/tags/tag74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03_1*l_h_a*1_2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74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3203_1*l_h_f*1_1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UNIT_VALUE" val="170"/>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内容，文字是您思想的提炼，请言简意赅的阐述您的观点。单击添加正文，文字是您思想的提炼。单击此处添加正文，文字是您思想的提炼，请言简意赅的阐述您的观点。单击添加正文，文字是您思想的提炼。单击添加正文，文字是您思想的提炼，请言简意赅的阐述您的观点"/>
  <p:tag name="KSO_WM_UNIT_TEXT_FILL_FORE_SCHEMECOLOR_INDEX" val="1"/>
  <p:tag name="KSO_WM_UNIT_TEXT_FILL_TYPE" val="1"/>
</p:tagLst>
</file>

<file path=ppt/tags/tag74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03_1*l_h_a*1_1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744.xml><?xml version="1.0" encoding="utf-8"?>
<p:tagLst xmlns:p="http://schemas.openxmlformats.org/presentationml/2006/main">
  <p:tag name="KSO_WM_UNIT_VALUE" val="100*108"/>
  <p:tag name="KSO_WM_UNIT_HIGHLIGHT" val="0"/>
  <p:tag name="KSO_WM_UNIT_COMPATIBLE" val="0"/>
  <p:tag name="KSO_WM_UNIT_DIAGRAM_ISNUMVISUAL" val="0"/>
  <p:tag name="KSO_WM_UNIT_DIAGRAM_ISREFERUNIT" val="0"/>
  <p:tag name="KSO_WM_UNIT_TYPE" val="l_h_x"/>
  <p:tag name="KSO_WM_UNIT_INDEX" val="1_1_1"/>
  <p:tag name="KSO_WM_UNIT_ID" val="diagram20233203_1*l_h_x*1_1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745.xml><?xml version="1.0" encoding="utf-8"?>
<p:tagLst xmlns:p="http://schemas.openxmlformats.org/presentationml/2006/main">
  <p:tag name="KSO_WM_UNIT_VALUE" val="108*108"/>
  <p:tag name="KSO_WM_UNIT_HIGHLIGHT" val="0"/>
  <p:tag name="KSO_WM_UNIT_COMPATIBLE" val="0"/>
  <p:tag name="KSO_WM_UNIT_DIAGRAM_ISNUMVISUAL" val="0"/>
  <p:tag name="KSO_WM_UNIT_DIAGRAM_ISREFERUNIT" val="0"/>
  <p:tag name="KSO_WM_UNIT_TYPE" val="l_h_x"/>
  <p:tag name="KSO_WM_UNIT_INDEX" val="1_2_1"/>
  <p:tag name="KSO_WM_UNIT_ID" val="diagram20233203_1*l_h_x*1_2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746.xml><?xml version="1.0" encoding="utf-8"?>
<p:tagLst xmlns:p="http://schemas.openxmlformats.org/presentationml/2006/main">
  <p:tag name="KSO_WM_BEAUTIFY_FLAG" val=""/>
</p:tagLst>
</file>

<file path=ppt/tags/tag747.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40492831_1*f*1"/>
  <p:tag name="KSO_WM_TEMPLATE_CATEGORY" val="custom"/>
  <p:tag name="KSO_WM_TEMPLATE_INDEX" val="40492831"/>
  <p:tag name="KSO_WM_UNIT_LAYERLEVEL" val="1"/>
  <p:tag name="KSO_WM_TAG_VERSION" val="3.0"/>
  <p:tag name="KSO_WM_BEAUTIFY_FLAG" val="#wm#"/>
  <p:tag name="KSO_WM_UNIT_PRESET_TEXT" val="单击添加正文，文字是您思想的提炼，为了最终演示发布的良好效果，请言简意赅的阐述观点。&#10;根据需要可酌情增减文字，以便观者可以准确理解您所传达的信息。单击此处输入你的正文，文字是您思想的提炼，为了最终演示发布的良好效果，请尽量言简意赅的阐述观点。根据需要可酌情增减文字，以便观者理解您所传达的信息。"/>
  <p:tag name="KSO_WM_UNIT_TEXT_TYPE" val="1"/>
</p:tagLst>
</file>

<file path=ppt/tags/tag748.xml><?xml version="1.0" encoding="utf-8"?>
<p:tagLst xmlns:p="http://schemas.openxmlformats.org/presentationml/2006/main">
  <p:tag name="KSO_WM_UNIT_PICTURE_SUBTYPE" val="b"/>
  <p:tag name="KSO_WM_UNIT_VALUE" val="1469*2080"/>
  <p:tag name="KSO_WM_UNIT_HIGHLIGHT" val="0"/>
  <p:tag name="KSO_WM_UNIT_COMPATIBLE" val="0"/>
  <p:tag name="KSO_WM_UNIT_DIAGRAM_ISNUMVISUAL" val="0"/>
  <p:tag name="KSO_WM_UNIT_DIAGRAM_ISREFERUNIT" val="0"/>
  <p:tag name="KSO_WM_UNIT_TYPE" val="d"/>
  <p:tag name="KSO_WM_UNIT_INDEX" val="1"/>
  <p:tag name="KSO_WM_UNIT_ID" val="custom40492831_1*d*1"/>
  <p:tag name="KSO_WM_TEMPLATE_CATEGORY" val="custom"/>
  <p:tag name="KSO_WM_TEMPLATE_INDEX" val="40492831"/>
  <p:tag name="KSO_WM_UNIT_LAYERLEVEL" val="1"/>
  <p:tag name="KSO_WM_TAG_VERSION" val="3.0"/>
  <p:tag name="KSO_WM_BEAUTIFY_FLAG" val="#wm#"/>
</p:tagLst>
</file>

<file path=ppt/tags/tag749.xml><?xml version="1.0" encoding="utf-8"?>
<p:tagLst xmlns:p="http://schemas.openxmlformats.org/presentationml/2006/main">
  <p:tag name="KSO_WM_SLIDE_ID" val="custom40492831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40492831"/>
  <p:tag name="KSO_WM_SLIDE_TYPE" val="text"/>
  <p:tag name="KSO_WM_SLIDE_SUBTYPE" val="diag"/>
  <p:tag name="KSO_WM_SLIDE_SIZE" val="901*416"/>
  <p:tag name="KSO_WM_SLIDE_POSITION" val="29*61"/>
  <p:tag name="KSO_WM_SLIDE_LAYOUT" val="d_f"/>
  <p:tag name="KSO_WM_SLIDE_LAYOUT_CNT" val="1_1"/>
  <p:tag name="KSO_WM_SPECIAL_SOURCE" val="bdnull"/>
</p:tagLst>
</file>

<file path=ppt/tags/tag750.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1_4"/>
  <p:tag name="KSO_WM_TEMPLATE_CATEGORY" val="diagram"/>
  <p:tag name="KSO_WM_TEMPLATE_INDEX" val="20233205"/>
  <p:tag name="KSO_WM_UNIT_LAYERLEVEL" val="1_1_1"/>
  <p:tag name="KSO_WM_TAG_VERSION" val="3.0"/>
  <p:tag name="KSO_WM_DIAGRAM_GROUP_CODE" val="l1-1"/>
  <p:tag name="KSO_WM_UNIT_TYPE" val="l_h_i"/>
  <p:tag name="KSO_WM_UNIT_INDEX" val="1_1_4"/>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
</p:tagLst>
</file>

<file path=ppt/tags/tag751.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2_4"/>
  <p:tag name="KSO_WM_TEMPLATE_CATEGORY" val="diagram"/>
  <p:tag name="KSO_WM_TEMPLATE_INDEX" val="20233205"/>
  <p:tag name="KSO_WM_UNIT_LAYERLEVEL" val="1_1_1"/>
  <p:tag name="KSO_WM_TAG_VERSION" val="3.0"/>
  <p:tag name="KSO_WM_DIAGRAM_GROUP_CODE" val="l1-1"/>
  <p:tag name="KSO_WM_UNIT_TYPE" val="l_h_i"/>
  <p:tag name="KSO_WM_UNIT_INDEX" val="1_2_4"/>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
</p:tagLst>
</file>

<file path=ppt/tags/tag752.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f*1_1_1"/>
  <p:tag name="KSO_WM_TEMPLATE_CATEGORY" val="diagram"/>
  <p:tag name="KSO_WM_TEMPLATE_INDEX" val="20233205"/>
  <p:tag name="KSO_WM_UNIT_LAYERLEVEL" val="1_1_1"/>
  <p:tag name="KSO_WM_TAG_VERSION" val="3.0"/>
  <p:tag name="KSO_WM_UNIT_SUBTYPE" val="a"/>
  <p:tag name="KSO_WM_UNIT_NOCLEAR" val="0"/>
  <p:tag name="KSO_WM_DIAGRAM_GROUP_CODE" val="l1-1"/>
  <p:tag name="KSO_WM_UNIT_TYPE" val="l_h_f"/>
  <p:tag name="KSO_WM_UNIT_INDEX" val="1_1_1"/>
  <p:tag name="KSO_WM_UNIT_VALUE" val="144"/>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 name="KSO_WM_DIAGRAM_USE_COLOR_VALUE" val="{&quot;color_scheme&quot;:1,&quot;color_type&quot;:1,&quot;theme_color_indexes&quot;:[]}"/>
</p:tagLst>
</file>

<file path=ppt/tags/tag75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05_2*l_h_a*1_1_1"/>
  <p:tag name="KSO_WM_TEMPLATE_CATEGORY" val="diagram"/>
  <p:tag name="KSO_WM_TEMPLATE_INDEX" val="20233205"/>
  <p:tag name="KSO_WM_UNIT_LAYERLEVEL" val="1_1_1"/>
  <p:tag name="KSO_WM_TAG_VERSION" val="3.0"/>
  <p:tag name="KSO_WM_UNIT_TEXT_FILL_FORE_SCHEMECOLOR_INDEX_BRIGHTNESS" val="0.15"/>
  <p:tag name="KSO_WM_DIAGRAM_GROUP_CODE" val="l1-1"/>
  <p:tag name="KSO_WM_DIAGRAM_VIRTUALLY_FRAME" val="{&quot;height&quot;:376.54998779296875,&quot;width&quot;:846.5499877929688}"/>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 name="KSO_WM_DIAGRAM_USE_COLOR_VALUE" val="{&quot;color_scheme&quot;:1,&quot;color_type&quot;:1,&quot;theme_color_indexes&quot;:[]}"/>
</p:tagLst>
</file>

<file path=ppt/tags/tag754.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f*1_2_1"/>
  <p:tag name="KSO_WM_TEMPLATE_CATEGORY" val="diagram"/>
  <p:tag name="KSO_WM_TEMPLATE_INDEX" val="20233205"/>
  <p:tag name="KSO_WM_UNIT_LAYERLEVEL" val="1_1_1"/>
  <p:tag name="KSO_WM_TAG_VERSION" val="3.0"/>
  <p:tag name="KSO_WM_UNIT_SUBTYPE" val="a"/>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136"/>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 name="KSO_WM_DIAGRAM_USE_COLOR_VALUE" val="{&quot;color_scheme&quot;:1,&quot;color_type&quot;:1,&quot;theme_color_indexes&quot;:[]}"/>
</p:tagLst>
</file>

<file path=ppt/tags/tag75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05_2*l_h_a*1_2_1"/>
  <p:tag name="KSO_WM_TEMPLATE_CATEGORY" val="diagram"/>
  <p:tag name="KSO_WM_TEMPLATE_INDEX" val="20233205"/>
  <p:tag name="KSO_WM_UNIT_LAYERLEVEL" val="1_1_1"/>
  <p:tag name="KSO_WM_TAG_VERSION" val="3.0"/>
  <p:tag name="KSO_WM_UNIT_TEXT_FILL_FORE_SCHEMECOLOR_INDEX_BRIGHTNESS" val="0.15"/>
  <p:tag name="KSO_WM_DIAGRAM_GROUP_CODE" val="l1-1"/>
  <p:tag name="KSO_WM_DIAGRAM_VIRTUALLY_FRAME" val="{&quot;height&quot;:376.54998779296875,&quot;width&quot;:846.5499877929688}"/>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 name="KSO_WM_DIAGRAM_USE_COLOR_VALUE" val="{&quot;color_scheme&quot;:1,&quot;color_type&quot;:1,&quot;theme_color_indexes&quot;:[]}"/>
</p:tagLst>
</file>

<file path=ppt/tags/tag756.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3_4"/>
  <p:tag name="KSO_WM_TEMPLATE_CATEGORY" val="diagram"/>
  <p:tag name="KSO_WM_TEMPLATE_INDEX" val="20233205"/>
  <p:tag name="KSO_WM_UNIT_LAYERLEVEL" val="1_1_1"/>
  <p:tag name="KSO_WM_TAG_VERSION" val="3.0"/>
  <p:tag name="KSO_WM_DIAGRAM_GROUP_CODE" val="l1-1"/>
  <p:tag name="KSO_WM_UNIT_TYPE" val="l_h_i"/>
  <p:tag name="KSO_WM_UNIT_INDEX" val="1_3_4"/>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
</p:tagLst>
</file>

<file path=ppt/tags/tag757.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f*1_3_1"/>
  <p:tag name="KSO_WM_TEMPLATE_CATEGORY" val="diagram"/>
  <p:tag name="KSO_WM_TEMPLATE_INDEX" val="20233205"/>
  <p:tag name="KSO_WM_UNIT_LAYERLEVEL" val="1_1_1"/>
  <p:tag name="KSO_WM_TAG_VERSION" val="3.0"/>
  <p:tag name="KSO_WM_UNIT_SUBTYPE" val="a"/>
  <p:tag name="KSO_WM_UNIT_NOCLEAR" val="0"/>
  <p:tag name="KSO_WM_DIAGRAM_GROUP_CODE" val="l1-1"/>
  <p:tag name="KSO_WM_UNIT_TYPE" val="l_h_f"/>
  <p:tag name="KSO_WM_UNIT_INDEX" val="1_3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136"/>
  <p:tag name="KSO_WM_BEAUTIFY_FLAG" val="#wm#"/>
  <p:tag name="KSO_WM_UNIT_PRESET_TEXT" val="单击此处添加文本，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 name="KSO_WM_DIAGRAM_USE_COLOR_VALUE" val="{&quot;color_scheme&quot;:1,&quot;color_type&quot;:1,&quot;theme_color_indexes&quot;:[]}"/>
</p:tagLst>
</file>

<file path=ppt/tags/tag75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205_2*l_h_a*1_3_1"/>
  <p:tag name="KSO_WM_TEMPLATE_CATEGORY" val="diagram"/>
  <p:tag name="KSO_WM_TEMPLATE_INDEX" val="20233205"/>
  <p:tag name="KSO_WM_UNIT_LAYERLEVEL" val="1_1_1"/>
  <p:tag name="KSO_WM_TAG_VERSION" val="3.0"/>
  <p:tag name="KSO_WM_UNIT_TEXT_FILL_FORE_SCHEMECOLOR_INDEX_BRIGHTNESS" val="0.15"/>
  <p:tag name="KSO_WM_DIAGRAM_GROUP_CODE" val="l1-1"/>
  <p:tag name="KSO_WM_DIAGRAM_VIRTUALLY_FRAME" val="{&quot;height&quot;:376.54998779296875,&quot;width&quot;:846.5499877929688}"/>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 name="KSO_WM_DIAGRAM_USE_COLOR_VALUE" val="{&quot;color_scheme&quot;:1,&quot;color_type&quot;:1,&quot;theme_color_indexes&quot;:[]}"/>
</p:tagLst>
</file>

<file path=ppt/tags/tag759.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1_1"/>
  <p:tag name="KSO_WM_TEMPLATE_CATEGORY" val="diagram"/>
  <p:tag name="KSO_WM_TEMPLATE_INDEX" val="20233205"/>
  <p:tag name="KSO_WM_UNIT_LAYERLEVEL" val="1_1_1"/>
  <p:tag name="KSO_WM_TAG_VERSION" val="3.0"/>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
</p:tagLst>
</file>

<file path=ppt/tags/tag760.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2_1"/>
  <p:tag name="KSO_WM_TEMPLATE_CATEGORY" val="diagram"/>
  <p:tag name="KSO_WM_TEMPLATE_INDEX" val="20233205"/>
  <p:tag name="KSO_WM_UNIT_LAYERLEVEL" val="1_1_1"/>
  <p:tag name="KSO_WM_TAG_VERSION" val="3.0"/>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
</p:tagLst>
</file>

<file path=ppt/tags/tag761.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3_1"/>
  <p:tag name="KSO_WM_TEMPLATE_CATEGORY" val="diagram"/>
  <p:tag name="KSO_WM_TEMPLATE_INDEX" val="20233205"/>
  <p:tag name="KSO_WM_UNIT_LAYERLEVEL" val="1_1_1"/>
  <p:tag name="KSO_WM_TAG_VERSION" val="3.0"/>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
</p:tagLst>
</file>

<file path=ppt/tags/tag762.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1_3"/>
  <p:tag name="KSO_WM_TEMPLATE_CATEGORY" val="diagram"/>
  <p:tag name="KSO_WM_TEMPLATE_INDEX" val="20233205"/>
  <p:tag name="KSO_WM_UNIT_LAYERLEVEL" val="1_1_1"/>
  <p:tag name="KSO_WM_TAG_VERSION" val="3.0"/>
  <p:tag name="KSO_WM_DIAGRAM_GROUP_CODE" val="l1-1"/>
  <p:tag name="KSO_WM_UNIT_TYPE" val="l_h_i"/>
  <p:tag name="KSO_WM_UNIT_INDEX" val="1_1_3"/>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763.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1_2"/>
  <p:tag name="KSO_WM_TEMPLATE_CATEGORY" val="diagram"/>
  <p:tag name="KSO_WM_TEMPLATE_INDEX" val="20233205"/>
  <p:tag name="KSO_WM_UNIT_LAYERLEVEL" val="1_1_1"/>
  <p:tag name="KSO_WM_TAG_VERSION" val="3.0"/>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764.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2_3"/>
  <p:tag name="KSO_WM_TEMPLATE_CATEGORY" val="diagram"/>
  <p:tag name="KSO_WM_TEMPLATE_INDEX" val="20233205"/>
  <p:tag name="KSO_WM_UNIT_LAYERLEVEL" val="1_1_1"/>
  <p:tag name="KSO_WM_TAG_VERSION" val="3.0"/>
  <p:tag name="KSO_WM_DIAGRAM_GROUP_CODE" val="l1-1"/>
  <p:tag name="KSO_WM_UNIT_TYPE" val="l_h_i"/>
  <p:tag name="KSO_WM_UNIT_INDEX" val="1_2_3"/>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765.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2_2"/>
  <p:tag name="KSO_WM_TEMPLATE_CATEGORY" val="diagram"/>
  <p:tag name="KSO_WM_TEMPLATE_INDEX" val="20233205"/>
  <p:tag name="KSO_WM_UNIT_LAYERLEVEL" val="1_1_1"/>
  <p:tag name="KSO_WM_TAG_VERSION" val="3.0"/>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766.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3_3"/>
  <p:tag name="KSO_WM_TEMPLATE_CATEGORY" val="diagram"/>
  <p:tag name="KSO_WM_TEMPLATE_INDEX" val="20233205"/>
  <p:tag name="KSO_WM_UNIT_LAYERLEVEL" val="1_1_1"/>
  <p:tag name="KSO_WM_TAG_VERSION" val="3.0"/>
  <p:tag name="KSO_WM_DIAGRAM_GROUP_CODE" val="l1-1"/>
  <p:tag name="KSO_WM_UNIT_TYPE" val="l_h_i"/>
  <p:tag name="KSO_WM_UNIT_INDEX" val="1_3_3"/>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767.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3_2"/>
  <p:tag name="KSO_WM_TEMPLATE_CATEGORY" val="diagram"/>
  <p:tag name="KSO_WM_TEMPLATE_INDEX" val="20233205"/>
  <p:tag name="KSO_WM_UNIT_LAYERLEVEL" val="1_1_1"/>
  <p:tag name="KSO_WM_TAG_VERSION" val="3.0"/>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768.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x*1_1_1"/>
  <p:tag name="KSO_WM_TEMPLATE_CATEGORY" val="diagram"/>
  <p:tag name="KSO_WM_TEMPLATE_INDEX" val="20233205"/>
  <p:tag name="KSO_WM_UNIT_LAYERLEVEL" val="1_1_1"/>
  <p:tag name="KSO_WM_TAG_VERSION" val="3.0"/>
  <p:tag name="KSO_WM_UNIT_VALUE" val="59*71"/>
  <p:tag name="KSO_WM_DIAGRAM_GROUP_CODE" val="l1-1"/>
  <p:tag name="KSO_WM_UNIT_TYPE" val="l_h_x"/>
  <p:tag name="KSO_WM_UNIT_INDEX" val="1_1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 name="KSO_WM_DIAGRAM_USE_COLOR_VALUE" val="{&quot;color_scheme&quot;:1,&quot;color_type&quot;:1,&quot;theme_color_indexes&quot;:[]}"/>
</p:tagLst>
</file>

<file path=ppt/tags/tag769.xml><?xml version="1.0" encoding="utf-8"?>
<p:tagLst xmlns:p="http://schemas.openxmlformats.org/presentationml/2006/main">
  <p:tag name="KSO_WM_DIAGRAM_VIRTUALLY_FRAME" val="{&quot;height&quot;:376.54998779296875,&quot;width&quot;:846.5499877929688}"/>
  <p:tag name="KSO_WM_UNIT_VALUE" val="90*85"/>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3205_2*l_h_x*1_2_1"/>
  <p:tag name="KSO_WM_TEMPLATE_CATEGORY" val="diagram"/>
  <p:tag name="KSO_WM_TEMPLATE_INDEX" val="20233205"/>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 name="KSO_WM_DIAGRAM_USE_COLOR_VALUE" val="{&quot;color_scheme&quot;:1,&quot;color_type&quot;:1,&quot;theme_color_indexes&quot;:[]}"/>
</p:tagLst>
</file>

<file path=ppt/tags/tag770.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x*1_3_1"/>
  <p:tag name="KSO_WM_TEMPLATE_CATEGORY" val="diagram"/>
  <p:tag name="KSO_WM_TEMPLATE_INDEX" val="20233205"/>
  <p:tag name="KSO_WM_UNIT_LAYERLEVEL" val="1_1_1"/>
  <p:tag name="KSO_WM_TAG_VERSION" val="3.0"/>
  <p:tag name="KSO_WM_UNIT_VALUE" val="22*22"/>
  <p:tag name="KSO_WM_DIAGRAM_GROUP_CODE" val="l1-1"/>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 name="KSO_WM_DIAGRAM_USE_COLOR_VALUE" val="{&quot;color_scheme&quot;:1,&quot;color_type&quot;:1,&quot;theme_color_indexes&quot;:[]}"/>
</p:tagLst>
</file>

<file path=ppt/tags/tag771.xml><?xml version="1.0" encoding="utf-8"?>
<p:tagLst xmlns:p="http://schemas.openxmlformats.org/presentationml/2006/main">
  <p:tag name="$PH_EXT" val="2"/>
  <p:tag name="KSO_WM_BEAUTIFY_FLAG" val="#wm#"/>
  <p:tag name="KSO_WM_FIGMA_FLAG" val="#fgm#"/>
  <p:tag name="KSO_WM_UNIT_INDEX" val="2"/>
  <p:tag name="KSO_WM_UNIT_TYPE" val="i"/>
  <p:tag name="KSO_WM_UNIT_ID" val="_10*i*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772.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0372150f3ab07ae18ba4ec6509ebc386062b9ec7"/>
  <p:tag name="KSO_WM_NEWLAYOUT_ID" val="2109"/>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773.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774.xml><?xml version="1.0" encoding="utf-8"?>
<p:tagLst xmlns:p="http://schemas.openxmlformats.org/presentationml/2006/main">
  <p:tag name="KSO_WM_SLIDE_CONTENT_ORIENTATION" val="left"/>
  <p:tag name="KSO_WM_SLIDE_HAS_MASK" val="1"/>
  <p:tag name="KSO_WM_SLIDE_ITEM_CNT" val="0"/>
  <p:tag name="KSO_WM_SLIDE_TYPE" val="sectionTitle"/>
  <p:tag name="KSO_WM_TEMPLATE_SUBCATEGORY" val="29"/>
  <p:tag name="KSO_WM_BEAUTIFY_FLAG" val="#wm#"/>
  <p:tag name="KSO_WM_TEMPLATE_SLIDE_ID" val="slide_8634cd33b2c05368"/>
  <p:tag name="KSO_WM_TEMPLATE_INDEX" val="40480806"/>
  <p:tag name="KSO_WM_TEMPLATE_CATEGORY" val="custom"/>
  <p:tag name="KSO_WM_SLIDE_INDEX" val="3"/>
  <p:tag name="KSO_WM_SLIDE_ID" val="custom40480806_7"/>
  <p:tag name="KSO_WM_TEMPLATE_MASTER_TYPE" val="0"/>
  <p:tag name="KSO_WM_SLIDE_LAYOUT" val="a_e_i"/>
  <p:tag name="KSO_WM_SLIDE_LAYOUT_CNT" val="1_1_1"/>
  <p:tag name="KSO_WM_TAG_VERSION" val="3.0"/>
</p:tagLst>
</file>

<file path=ppt/tags/tag775.xml><?xml version="1.0" encoding="utf-8"?>
<p:tagLst xmlns:p="http://schemas.openxmlformats.org/presentationml/2006/main">
  <p:tag name="KSO_WM_BEAUTIFY_FLAG" val="#fgm#"/>
  <p:tag name="KSO_WM_FIGMA_FLAG" val="#fgm#"/>
  <p:tag name="KSO_WM_UNIT_INDEX" val="1"/>
  <p:tag name="KSO_WM_UNIT_TYPE" val="a"/>
  <p:tag name="KSO_WM_LAYOUT_CHECK_HASH" val="ebed69746c82bdd4848c758a3580a8255715e308"/>
  <p:tag name="KSO_WM_NEWLAYOUT_GROUP_ID" val="layout_51"/>
  <p:tag name="KSO_WM_NEWLAYOUT_ID" val="slide_95ca0f44177c2950"/>
  <p:tag name="KSO_WM_UNIT_PRESET_TEXT" val="单击此处添加标题"/>
</p:tagLst>
</file>

<file path=ppt/tags/tag776.xml><?xml version="1.0" encoding="utf-8"?>
<p:tagLst xmlns:p="http://schemas.openxmlformats.org/presentationml/2006/main">
  <p:tag name="KSO_WM_BEAUTIFY_FLAG" val="#fgm#"/>
  <p:tag name="KSO_WM_FIGMA_FLAG" val="#fgm#"/>
  <p:tag name="KSO_WM_UNIT_INDEX" val="1"/>
  <p:tag name="KSO_WM_UNIT_TYPE" val="d"/>
</p:tagLst>
</file>

<file path=ppt/tags/tag77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77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77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78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781.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35270"/>
  <p:tag name="KSO_WM_TEMPLATE_SLIDE_ID" val="slide_95ca0f44177c2950"/>
</p:tagLst>
</file>

<file path=ppt/tags/tag7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868_2*l_h_i*1_1_2"/>
  <p:tag name="KSO_WM_TEMPLATE_CATEGORY" val="diagram"/>
  <p:tag name="KSO_WM_TEMPLATE_INDEX" val="20231868"/>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372.3103942871094,&quot;left&quot;:54.803149606299215,&quot;top&quot;:115.89795246274453,&quot;width&quot;:850.4468503937009}"/>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78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868_2*l_h_f*1_1_1"/>
  <p:tag name="KSO_WM_TEMPLATE_CATEGORY" val="diagram"/>
  <p:tag name="KSO_WM_TEMPLATE_INDEX" val="202318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2.3103942871094,&quot;left&quot;:54.803149606299215,&quot;top&quot;:115.89795246274453,&quot;width&quot;:850.446850393700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以便观者准确地理解您传达的思想。单击此处添加文本具体内容，简明扼要地阐述您的内容观点。"/>
  <p:tag name="KSO_WM_UNIT_TEXT_FILL_FORE_SCHEMECOLOR_INDEX" val="1"/>
  <p:tag name="KSO_WM_UNIT_TEXT_FILL_TYPE" val="1"/>
  <p:tag name="KSO_WM_UNIT_TEXT_TYPE" val="1"/>
  <p:tag name="KSO_WM_UNIT_USESOURCEFORMAT_APPLY" val="0"/>
</p:tagLst>
</file>

<file path=ppt/tags/tag78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868_2*l_h_a*1_1_1"/>
  <p:tag name="KSO_WM_TEMPLATE_CATEGORY" val="diagram"/>
  <p:tag name="KSO_WM_TEMPLATE_INDEX" val="202318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2.3103942871094,&quot;left&quot;:54.803149606299215,&quot;top&quot;:115.89795246274453,&quot;width&quot;:850.446850393700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UNIT_TEXT_TYPE" val="1"/>
  <p:tag name="KSO_WM_UNIT_USESOURCEFORMAT_APPLY" val="0"/>
</p:tagLst>
</file>

<file path=ppt/tags/tag7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868_2*l_h_i*1_2_2"/>
  <p:tag name="KSO_WM_TEMPLATE_CATEGORY" val="diagram"/>
  <p:tag name="KSO_WM_TEMPLATE_INDEX" val="20231868"/>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372.3103942871094,&quot;left&quot;:54.803149606299215,&quot;top&quot;:115.89795246274453,&quot;width&quot;:850.4468503937009}"/>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78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868_2*l_h_f*1_2_1"/>
  <p:tag name="KSO_WM_TEMPLATE_CATEGORY" val="diagram"/>
  <p:tag name="KSO_WM_TEMPLATE_INDEX" val="202318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2.3103942871094,&quot;left&quot;:54.803149606299215,&quot;top&quot;:115.89795246274453,&quot;width&quot;:850.446850393700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以便观者准确地理解您传达的思想。单击此处添加文本具体内容，简明扼要地阐述您的内容观点。"/>
  <p:tag name="KSO_WM_UNIT_TEXT_FILL_FORE_SCHEMECOLOR_INDEX" val="1"/>
  <p:tag name="KSO_WM_UNIT_TEXT_FILL_TYPE" val="1"/>
  <p:tag name="KSO_WM_UNIT_TEXT_TYPE" val="1"/>
  <p:tag name="KSO_WM_UNIT_USESOURCEFORMAT_APPLY" val="0"/>
</p:tagLst>
</file>

<file path=ppt/tags/tag78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868_2*l_h_a*1_2_1"/>
  <p:tag name="KSO_WM_TEMPLATE_CATEGORY" val="diagram"/>
  <p:tag name="KSO_WM_TEMPLATE_INDEX" val="202318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2.3103942871094,&quot;left&quot;:54.803149606299215,&quot;top&quot;:115.89795246274453,&quot;width&quot;:850.446850393700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UNIT_TEXT_TYPE" val="1"/>
  <p:tag name="KSO_WM_UNIT_USESOURCEFORMAT_APPLY" val="0"/>
</p:tagLst>
</file>

<file path=ppt/tags/tag7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868_2*l_h_i*1_3_2"/>
  <p:tag name="KSO_WM_TEMPLATE_CATEGORY" val="diagram"/>
  <p:tag name="KSO_WM_TEMPLATE_INDEX" val="20231868"/>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372.3103942871094,&quot;left&quot;:54.803149606299215,&quot;top&quot;:115.89795246274453,&quot;width&quot;:850.4468503937009}"/>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78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868_2*l_h_f*1_3_1"/>
  <p:tag name="KSO_WM_TEMPLATE_CATEGORY" val="diagram"/>
  <p:tag name="KSO_WM_TEMPLATE_INDEX" val="202318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2.3103942871094,&quot;left&quot;:54.803149606299215,&quot;top&quot;:115.89795246274453,&quot;width&quot;:850.446850393700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以便观者准确地理解您传达的思想。单击此处添加文本具体内容，简明扼要地阐述您的内容观点。"/>
  <p:tag name="KSO_WM_UNIT_TEXT_FILL_FORE_SCHEMECOLOR_INDEX" val="1"/>
  <p:tag name="KSO_WM_UNIT_TEXT_FILL_TYPE" val="1"/>
  <p:tag name="KSO_WM_UNIT_TEXT_TYPE" val="1"/>
  <p:tag name="KSO_WM_UNIT_USESOURCEFORMAT_APPLY" val="0"/>
</p:tagLst>
</file>

<file path=ppt/tags/tag79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868_2*l_h_a*1_3_1"/>
  <p:tag name="KSO_WM_TEMPLATE_CATEGORY" val="diagram"/>
  <p:tag name="KSO_WM_TEMPLATE_INDEX" val="2023186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2.3103942871094,&quot;left&quot;:54.803149606299215,&quot;top&quot;:115.89795246274453,&quot;width&quot;:850.446850393700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UNIT_TEXT_TYPE" val="1"/>
  <p:tag name="KSO_WM_UNIT_USESOURCEFORMAT_APPLY" val="0"/>
</p:tagLst>
</file>

<file path=ppt/tags/tag7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68_2*l_h_i*1_1_1"/>
  <p:tag name="KSO_WM_TEMPLATE_CATEGORY" val="diagram"/>
  <p:tag name="KSO_WM_TEMPLATE_INDEX" val="20231868"/>
  <p:tag name="KSO_WM_UNIT_LAYERLEVEL" val="1_1_1"/>
  <p:tag name="KSO_WM_TAG_VERSION" val="3.0"/>
  <p:tag name="KSO_WM_BEAUTIFY_FLAG" val="#wm#"/>
  <p:tag name="KSO_WM_DIAGRAM_VERSION" val="3"/>
  <p:tag name="KSO_WM_DIAGRAM_COLOR_TRICK" val="1"/>
  <p:tag name="KSO_WM_DIAGRAM_COLOR_TEXT_CAN_REMOVE" val="n"/>
  <p:tag name="KSO_WM_UNIT_SUBTYPE" val="d"/>
  <p:tag name="KSO_WM_UNIT_TYPE" val="l_h_i"/>
  <p:tag name="KSO_WM_UNIT_INDEX" val="1_1_1"/>
  <p:tag name="KSO_WM_DIAGRAM_MAX_ITEMCNT" val="4"/>
  <p:tag name="KSO_WM_DIAGRAM_MIN_ITEMCNT" val="2"/>
  <p:tag name="KSO_WM_DIAGRAM_VIRTUALLY_FRAME" val="{&quot;height&quot;:372.3103942871094,&quot;left&quot;:54.803149606299215,&quot;top&quot;:115.89795246274453,&quot;width&quot;:850.446850393700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6000000238418579,&quot;colorType&quot;:1,&quot;foreColorIndex&quot;:5,&quot;pos&quot;:0,&quot;transparency&quot;:0},{&quot;brightness&quot;:0,&quot;colorType&quot;:1,&quot;foreColorIndex&quot;:5,&quot;pos&quot;:0.7200000286102295,&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3"/>
  <p:tag name="KSO_WM_UNIT_TEXT_FILL_TYPE" val="3"/>
  <p:tag name="KSO_WM_UNIT_USESOURCEFORMAT_APPLY" val="0"/>
</p:tagLst>
</file>

<file path=ppt/tags/tag7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68_2*l_h_i*1_2_1"/>
  <p:tag name="KSO_WM_TEMPLATE_CATEGORY" val="diagram"/>
  <p:tag name="KSO_WM_TEMPLATE_INDEX" val="20231868"/>
  <p:tag name="KSO_WM_UNIT_LAYERLEVEL" val="1_1_1"/>
  <p:tag name="KSO_WM_TAG_VERSION" val="3.0"/>
  <p:tag name="KSO_WM_BEAUTIFY_FLAG" val="#wm#"/>
  <p:tag name="KSO_WM_DIAGRAM_VERSION" val="3"/>
  <p:tag name="KSO_WM_DIAGRAM_COLOR_TRICK" val="1"/>
  <p:tag name="KSO_WM_DIAGRAM_COLOR_TEXT_CAN_REMOVE" val="n"/>
  <p:tag name="KSO_WM_UNIT_SUBTYPE" val="d"/>
  <p:tag name="KSO_WM_UNIT_TYPE" val="l_h_i"/>
  <p:tag name="KSO_WM_UNIT_INDEX" val="1_2_1"/>
  <p:tag name="KSO_WM_DIAGRAM_MAX_ITEMCNT" val="4"/>
  <p:tag name="KSO_WM_DIAGRAM_MIN_ITEMCNT" val="2"/>
  <p:tag name="KSO_WM_DIAGRAM_VIRTUALLY_FRAME" val="{&quot;height&quot;:372.3103942871094,&quot;left&quot;:54.803149606299215,&quot;top&quot;:115.89795246274453,&quot;width&quot;:850.446850393700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6000000238418579,&quot;colorType&quot;:1,&quot;foreColorIndex&quot;:5,&quot;pos&quot;:0,&quot;transparency&quot;:0},{&quot;brightness&quot;:0,&quot;colorType&quot;:1,&quot;foreColorIndex&quot;:5,&quot;pos&quot;:0.7200000286102295,&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3"/>
  <p:tag name="KSO_WM_UNIT_TEXT_FILL_TYPE" val="3"/>
  <p:tag name="KSO_WM_UNIT_USESOURCEFORMAT_APPLY" val="0"/>
</p:tagLst>
</file>

<file path=ppt/tags/tag7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68_2*l_h_i*1_3_1"/>
  <p:tag name="KSO_WM_TEMPLATE_CATEGORY" val="diagram"/>
  <p:tag name="KSO_WM_TEMPLATE_INDEX" val="20231868"/>
  <p:tag name="KSO_WM_UNIT_LAYERLEVEL" val="1_1_1"/>
  <p:tag name="KSO_WM_TAG_VERSION" val="3.0"/>
  <p:tag name="KSO_WM_BEAUTIFY_FLAG" val="#wm#"/>
  <p:tag name="KSO_WM_DIAGRAM_VERSION" val="3"/>
  <p:tag name="KSO_WM_DIAGRAM_COLOR_TRICK" val="1"/>
  <p:tag name="KSO_WM_DIAGRAM_COLOR_TEXT_CAN_REMOVE" val="n"/>
  <p:tag name="KSO_WM_UNIT_SUBTYPE" val="d"/>
  <p:tag name="KSO_WM_UNIT_TYPE" val="l_h_i"/>
  <p:tag name="KSO_WM_UNIT_INDEX" val="1_3_1"/>
  <p:tag name="KSO_WM_DIAGRAM_MAX_ITEMCNT" val="4"/>
  <p:tag name="KSO_WM_DIAGRAM_MIN_ITEMCNT" val="2"/>
  <p:tag name="KSO_WM_DIAGRAM_VIRTUALLY_FRAME" val="{&quot;height&quot;:372.3103942871094,&quot;left&quot;:54.803149606299215,&quot;top&quot;:115.89795246274453,&quot;width&quot;:850.446850393700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6000000238418579,&quot;colorType&quot;:1,&quot;foreColorIndex&quot;:5,&quot;pos&quot;:0,&quot;transparency&quot;:0},{&quot;brightness&quot;:0,&quot;colorType&quot;:1,&quot;foreColorIndex&quot;:5,&quot;pos&quot;:0.7200000286102295,&quot;transparency&quot;:0}],&quot;type&quot;:3},&quot;glow&quot;:{&quot;colorType&quot;:0},&quot;line&quot;:{&quot;type&quot;:0},&quot;shadow&quot;:{&quot;colorType&quot;:0},&quot;threeD&quot;:{&quot;curvedSurface&quot;:{&quot;brightness&quot;:0,&quot;colorType&quot;:2,&quot;rgb&quot;:&quot;#000000&quot;},&quot;depth&quot;:{&quot;colorType&quot;:0}}}}"/>
  <p:tag name="KSO_WM_UNIT_TEXT_FILL_FORE_SCHEMECOLOR_INDEX" val="3"/>
  <p:tag name="KSO_WM_UNIT_TEXT_FILL_TYPE" val="3"/>
  <p:tag name="KSO_WM_UNIT_USESOURCEFORMAT_APPLY" val="0"/>
</p:tagLst>
</file>

<file path=ppt/tags/tag794.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868_2*a*1"/>
  <p:tag name="KSO_WM_TEMPLATE_CATEGORY" val="diagram"/>
  <p:tag name="KSO_WM_TEMPLATE_INDEX" val="20231868"/>
  <p:tag name="KSO_WM_UNIT_LAYERLEVEL" val="1"/>
  <p:tag name="KSO_WM_TAG_VERSION" val="3.0"/>
  <p:tag name="KSO_WM_BEAUTIFY_FLAG" val="#wm#"/>
  <p:tag name="KSO_WM_UNIT_PRESET_TEXT" val="单击此处添加标题"/>
  <p:tag name="KSO_WM_UNIT_TEXT_TYPE" val="1"/>
  <p:tag name="KSO_WM_UNIT_TEXT_FILL_FORE_SCHEMECOLOR_INDEX" val="13"/>
  <p:tag name="KSO_WM_UNIT_TEXT_FILL_TYPE" val="1"/>
  <p:tag name="KSO_WM_UNIT_USESOURCEFORMAT_APPLY" val="0"/>
</p:tagLst>
</file>

<file path=ppt/tags/tag795.xml><?xml version="1.0" encoding="utf-8"?>
<p:tagLst xmlns:p="http://schemas.openxmlformats.org/presentationml/2006/main">
  <p:tag name="KSO_WM_SLIDE_ID" val="diagram20231868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868"/>
  <p:tag name="KSO_WM_SLIDE_TYPE" val="text"/>
  <p:tag name="KSO_WM_SLIDE_SUBTYPE" val="diag"/>
  <p:tag name="KSO_WM_SLIDE_SIZE" val="850.447*332.072"/>
  <p:tag name="KSO_WM_SLIDE_POSITION" val="54.8032*136.017"/>
  <p:tag name="KSO_WM_SLIDE_LAYOUT" val="a_l"/>
  <p:tag name="KSO_WM_SLIDE_LAYOUT_CNT" val="1_1"/>
  <p:tag name="KSO_WM_SPECIAL_SOURCE" val="bdnull"/>
  <p:tag name="KSO_WM_DIAGRAM_GROUP_CODE" val="l1-1"/>
  <p:tag name="KSO_WM_SLIDE_DIAGTYPE" val="l"/>
</p:tagLst>
</file>

<file path=ppt/tags/tag796.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1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3*l_h_f*1_1_1"/>
  <p:tag name="KSO_WM_TEMPLATE_INDEX" val="20231751"/>
  <p:tag name="KSO_WM_TAG_VERSION" val="3.0"/>
  <p:tag name="KSO_WM_DIAGRAM_VERSION" val="3"/>
  <p:tag name="KSO_WM_DIAGRAM_COLOR_TEXT_CAN_REMOVE" val="n"/>
  <p:tag name="KSO_WM_DIAGRAM_MAX_ITEMCNT" val="6"/>
  <p:tag name="KSO_WM_DIAGRAM_VIRTUALLY_FRAME" val="{&quot;height&quot;:388.50079345703125,&quot;left&quot;:54.54150390625,&quot;top&quot;:134.39960327148438,&quot;width&quot;:850.9169921875}"/>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内容，简明扼要地阐述您的观点。根据需要增减文字，以便观者准确地理解您传达的思想"/>
  <p:tag name="KSO_WM_UNIT_LINE_FORE_SCHEMECOLOR_INDEX" val="5"/>
  <p:tag name="KSO_WM_UNIT_TEXT_FILL_FORE_SCHEMECOLOR_INDEX" val="1"/>
  <p:tag name="KSO_WM_UNIT_TEXT_FILL_TYPE" val="1"/>
  <p:tag name="KSO_WM_DIAGRAM_USE_COLOR_VALUE" val="{&quot;color_scheme&quot;:1,&quot;color_type&quot;:1,&quot;theme_color_indexes&quot;:[5,6,5,6,5,6]}"/>
</p:tagLst>
</file>

<file path=ppt/tags/tag79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3*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88.50079345703125,&quot;left&quot;:54.54150390625,&quot;top&quot;:134.39960327148438,&quot;width&quot;:850.9169921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798.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2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3*l_h_f*1_2_1"/>
  <p:tag name="KSO_WM_TEMPLATE_INDEX" val="20231751"/>
  <p:tag name="KSO_WM_TAG_VERSION" val="3.0"/>
  <p:tag name="KSO_WM_DIAGRAM_VERSION" val="3"/>
  <p:tag name="KSO_WM_DIAGRAM_COLOR_TEXT_CAN_REMOVE" val="n"/>
  <p:tag name="KSO_WM_DIAGRAM_MAX_ITEMCNT" val="6"/>
  <p:tag name="KSO_WM_DIAGRAM_VIRTUALLY_FRAME" val="{&quot;height&quot;:388.50079345703125,&quot;left&quot;:54.54150390625,&quot;top&quot;:134.39960327148438,&quot;width&quot;:850.9169921875}"/>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
  <p:tag name="KSO_WM_UNIT_LINE_FORE_SCHEMECOLOR_INDEX" val="5"/>
  <p:tag name="KSO_WM_UNIT_TEXT_FILL_FORE_SCHEMECOLOR_INDEX" val="1"/>
  <p:tag name="KSO_WM_UNIT_TEXT_FILL_TYPE" val="1"/>
  <p:tag name="KSO_WM_DIAGRAM_USE_COLOR_VALUE" val="{&quot;color_scheme&quot;:1,&quot;color_type&quot;:1,&quot;theme_color_indexes&quot;:[5,6,5,6,5,6]}"/>
</p:tagLst>
</file>

<file path=ppt/tags/tag79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51_3*l_h_a*1_2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88.50079345703125,&quot;left&quot;:54.54150390625,&quot;top&quot;:134.39960327148438,&quot;width&quot;:850.9169921875}"/>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6"/>
  <p:tag name="KSO_WM_UNIT_FILL_FORE_SCHEMECOLOR_INDEX_BRIGHTNESS" val="0"/>
  <p:tag name="KSO_WM_DIAGRAM_USE_COLOR_VALUE" val="{&quot;color_scheme&quot;:1,&quot;color_type&quot;:1,&quot;theme_color_indexes&quot;:[5,6,5,6,5,6]}"/>
</p:tagLst>
</file>

<file path=ppt/tags/tag800.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3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3*l_h_f*1_3_1"/>
  <p:tag name="KSO_WM_TEMPLATE_INDEX" val="20231751"/>
  <p:tag name="KSO_WM_TAG_VERSION" val="3.0"/>
  <p:tag name="KSO_WM_DIAGRAM_VERSION" val="3"/>
  <p:tag name="KSO_WM_DIAGRAM_COLOR_TEXT_CAN_REMOVE" val="n"/>
  <p:tag name="KSO_WM_DIAGRAM_MAX_ITEMCNT" val="6"/>
  <p:tag name="KSO_WM_DIAGRAM_VIRTUALLY_FRAME" val="{&quot;height&quot;:388.50079345703125,&quot;left&quot;:54.54150390625,&quot;top&quot;:134.39960327148438,&quot;width&quot;:850.9169921875}"/>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内容，简明扼要地阐述您的观点。根据需要可酌情增减文字，以便观者准确地理解您传达的思想"/>
  <p:tag name="KSO_WM_UNIT_LINE_FORE_SCHEMECOLOR_INDEX" val="5"/>
  <p:tag name="KSO_WM_UNIT_TEXT_FILL_FORE_SCHEMECOLOR_INDEX" val="1"/>
  <p:tag name="KSO_WM_UNIT_TEXT_FILL_TYPE" val="1"/>
  <p:tag name="KSO_WM_DIAGRAM_USE_COLOR_VALUE" val="{&quot;color_scheme&quot;:1,&quot;color_type&quot;:1,&quot;theme_color_indexes&quot;:[5,6,5,6,5,6]}"/>
</p:tagLst>
</file>

<file path=ppt/tags/tag80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751_3*l_h_a*1_3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88.50079345703125,&quot;left&quot;:54.54150390625,&quot;top&quot;:134.39960327148438,&quot;width&quot;:850.9169921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802.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4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3*l_h_f*1_4_1"/>
  <p:tag name="KSO_WM_TEMPLATE_INDEX" val="20231751"/>
  <p:tag name="KSO_WM_TAG_VERSION" val="3.0"/>
  <p:tag name="KSO_WM_DIAGRAM_VERSION" val="3"/>
  <p:tag name="KSO_WM_DIAGRAM_COLOR_TEXT_CAN_REMOVE" val="n"/>
  <p:tag name="KSO_WM_DIAGRAM_MAX_ITEMCNT" val="6"/>
  <p:tag name="KSO_WM_DIAGRAM_VIRTUALLY_FRAME" val="{&quot;height&quot;:388.50079345703125,&quot;left&quot;:54.54150390625,&quot;top&quot;:134.39960327148438,&quot;width&quot;:850.9169921875}"/>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
  <p:tag name="KSO_WM_UNIT_LINE_FORE_SCHEMECOLOR_INDEX" val="5"/>
  <p:tag name="KSO_WM_UNIT_TEXT_FILL_FORE_SCHEMECOLOR_INDEX" val="1"/>
  <p:tag name="KSO_WM_UNIT_TEXT_FILL_TYPE" val="1"/>
  <p:tag name="KSO_WM_DIAGRAM_USE_COLOR_VALUE" val="{&quot;color_scheme&quot;:1,&quot;color_type&quot;:1,&quot;theme_color_indexes&quot;:[5,6,5,6,5,6]}"/>
</p:tagLst>
</file>

<file path=ppt/tags/tag80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751_3*l_h_a*1_4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88.50079345703125,&quot;left&quot;:54.54150390625,&quot;top&quot;:134.39960327148438,&quot;width&quot;:850.9169921875}"/>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6"/>
  <p:tag name="KSO_WM_UNIT_FILL_FORE_SCHEMECOLOR_INDEX_BRIGHTNESS" val="0"/>
  <p:tag name="KSO_WM_DIAGRAM_USE_COLOR_VALUE" val="{&quot;color_scheme&quot;:1,&quot;color_type&quot;:1,&quot;theme_color_indexes&quot;:[5,6,5,6,5,6]}"/>
</p:tagLst>
</file>

<file path=ppt/tags/tag804.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868_2*a*1"/>
  <p:tag name="KSO_WM_TEMPLATE_CATEGORY" val="diagram"/>
  <p:tag name="KSO_WM_TEMPLATE_INDEX" val="20231868"/>
  <p:tag name="KSO_WM_UNIT_LAYERLEVEL" val="1"/>
  <p:tag name="KSO_WM_TAG_VERSION" val="3.0"/>
  <p:tag name="KSO_WM_BEAUTIFY_FLAG" val="#wm#"/>
  <p:tag name="KSO_WM_UNIT_PRESET_TEXT" val="单击此处添加标题"/>
  <p:tag name="KSO_WM_UNIT_TEXT_TYPE" val="1"/>
  <p:tag name="KSO_WM_UNIT_TEXT_FILL_FORE_SCHEMECOLOR_INDEX" val="13"/>
  <p:tag name="KSO_WM_UNIT_TEXT_FILL_TYPE" val="1"/>
  <p:tag name="KSO_WM_UNIT_USESOURCEFORMAT_APPLY" val="0"/>
</p:tagLst>
</file>

<file path=ppt/tags/tag805.xml><?xml version="1.0" encoding="utf-8"?>
<p:tagLst xmlns:p="http://schemas.openxmlformats.org/presentationml/2006/main">
  <p:tag name="KSO_WM_BEAUTIFY_FLAG" val="#wm#"/>
  <p:tag name="KSO_WM_TEMPLATE_CATEGORY" val="custom"/>
  <p:tag name="KSO_WM_TEMPLATE_INDEX" val="40480806"/>
  <p:tag name="resource_record_key" val="{&quot;65&quot;:[40480806],&quot;70&quot;:[3321638]}"/>
</p:tagLst>
</file>

<file path=ppt/tags/tag806.xml><?xml version="1.0" encoding="utf-8"?>
<p:tagLst xmlns:p="http://schemas.openxmlformats.org/presentationml/2006/main">
  <p:tag name="KSO_WM_BEAUTIFY_FLAG" val="#fgm#"/>
  <p:tag name="KSO_WM_FIGMA_FLAG" val="#fgm#"/>
  <p:tag name="KSO_WM_UNIT_INDEX" val="1"/>
  <p:tag name="KSO_WM_UNIT_TYPE" val="a"/>
  <p:tag name="KSO_WM_LAYOUT_CHECK_HASH" val="24da6701cd6177f8bb7ae539d3095ae7dd821511"/>
  <p:tag name="KSO_WM_NEWLAYOUT_GROUP_ID" val="layout_61"/>
  <p:tag name="KSO_WM_NEWLAYOUT_ID" val="slide_bf7182397f2461bd"/>
  <p:tag name="KSO_WM_UNIT_PRESET_TEXT" val="单击此处添加标题"/>
</p:tagLst>
</file>

<file path=ppt/tags/tag807.xml><?xml version="1.0" encoding="utf-8"?>
<p:tagLst xmlns:p="http://schemas.openxmlformats.org/presentationml/2006/main">
  <p:tag name="KSO_WM_BEAUTIFY_FLAG" val="#fgm#"/>
  <p:tag name="KSO_WM_FIGMA_FLAG" val="#fgm#"/>
  <p:tag name="KSO_WM_UNIT_INDEX" val="1"/>
  <p:tag name="KSO_WM_UNIT_TYPE" val="d"/>
</p:tagLst>
</file>

<file path=ppt/tags/tag808.xml><?xml version="1.0" encoding="utf-8"?>
<p:tagLst xmlns:p="http://schemas.openxmlformats.org/presentationml/2006/main">
  <p:tag name="KSO_WM_FIGMA_DECORATION_INDEX" val="17_contentModel"/>
  <p:tag name="$PH_EXT" val="2"/>
  <p:tag name="KSO_WM_BEAUTIFY_FLAG" val="#fgm#"/>
  <p:tag name="KSO_WM_FIGMA_FLAG" val="#fgm#"/>
  <p:tag name="KSO_WM_SYNC_SLIDE_TEXT" val="1"/>
  <p:tag name="KSO_WM_UNIT_INDEX" val="1_1"/>
  <p:tag name="KSO_WM_UNIT_TYPE" val="l_i"/>
  <p:tag name="KSO_WM_UNIT_PRESET_TEXT" val=" "/>
</p:tagLst>
</file>

<file path=ppt/tags/tag80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810.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35270"/>
  <p:tag name="KSO_WM_TEMPLATE_SLIDE_ID" val="slide_bf7182397f2461bd"/>
</p:tagLst>
</file>

<file path=ppt/tags/tag811.xml><?xml version="1.0" encoding="utf-8"?>
<p:tagLst xmlns:p="http://schemas.openxmlformats.org/presentationml/2006/main">
  <p:tag name="KSO_WM_BEAUTIFY_FLAG" val="#fgm#"/>
  <p:tag name="KSO_WM_FIGMA_FLAG" val="#fgm#"/>
  <p:tag name="KSO_WM_UNIT_INDEX" val="1"/>
  <p:tag name="KSO_WM_UNIT_TYPE" val="a"/>
  <p:tag name="KSO_WM_LAYOUT_CHECK_HASH" val="e1c1dab07e495f66fc155bfba91088fa664d9663"/>
  <p:tag name="KSO_WM_NEWLAYOUT_GROUP_ID" val="layout_62"/>
  <p:tag name="KSO_WM_NEWLAYOUT_ID" val="slide_200f6023f42ff4b4"/>
  <p:tag name="KSO_WM_UNIT_PRESET_TEXT" val="单击此处添加标题"/>
</p:tagLst>
</file>

<file path=ppt/tags/tag812.xml><?xml version="1.0" encoding="utf-8"?>
<p:tagLst xmlns:p="http://schemas.openxmlformats.org/presentationml/2006/main">
  <p:tag name="KSO_WM_DIAGRAM_VIRTUALLY_FRAME" val="{&quot;height&quot;:376.0231496062992,&quot;left&quot;:15.06645669291338,&quot;top&quot;:88.87425196850394,&quot;width&quot;:933.6}"/>
</p:tagLst>
</file>

<file path=ppt/tags/tag813.xml><?xml version="1.0" encoding="utf-8"?>
<p:tagLst xmlns:p="http://schemas.openxmlformats.org/presentationml/2006/main">
  <p:tag name="KSO_WM_DIAGRAM_VIRTUALLY_FRAME" val="{&quot;height&quot;:376.0231496062992,&quot;left&quot;:15.06645669291338,&quot;top&quot;:88.87425196850394,&quot;width&quot;:933.6}"/>
</p:tagLst>
</file>

<file path=ppt/tags/tag814.xml><?xml version="1.0" encoding="utf-8"?>
<p:tagLst xmlns:p="http://schemas.openxmlformats.org/presentationml/2006/main">
  <p:tag name="KSO_WM_DIAGRAM_VIRTUALLY_FRAME" val="{&quot;height&quot;:376.0231496062992,&quot;left&quot;:15.06645669291338,&quot;top&quot;:88.87425196850394,&quot;width&quot;:933.6}"/>
</p:tagLst>
</file>

<file path=ppt/tags/tag815.xml><?xml version="1.0" encoding="utf-8"?>
<p:tagLst xmlns:p="http://schemas.openxmlformats.org/presentationml/2006/main">
  <p:tag name="KSO_WM_DIAGRAM_VIRTUALLY_FRAME" val="{&quot;height&quot;:376.0231496062992,&quot;left&quot;:15.06645669291338,&quot;top&quot;:88.87425196850394,&quot;width&quot;:933.6}"/>
</p:tagLst>
</file>

<file path=ppt/tags/tag816.xml><?xml version="1.0" encoding="utf-8"?>
<p:tagLst xmlns:p="http://schemas.openxmlformats.org/presentationml/2006/main">
  <p:tag name="KSO_WM_DIAGRAM_VIRTUALLY_FRAME" val="{&quot;height&quot;:376.0231496062992,&quot;left&quot;:15.06645669291338,&quot;top&quot;:88.87425196850394,&quot;width&quot;:933.6}"/>
</p:tagLst>
</file>

<file path=ppt/tags/tag817.xml><?xml version="1.0" encoding="utf-8"?>
<p:tagLst xmlns:p="http://schemas.openxmlformats.org/presentationml/2006/main">
  <p:tag name="KSO_WM_DIAGRAM_VIRTUALLY_FRAME" val="{&quot;height&quot;:376.0231496062992,&quot;left&quot;:15.06645669291338,&quot;top&quot;:88.87425196850394,&quot;width&quot;:933.6}"/>
</p:tagLst>
</file>

<file path=ppt/tags/tag818.xml><?xml version="1.0" encoding="utf-8"?>
<p:tagLst xmlns:p="http://schemas.openxmlformats.org/presentationml/2006/main">
  <p:tag name="KSO_WM_DIAGRAM_VIRTUALLY_FRAME" val="{&quot;height&quot;:376.0231496062992,&quot;left&quot;:15.06645669291338,&quot;top&quot;:88.87425196850394,&quot;width&quot;:933.6}"/>
</p:tagLst>
</file>

<file path=ppt/tags/tag819.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35270"/>
  <p:tag name="KSO_WM_TEMPLATE_SLIDE_ID" val="slide_200f6023f42ff4b4"/>
</p:tagLst>
</file>

<file path=ppt/tags/tag820.xml><?xml version="1.0" encoding="utf-8"?>
<p:tagLst xmlns:p="http://schemas.openxmlformats.org/presentationml/2006/main">
  <p:tag name="KSO_WM_BEAUTIFY_FLAG" val="#fgm#"/>
  <p:tag name="KSO_WM_FIGMA_FLAG" val="#fgm#"/>
  <p:tag name="KSO_WM_UNIT_INDEX" val="1"/>
  <p:tag name="KSO_WM_UNIT_TYPE" val="a"/>
  <p:tag name="KSO_WM_LAYOUT_CHECK_HASH" val="e1c1dab07e495f66fc155bfba91088fa664d9663"/>
  <p:tag name="KSO_WM_NEWLAYOUT_GROUP_ID" val="layout_62"/>
  <p:tag name="KSO_WM_NEWLAYOUT_ID" val="slide_200f6023f42ff4b4"/>
  <p:tag name="KSO_WM_UNIT_PRESET_TEXT" val="单击此处添加标题"/>
</p:tagLst>
</file>

<file path=ppt/tags/tag82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63_1*l_h_a*1_1_1"/>
  <p:tag name="KSO_WM_TEMPLATE_CATEGORY" val="diagram"/>
  <p:tag name="KSO_WM_TEMPLATE_INDEX" val="20231963"/>
  <p:tag name="KSO_WM_UNIT_LAYERLEVEL" val="1_1_1"/>
  <p:tag name="KSO_WM_TAG_VERSION" val="3.0"/>
  <p:tag name="KSO_WM_UNIT_TEXT_FILL_FORE_SCHEMECOLOR_INDEX_BRIGHTNESS" val="0"/>
  <p:tag name="KSO_WM_UNIT_VALUE" val="13"/>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BEAUTIFY_FLAG" val="#wm#"/>
  <p:tag name="KSO_WM_UNIT_PRESET_TEXT" val="添加标题内容"/>
  <p:tag name="KSO_WM_UNIT_TEXT_FILL_FORE_SCHEMECOLOR_INDEX" val="1"/>
  <p:tag name="KSO_WM_UNIT_TEXT_FILL_TYPE" val="1"/>
  <p:tag name="KSO_WM_DIAGRAM_USE_COLOR_VALUE" val="{&quot;color_scheme&quot;:1,&quot;color_type&quot;:1,&quot;theme_color_indexes&quot;:[5,6,5,6,5,6]}"/>
</p:tagLst>
</file>

<file path=ppt/tags/tag82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63_1*l_h_f*1_1_1"/>
  <p:tag name="KSO_WM_TEMPLATE_CATEGORY" val="diagram"/>
  <p:tag name="KSO_WM_TEMPLATE_INDEX" val="20231963"/>
  <p:tag name="KSO_WM_UNIT_LAYERLEVEL" val="1_1_1"/>
  <p:tag name="KSO_WM_TAG_VERSION" val="3.0"/>
  <p:tag name="KSO_WM_UNIT_TEXT_FILL_FORE_SCHEMECOLOR_INDEX_BRIGHTNESS" val="0.5"/>
  <p:tag name="KSO_WM_UNIT_VALUE" val="60"/>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UNIT_TEXT_LAYER_COUNT" val="1"/>
  <p:tag name="KSO_WM_BEAUTIFY_FLAG" val="#wm#"/>
  <p:tag name="KSO_WM_UNIT_PRESET_TEXT" val="单击此处输入你的项正文，文字是您思想的提炼，单击此处文本"/>
  <p:tag name="KSO_WM_UNIT_TEXT_FILL_FORE_SCHEMECOLOR_INDEX" val="1"/>
  <p:tag name="KSO_WM_UNIT_TEXT_FILL_TYPE" val="1"/>
  <p:tag name="KSO_WM_DIAGRAM_USE_COLOR_VALUE" val="{&quot;color_scheme&quot;:1,&quot;color_type&quot;:1,&quot;theme_color_indexes&quot;:[5,6,5,6,5,6]}"/>
</p:tagLst>
</file>

<file path=ppt/tags/tag8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963_1*l_h_i*1_1_1"/>
  <p:tag name="KSO_WM_TEMPLATE_CATEGORY" val="diagram"/>
  <p:tag name="KSO_WM_TEMPLATE_INDEX" val="20231963"/>
  <p:tag name="KSO_WM_UNIT_LAYERLEVEL" val="1_1_1"/>
  <p:tag name="KSO_WM_TAG_VERSION" val="3.0"/>
  <p:tag name="KSO_WM_UNIT_LINE_FORE_SCHEMECOLOR_INDEX_BRIGHTNESS" val="0"/>
  <p:tag name="KSO_WM_UNIT_LINE_FILL_TYPE" val="2"/>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BEAUTIFY_FLAG" val="#wm#"/>
  <p:tag name="KSO_WM_UNIT_LINE_FORE_SCHEMECOLOR_INDEX" val="5"/>
  <p:tag name="KSO_WM_DIAGRAM_USE_COLOR_VALUE" val="{&quot;color_scheme&quot;:1,&quot;color_type&quot;:1,&quot;theme_color_indexes&quot;:[5,6,5,6,5,6]}"/>
</p:tagLst>
</file>

<file path=ppt/tags/tag8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63_1*l_h_i*1_1_2"/>
  <p:tag name="KSO_WM_TEMPLATE_CATEGORY" val="diagram"/>
  <p:tag name="KSO_WM_TEMPLATE_INDEX" val="20231963"/>
  <p:tag name="KSO_WM_UNIT_LAYERLEVEL" val="1_1_1"/>
  <p:tag name="KSO_WM_TAG_VERSION" val="3.0"/>
  <p:tag name="KSO_WM_UNIT_FILL_FORE_SCHEMECOLOR_INDEX_1_BRIGHTNESS" val="0.6"/>
  <p:tag name="KSO_WM_UNIT_FILL_FORE_SCHEMECOLOR_INDEX_1" val="8"/>
  <p:tag name="KSO_WM_UNIT_FILL_FORE_SCHEMECOLOR_INDEX_1_POS" val="0"/>
  <p:tag name="KSO_WM_UNIT_FILL_FORE_SCHEMECOLOR_INDEX_1_TRANS" val="0"/>
  <p:tag name="KSO_WM_UNIT_FILL_FORE_SCHEMECOLOR_INDEX_2_BRIGHTNESS" val="0.4"/>
  <p:tag name="KSO_WM_UNIT_FILL_FORE_SCHEMECOLOR_INDEX_2" val="8"/>
  <p:tag name="KSO_WM_UNIT_FILL_FORE_SCHEMECOLOR_INDEX_2_POS" val="0.51"/>
  <p:tag name="KSO_WM_UNIT_FILL_FORE_SCHEMECOLOR_INDEX_2_TRANS" val="0"/>
  <p:tag name="KSO_WM_UNIT_FILL_FORE_SCHEMECOLOR_INDEX_3_BRIGHTNESS" val="0"/>
  <p:tag name="KSO_WM_UNIT_FILL_FORE_SCHEMECOLOR_INDEX_3" val="8"/>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8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963_1*l_h_i*1_2_2"/>
  <p:tag name="KSO_WM_TEMPLATE_CATEGORY" val="diagram"/>
  <p:tag name="KSO_WM_TEMPLATE_INDEX" val="20231963"/>
  <p:tag name="KSO_WM_UNIT_LAYERLEVEL" val="1_1_1"/>
  <p:tag name="KSO_WM_TAG_VERSION" val="3.0"/>
  <p:tag name="KSO_WM_UNIT_FILL_FORE_SCHEMECOLOR_INDEX_1_BRIGHTNESS" val="0.6"/>
  <p:tag name="KSO_WM_UNIT_FILL_FORE_SCHEMECOLOR_INDEX_1" val="8"/>
  <p:tag name="KSO_WM_UNIT_FILL_FORE_SCHEMECOLOR_INDEX_1_POS" val="0"/>
  <p:tag name="KSO_WM_UNIT_FILL_FORE_SCHEMECOLOR_INDEX_1_TRANS" val="0"/>
  <p:tag name="KSO_WM_UNIT_FILL_FORE_SCHEMECOLOR_INDEX_2_BRIGHTNESS" val="0.4"/>
  <p:tag name="KSO_WM_UNIT_FILL_FORE_SCHEMECOLOR_INDEX_2" val="8"/>
  <p:tag name="KSO_WM_UNIT_FILL_FORE_SCHEMECOLOR_INDEX_2_POS" val="0.51"/>
  <p:tag name="KSO_WM_UNIT_FILL_FORE_SCHEMECOLOR_INDEX_2_TRANS" val="0"/>
  <p:tag name="KSO_WM_UNIT_FILL_FORE_SCHEMECOLOR_INDEX_3_BRIGHTNESS" val="0"/>
  <p:tag name="KSO_WM_UNIT_FILL_FORE_SCHEMECOLOR_INDEX_3" val="8"/>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8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1963_1*l_h_i*1_4_2"/>
  <p:tag name="KSO_WM_TEMPLATE_CATEGORY" val="diagram"/>
  <p:tag name="KSO_WM_TEMPLATE_INDEX" val="20231963"/>
  <p:tag name="KSO_WM_UNIT_LAYERLEVEL" val="1_1_1"/>
  <p:tag name="KSO_WM_TAG_VERSION" val="3.0"/>
  <p:tag name="KSO_WM_UNIT_FILL_FORE_SCHEMECOLOR_INDEX_1_BRIGHTNESS" val="0.6"/>
  <p:tag name="KSO_WM_UNIT_FILL_FORE_SCHEMECOLOR_INDEX_1" val="8"/>
  <p:tag name="KSO_WM_UNIT_FILL_FORE_SCHEMECOLOR_INDEX_1_POS" val="0"/>
  <p:tag name="KSO_WM_UNIT_FILL_FORE_SCHEMECOLOR_INDEX_1_TRANS" val="0"/>
  <p:tag name="KSO_WM_UNIT_FILL_FORE_SCHEMECOLOR_INDEX_2_BRIGHTNESS" val="0.4"/>
  <p:tag name="KSO_WM_UNIT_FILL_FORE_SCHEMECOLOR_INDEX_2" val="8"/>
  <p:tag name="KSO_WM_UNIT_FILL_FORE_SCHEMECOLOR_INDEX_2_POS" val="0.51"/>
  <p:tag name="KSO_WM_UNIT_FILL_FORE_SCHEMECOLOR_INDEX_2_TRANS" val="0"/>
  <p:tag name="KSO_WM_UNIT_FILL_FORE_SCHEMECOLOR_INDEX_3_BRIGHTNESS" val="0"/>
  <p:tag name="KSO_WM_UNIT_FILL_FORE_SCHEMECOLOR_INDEX_3" val="8"/>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8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963_1*l_h_i*1_3_2"/>
  <p:tag name="KSO_WM_TEMPLATE_CATEGORY" val="diagram"/>
  <p:tag name="KSO_WM_TEMPLATE_INDEX" val="20231963"/>
  <p:tag name="KSO_WM_UNIT_LAYERLEVEL" val="1_1_1"/>
  <p:tag name="KSO_WM_TAG_VERSION" val="3.0"/>
  <p:tag name="KSO_WM_UNIT_FILL_FORE_SCHEMECOLOR_INDEX_1_BRIGHTNESS" val="0.6"/>
  <p:tag name="KSO_WM_UNIT_FILL_FORE_SCHEMECOLOR_INDEX_1" val="8"/>
  <p:tag name="KSO_WM_UNIT_FILL_FORE_SCHEMECOLOR_INDEX_1_POS" val="0"/>
  <p:tag name="KSO_WM_UNIT_FILL_FORE_SCHEMECOLOR_INDEX_1_TRANS" val="0"/>
  <p:tag name="KSO_WM_UNIT_FILL_FORE_SCHEMECOLOR_INDEX_2_BRIGHTNESS" val="0.4"/>
  <p:tag name="KSO_WM_UNIT_FILL_FORE_SCHEMECOLOR_INDEX_2" val="8"/>
  <p:tag name="KSO_WM_UNIT_FILL_FORE_SCHEMECOLOR_INDEX_2_POS" val="0.51"/>
  <p:tag name="KSO_WM_UNIT_FILL_FORE_SCHEMECOLOR_INDEX_2_TRANS" val="0"/>
  <p:tag name="KSO_WM_UNIT_FILL_FORE_SCHEMECOLOR_INDEX_3_BRIGHTNESS" val="0"/>
  <p:tag name="KSO_WM_UNIT_FILL_FORE_SCHEMECOLOR_INDEX_3" val="8"/>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82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1963_1*l_h_a*1_4_1"/>
  <p:tag name="KSO_WM_TEMPLATE_CATEGORY" val="diagram"/>
  <p:tag name="KSO_WM_TEMPLATE_INDEX" val="20231963"/>
  <p:tag name="KSO_WM_UNIT_LAYERLEVEL" val="1_1_1"/>
  <p:tag name="KSO_WM_TAG_VERSION" val="3.0"/>
  <p:tag name="KSO_WM_UNIT_TEXT_FILL_FORE_SCHEMECOLOR_INDEX_BRIGHTNESS" val="0"/>
  <p:tag name="KSO_WM_UNIT_VALUE" val="13"/>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BEAUTIFY_FLAG" val="#wm#"/>
  <p:tag name="KSO_WM_UNIT_PRESET_TEXT" val="添加标题内容"/>
  <p:tag name="KSO_WM_UNIT_TEXT_FILL_FORE_SCHEMECOLOR_INDEX" val="1"/>
  <p:tag name="KSO_WM_UNIT_TEXT_FILL_TYPE" val="1"/>
  <p:tag name="KSO_WM_DIAGRAM_USE_COLOR_VALUE" val="{&quot;color_scheme&quot;:1,&quot;color_type&quot;:1,&quot;theme_color_indexes&quot;:[5,6,5,6,5,6]}"/>
</p:tagLst>
</file>

<file path=ppt/tags/tag82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1963_1*l_h_f*1_4_1"/>
  <p:tag name="KSO_WM_TEMPLATE_CATEGORY" val="diagram"/>
  <p:tag name="KSO_WM_TEMPLATE_INDEX" val="20231963"/>
  <p:tag name="KSO_WM_UNIT_LAYERLEVEL" val="1_1_1"/>
  <p:tag name="KSO_WM_TAG_VERSION" val="3.0"/>
  <p:tag name="KSO_WM_UNIT_TEXT_FILL_FORE_SCHEMECOLOR_INDEX_BRIGHTNESS" val="0.5"/>
  <p:tag name="KSO_WM_UNIT_VALUE" val="60"/>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UNIT_TEXT_LAYER_COUNT" val="1"/>
  <p:tag name="KSO_WM_BEAUTIFY_FLAG" val="#wm#"/>
  <p:tag name="KSO_WM_UNIT_PRESET_TEXT" val="单击此处输入你的项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8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1963_1*l_h_i*1_4_1"/>
  <p:tag name="KSO_WM_TEMPLATE_CATEGORY" val="diagram"/>
  <p:tag name="KSO_WM_TEMPLATE_INDEX" val="20231963"/>
  <p:tag name="KSO_WM_UNIT_LAYERLEVEL" val="1_1_1"/>
  <p:tag name="KSO_WM_TAG_VERSION" val="3.0"/>
  <p:tag name="KSO_WM_UNIT_LINE_FORE_SCHEMECOLOR_INDEX_BRIGHTNESS" val="0"/>
  <p:tag name="KSO_WM_UNIT_LINE_FILL_TYPE" val="2"/>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BEAUTIFY_FLAG" val="#wm#"/>
  <p:tag name="KSO_WM_UNIT_LINE_FORE_SCHEMECOLOR_INDEX" val="5"/>
  <p:tag name="KSO_WM_DIAGRAM_USE_COLOR_VALUE" val="{&quot;color_scheme&quot;:1,&quot;color_type&quot;:1,&quot;theme_color_indexes&quot;:[5,6,5,6,5,6]}"/>
</p:tagLst>
</file>

<file path=ppt/tags/tag83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963_1*l_h_a*1_2_1"/>
  <p:tag name="KSO_WM_TEMPLATE_CATEGORY" val="diagram"/>
  <p:tag name="KSO_WM_TEMPLATE_INDEX" val="20231963"/>
  <p:tag name="KSO_WM_UNIT_LAYERLEVEL" val="1_1_1"/>
  <p:tag name="KSO_WM_TAG_VERSION" val="3.0"/>
  <p:tag name="KSO_WM_UNIT_TEXT_FILL_FORE_SCHEMECOLOR_INDEX_BRIGHTNESS" val="0"/>
  <p:tag name="KSO_WM_UNIT_VALUE" val="13"/>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BEAUTIFY_FLAG" val="#wm#"/>
  <p:tag name="KSO_WM_UNIT_PRESET_TEXT" val="添加标题内容"/>
  <p:tag name="KSO_WM_UNIT_TEXT_FILL_FORE_SCHEMECOLOR_INDEX" val="1"/>
  <p:tag name="KSO_WM_UNIT_TEXT_FILL_TYPE" val="1"/>
  <p:tag name="KSO_WM_DIAGRAM_USE_COLOR_VALUE" val="{&quot;color_scheme&quot;:1,&quot;color_type&quot;:1,&quot;theme_color_indexes&quot;:[5,6,5,6,5,6]}"/>
</p:tagLst>
</file>

<file path=ppt/tags/tag8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963_1*l_h_i*1_2_1"/>
  <p:tag name="KSO_WM_TEMPLATE_CATEGORY" val="diagram"/>
  <p:tag name="KSO_WM_TEMPLATE_INDEX" val="20231963"/>
  <p:tag name="KSO_WM_UNIT_LAYERLEVEL" val="1_1_1"/>
  <p:tag name="KSO_WM_TAG_VERSION" val="3.0"/>
  <p:tag name="KSO_WM_UNIT_LINE_FORE_SCHEMECOLOR_INDEX_BRIGHTNESS" val="0"/>
  <p:tag name="KSO_WM_UNIT_LINE_FILL_TYPE" val="2"/>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BEAUTIFY_FLAG" val="#wm#"/>
  <p:tag name="KSO_WM_UNIT_LINE_FORE_SCHEMECOLOR_INDEX" val="5"/>
  <p:tag name="KSO_WM_DIAGRAM_USE_COLOR_VALUE" val="{&quot;color_scheme&quot;:1,&quot;color_type&quot;:1,&quot;theme_color_indexes&quot;:[5,6,5,6,5,6]}"/>
</p:tagLst>
</file>

<file path=ppt/tags/tag83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1963_1*l_h_a*1_3_1"/>
  <p:tag name="KSO_WM_TEMPLATE_CATEGORY" val="diagram"/>
  <p:tag name="KSO_WM_TEMPLATE_INDEX" val="20231963"/>
  <p:tag name="KSO_WM_UNIT_LAYERLEVEL" val="1_1_1"/>
  <p:tag name="KSO_WM_TAG_VERSION" val="3.0"/>
  <p:tag name="KSO_WM_UNIT_TEXT_FILL_FORE_SCHEMECOLOR_INDEX_BRIGHTNESS" val="0"/>
  <p:tag name="KSO_WM_UNIT_VALUE" val="13"/>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BEAUTIFY_FLAG" val="#wm#"/>
  <p:tag name="KSO_WM_UNIT_PRESET_TEXT" val="添加标题内容"/>
  <p:tag name="KSO_WM_UNIT_TEXT_FILL_FORE_SCHEMECOLOR_INDEX" val="1"/>
  <p:tag name="KSO_WM_UNIT_TEXT_FILL_TYPE" val="1"/>
  <p:tag name="KSO_WM_DIAGRAM_USE_COLOR_VALUE" val="{&quot;color_scheme&quot;:1,&quot;color_type&quot;:1,&quot;theme_color_indexes&quot;:[5,6,5,6,5,6]}"/>
</p:tagLst>
</file>

<file path=ppt/tags/tag8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1963_1*l_h_i*1_3_1"/>
  <p:tag name="KSO_WM_TEMPLATE_CATEGORY" val="diagram"/>
  <p:tag name="KSO_WM_TEMPLATE_INDEX" val="20231963"/>
  <p:tag name="KSO_WM_UNIT_LAYERLEVEL" val="1_1_1"/>
  <p:tag name="KSO_WM_TAG_VERSION" val="3.0"/>
  <p:tag name="KSO_WM_UNIT_LINE_FORE_SCHEMECOLOR_INDEX_BRIGHTNESS" val="0"/>
  <p:tag name="KSO_WM_UNIT_LINE_FILL_TYPE" val="2"/>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BEAUTIFY_FLAG" val="#wm#"/>
  <p:tag name="KSO_WM_UNIT_LINE_FORE_SCHEMECOLOR_INDEX" val="5"/>
  <p:tag name="KSO_WM_DIAGRAM_USE_COLOR_VALUE" val="{&quot;color_scheme&quot;:1,&quot;color_type&quot;:1,&quot;theme_color_indexes&quot;:[5,6,5,6,5,6]}"/>
</p:tagLst>
</file>

<file path=ppt/tags/tag835.xml><?xml version="1.0" encoding="utf-8"?>
<p:tagLst xmlns:p="http://schemas.openxmlformats.org/presentationml/2006/main">
  <p:tag name="KSO_WM_UNIT_VALUE" val="223*223"/>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1963_1*l_h_x*1_1_1"/>
  <p:tag name="KSO_WM_TEMPLATE_CATEGORY" val="diagram"/>
  <p:tag name="KSO_WM_TEMPLATE_INDEX" val="2023196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UNIT_USESOURCEFORMAT_APPLY" val="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8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1963_1*l_i*1_1"/>
  <p:tag name="KSO_WM_TEMPLATE_CATEGORY" val="diagram"/>
  <p:tag name="KSO_WM_TEMPLATE_INDEX" val="20231963"/>
  <p:tag name="KSO_WM_UNIT_LAYERLEVEL" val="1_1"/>
  <p:tag name="KSO_WM_TAG_VERSION" val="3.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DIAGRAM_COLOR_MATCH_VALUE" val="{&quot;shape&quot;:{&quot;fill&quot;:{&quot;solid&quot;:{&quot;brightness&quot;:0,&quot;colorType&quot;:1,&quot;foreColorIndex&quot;:5,&quot;transparency&quot;:0.6399999856948853},&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837.xml><?xml version="1.0" encoding="utf-8"?>
<p:tagLst xmlns:p="http://schemas.openxmlformats.org/presentationml/2006/main">
  <p:tag name="KSO_WM_UNIT_VALUE" val="208*208"/>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20231963_1*l_h_x*1_4_1"/>
  <p:tag name="KSO_WM_TEMPLATE_CATEGORY" val="diagram"/>
  <p:tag name="KSO_WM_TEMPLATE_INDEX" val="2023196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UNIT_USESOURCEFORMAT_APPLY" val="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838.xml><?xml version="1.0" encoding="utf-8"?>
<p:tagLst xmlns:p="http://schemas.openxmlformats.org/presentationml/2006/main">
  <p:tag name="KSO_WM_UNIT_VALUE" val="209*209"/>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1963_1*l_h_x*1_2_1"/>
  <p:tag name="KSO_WM_TEMPLATE_CATEGORY" val="diagram"/>
  <p:tag name="KSO_WM_TEMPLATE_INDEX" val="2023196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UNIT_USESOURCEFORMAT_APPLY" val="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839.xml><?xml version="1.0" encoding="utf-8"?>
<p:tagLst xmlns:p="http://schemas.openxmlformats.org/presentationml/2006/main">
  <p:tag name="KSO_WM_UNIT_VALUE" val="200*200"/>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20231963_1*l_h_x*1_3_1"/>
  <p:tag name="KSO_WM_TEMPLATE_CATEGORY" val="diagram"/>
  <p:tag name="KSO_WM_TEMPLATE_INDEX" val="2023196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UNIT_USESOURCEFORMAT_APPLY" val="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84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63_1*l_h_f*1_2_1"/>
  <p:tag name="KSO_WM_TEMPLATE_CATEGORY" val="diagram"/>
  <p:tag name="KSO_WM_TEMPLATE_INDEX" val="20231963"/>
  <p:tag name="KSO_WM_UNIT_LAYERLEVEL" val="1_1_1"/>
  <p:tag name="KSO_WM_TAG_VERSION" val="3.0"/>
  <p:tag name="KSO_WM_UNIT_TEXT_FILL_FORE_SCHEMECOLOR_INDEX_BRIGHTNESS" val="0.5"/>
  <p:tag name="KSO_WM_UNIT_VALUE" val="60"/>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UNIT_TEXT_LAYER_COUNT" val="1"/>
  <p:tag name="KSO_WM_BEAUTIFY_FLAG" val="#wm#"/>
  <p:tag name="KSO_WM_UNIT_PRESET_TEXT" val="单击此处输入你的项正文内容，文字是您思想的提炼"/>
  <p:tag name="KSO_WM_UNIT_TEXT_FILL_FORE_SCHEMECOLOR_INDEX" val="1"/>
  <p:tag name="KSO_WM_UNIT_TEXT_FILL_TYPE" val="1"/>
  <p:tag name="KSO_WM_DIAGRAM_USE_COLOR_VALUE" val="{&quot;color_scheme&quot;:1,&quot;color_type&quot;:1,&quot;theme_color_indexes&quot;:[5,6,5,6,5,6]}"/>
</p:tagLst>
</file>

<file path=ppt/tags/tag84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963_1*l_h_f*1_3_1"/>
  <p:tag name="KSO_WM_TEMPLATE_CATEGORY" val="diagram"/>
  <p:tag name="KSO_WM_TEMPLATE_INDEX" val="20231963"/>
  <p:tag name="KSO_WM_UNIT_LAYERLEVEL" val="1_1_1"/>
  <p:tag name="KSO_WM_TAG_VERSION" val="3.0"/>
  <p:tag name="KSO_WM_UNIT_TEXT_FILL_FORE_SCHEMECOLOR_INDEX_BRIGHTNESS" val="0.5"/>
  <p:tag name="KSO_WM_UNIT_VALUE" val="60"/>
  <p:tag name="KSO_WM_DIAGRAM_VERSION" val="3"/>
  <p:tag name="KSO_WM_DIAGRAM_COLOR_TRICK" val="1"/>
  <p:tag name="KSO_WM_DIAGRAM_COLOR_TEXT_CAN_REMOVE" val="n"/>
  <p:tag name="KSO_WM_DIAGRAM_MAX_ITEMCNT" val="4"/>
  <p:tag name="KSO_WM_DIAGRAM_MIN_ITEMCNT" val="4"/>
  <p:tag name="KSO_WM_DIAGRAM_VIRTUALLY_FRAME" val="{&quot;height&quot;:287.3500424218366,&quot;left&quot;:41.45,&quot;top&quot;:184.9749969482422,&quot;width&quot;:841.291259842519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TYPE" val="1"/>
  <p:tag name="KSO_WM_UNIT_TEXT_LAYER_COUNT" val="1"/>
  <p:tag name="KSO_WM_BEAUTIFY_FLAG" val="#wm#"/>
  <p:tag name="KSO_WM_UNIT_PRESET_TEXT" val="单击此处输入你的项正文，文字是您思想的提炼，单击此处文本内容"/>
  <p:tag name="KSO_WM_UNIT_TEXT_FILL_FORE_SCHEMECOLOR_INDEX" val="1"/>
  <p:tag name="KSO_WM_UNIT_TEXT_FILL_TYPE" val="1"/>
  <p:tag name="KSO_WM_DIAGRAM_USE_COLOR_VALUE" val="{&quot;color_scheme&quot;:1,&quot;color_type&quot;:1,&quot;theme_color_indexes&quot;:[5,6,5,6,5,6]}"/>
</p:tagLst>
</file>

<file path=ppt/tags/tag842.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35270"/>
  <p:tag name="KSO_WM_TEMPLATE_SLIDE_ID" val="slide_200f6023f42ff4b4"/>
  <p:tag name="resource_record_key" val="{&quot;65&quot;:[40480806],&quot;70&quot;:[3321412]}"/>
</p:tagLst>
</file>

<file path=ppt/tags/tag84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1183_1*a*1"/>
  <p:tag name="KSO_WM_TEMPLATE_CATEGORY" val="custom"/>
  <p:tag name="KSO_WM_TEMPLATE_INDEX" val="20231183"/>
  <p:tag name="KSO_WM_UNIT_LAYERLEVEL" val="1"/>
  <p:tag name="KSO_WM_TAG_VERSION" val="3.0"/>
  <p:tag name="KSO_WM_BEAUTIFY_FLAG" val="#wm#"/>
  <p:tag name="KSO_WM_UNIT_PRESET_TEXT" val="单击此处添加标题"/>
</p:tagLst>
</file>

<file path=ppt/tags/tag8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1183_1*i*1"/>
  <p:tag name="KSO_WM_TEMPLATE_CATEGORY" val="custom"/>
  <p:tag name="KSO_WM_TEMPLATE_INDEX" val="20231183"/>
  <p:tag name="KSO_WM_UNIT_LAYERLEVEL" val="1"/>
  <p:tag name="KSO_WM_TAG_VERSION" val="3.0"/>
  <p:tag name="KSO_WM_BEAUTIFY_FLAG" val="#wm#"/>
</p:tagLst>
</file>

<file path=ppt/tags/tag84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custom20231183_1*i*2"/>
  <p:tag name="KSO_WM_TEMPLATE_CATEGORY" val="custom"/>
  <p:tag name="KSO_WM_TEMPLATE_INDEX" val="20231183"/>
  <p:tag name="KSO_WM_UNIT_LAYERLEVEL" val="1"/>
  <p:tag name="KSO_WM_TAG_VERSION" val="3.0"/>
</p:tagLst>
</file>

<file path=ppt/tags/tag84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custom20231183_1*h_a*1_1"/>
  <p:tag name="KSO_WM_TEMPLATE_CATEGORY" val="custom"/>
  <p:tag name="KSO_WM_TEMPLATE_INDEX" val="20231183"/>
  <p:tag name="KSO_WM_UNIT_LAYERLEVEL" val="1_1"/>
  <p:tag name="KSO_WM_TAG_VERSION" val="3.0"/>
  <p:tag name="KSO_WM_BEAUTIFY_FLAG" val="#wm#"/>
  <p:tag name="KSO_WM_UNIT_PRESET_TEXT" val="添加标题"/>
</p:tagLst>
</file>

<file path=ppt/tags/tag84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custom20231183_1*h_f*1_1"/>
  <p:tag name="KSO_WM_TEMPLATE_CATEGORY" val="custom"/>
  <p:tag name="KSO_WM_TEMPLATE_INDEX" val="20231183"/>
  <p:tag name="KSO_WM_UNIT_LAYERLEVEL" val="1_1"/>
  <p:tag name="KSO_WM_TAG_VERSION" val="3.0"/>
  <p:tag name="KSO_WM_BEAUTIFY_FLAG" val="#wm#"/>
  <p:tag name="KSO_WM_UNIT_TEXT_FILL_FORE_SCHEMECOLOR_INDEX_BRIGHTNESS" val="0.35"/>
  <p:tag name="KSO_WM_UNIT_TEXT_FILL_FORE_SCHEMECOLOR_INDEX" val="13"/>
  <p:tag name="KSO_WM_UNIT_TEXT_FILL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8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h_i"/>
  <p:tag name="KSO_WM_UNIT_INDEX" val="1_1"/>
  <p:tag name="KSO_WM_UNIT_ID" val="custom20231183_1*h_i*1_1"/>
  <p:tag name="KSO_WM_TEMPLATE_CATEGORY" val="custom"/>
  <p:tag name="KSO_WM_TEMPLATE_INDEX" val="20231183"/>
  <p:tag name="KSO_WM_UNIT_LAYERLEVEL" val="1_1"/>
  <p:tag name="KSO_WM_TAG_VERSION" val="3.0"/>
  <p:tag name="KSO_WM_BEAUTIFY_FLAG" val="#wm#"/>
</p:tagLst>
</file>

<file path=ppt/tags/tag849.xml><?xml version="1.0" encoding="utf-8"?>
<p:tagLst xmlns:p="http://schemas.openxmlformats.org/presentationml/2006/main">
  <p:tag name="KSO_WM_SLIDE_ID" val="custom20231183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diagram"/>
  <p:tag name="KSO_WM_TEMPLATE_INDEX" val="20234406"/>
  <p:tag name="KSO_WM_SLIDE_TYPE" val="text"/>
  <p:tag name="KSO_WM_SLIDE_SUBTYPE" val="diag"/>
  <p:tag name="KSO_WM_SLIDE_SIZE" val="331.4*206.081"/>
  <p:tag name="KSO_WM_SLIDE_POSITION" val="580.2*200.4"/>
  <p:tag name="KSO_WM_SLIDE_LAYOUT" val="a_α_h"/>
  <p:tag name="KSO_WM_SLIDE_LAYOUT_CNT" val="1_1_1"/>
  <p:tag name="KSO_WM_SPECIAL_SOURCE" val="bdnull"/>
</p:tagLst>
</file>

<file path=ppt/tags/tag85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custom20231145_1*i*2"/>
  <p:tag name="KSO_WM_TEMPLATE_CATEGORY" val="custom"/>
  <p:tag name="KSO_WM_TEMPLATE_INDEX" val="20231145"/>
  <p:tag name="KSO_WM_UNIT_LAYERLEVEL" val="1"/>
  <p:tag name="KSO_WM_TAG_VERSION" val="3.0"/>
</p:tagLst>
</file>

<file path=ppt/tags/tag85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2"/>
  <p:tag name="KSO_WM_UNIT_ID" val="custom20231145_1*a*2"/>
  <p:tag name="KSO_WM_TEMPLATE_CATEGORY" val="custom"/>
  <p:tag name="KSO_WM_TEMPLATE_INDEX" val="20231145"/>
  <p:tag name="KSO_WM_UNIT_LAYERLEVEL" val="1"/>
  <p:tag name="KSO_WM_TAG_VERSION" val="3.0"/>
  <p:tag name="KSO_WM_BEAUTIFY_FLAG" val="#wm#"/>
  <p:tag name="KSO_WM_UNIT_TEXT_TYPE" val="1"/>
  <p:tag name="KSO_WM_UNIT_PRESET_TEXT" val="单击此处添加标题"/>
</p:tagLst>
</file>

<file path=ppt/tags/tag852.xml><?xml version="1.0" encoding="utf-8"?>
<p:tagLst xmlns:p="http://schemas.openxmlformats.org/presentationml/2006/main">
  <p:tag name="KSO_WM_BEAUTIFY_FLAG" val="#wm#"/>
  <p:tag name="KSO_WM_UNIT_SUBTYPE" val="a"/>
  <p:tag name="KSO_WM_UNIT_NOCLEAR" val="0"/>
  <p:tag name="KSO_WM_UNIT_VALUE" val="54"/>
  <p:tag name="KSO_WM_UNIT_HIGHLIGHT" val="0"/>
  <p:tag name="KSO_WM_UNIT_COMPATIBLE" val="0"/>
  <p:tag name="KSO_WM_UNIT_DIAGRAM_ISNUMVISUAL" val="0"/>
  <p:tag name="KSO_WM_UNIT_DIAGRAM_ISREFERUNIT" val="0"/>
  <p:tag name="KSO_WM_UNIT_TYPE" val="f"/>
  <p:tag name="KSO_WM_UNIT_INDEX" val="1"/>
  <p:tag name="KSO_WM_UNIT_ID" val="custom20231145_1*f*1"/>
  <p:tag name="KSO_WM_TEMPLATE_CATEGORY" val="custom"/>
  <p:tag name="KSO_WM_TEMPLATE_INDEX" val="20231145"/>
  <p:tag name="KSO_WM_UNIT_LAYERLEVEL" val="1"/>
  <p:tag name="KSO_WM_TAG_VERSION" val="3.0"/>
  <p:tag name="KSO_WM_UNIT_TEXT_TYPE" val="1"/>
  <p:tag name="KSO_WM_UNIT_PRESET_TEXT" val="单击此处输入您的项正文，文字是您思想的提炼，请尽量言简意赅的阐述观点。单击此处输入您的项正文，文字是您思想的提炼，请尽量言简意赅的阐述观点。单击此处输入您的项正文，文字是您思想的提炼，请尽量言简意赅的阐述观点。单击此处输入您的项正文"/>
  <p:tag name="KSO_WM_UNIT_TEXT_LAYER_COUNT" val="1"/>
</p:tagLst>
</file>

<file path=ppt/tags/tag85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custom20231145_1*i*3"/>
  <p:tag name="KSO_WM_TEMPLATE_CATEGORY" val="custom"/>
  <p:tag name="KSO_WM_TEMPLATE_INDEX" val="20231145"/>
  <p:tag name="KSO_WM_UNIT_LAYERLEVEL" val="1"/>
  <p:tag name="KSO_WM_TAG_VERSION" val="3.0"/>
</p:tagLst>
</file>

<file path=ppt/tags/tag85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4"/>
  <p:tag name="KSO_WM_UNIT_ID" val="custom20231145_1*i*4"/>
  <p:tag name="KSO_WM_TEMPLATE_CATEGORY" val="custom"/>
  <p:tag name="KSO_WM_TEMPLATE_INDEX" val="20231145"/>
  <p:tag name="KSO_WM_UNIT_LAYERLEVEL" val="1"/>
  <p:tag name="KSO_WM_TAG_VERSION" val="3.0"/>
</p:tagLst>
</file>

<file path=ppt/tags/tag85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custom20231145_1*i*5"/>
  <p:tag name="KSO_WM_TEMPLATE_CATEGORY" val="custom"/>
  <p:tag name="KSO_WM_TEMPLATE_INDEX" val="20231145"/>
  <p:tag name="KSO_WM_UNIT_LAYERLEVEL" val="1"/>
  <p:tag name="KSO_WM_TAG_VERSION" val="3.0"/>
</p:tagLst>
</file>

<file path=ppt/tags/tag85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custom20231145_1*i*6"/>
  <p:tag name="KSO_WM_TEMPLATE_CATEGORY" val="custom"/>
  <p:tag name="KSO_WM_TEMPLATE_INDEX" val="20231145"/>
  <p:tag name="KSO_WM_UNIT_LAYERLEVEL" val="1"/>
  <p:tag name="KSO_WM_TAG_VERSION" val="3.0"/>
</p:tagLst>
</file>

<file path=ppt/tags/tag85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3"/>
  <p:tag name="KSO_WM_UNIT_ID" val="custom20231145_1*i*13"/>
  <p:tag name="KSO_WM_TEMPLATE_CATEGORY" val="custom"/>
  <p:tag name="KSO_WM_TEMPLATE_INDEX" val="20231145"/>
  <p:tag name="KSO_WM_UNIT_LAYERLEVEL" val="1"/>
  <p:tag name="KSO_WM_TAG_VERSION" val="3.0"/>
</p:tagLst>
</file>

<file path=ppt/tags/tag85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7"/>
  <p:tag name="KSO_WM_UNIT_ID" val="custom20231145_1*i*7"/>
  <p:tag name="KSO_WM_TEMPLATE_CATEGORY" val="custom"/>
  <p:tag name="KSO_WM_TEMPLATE_INDEX" val="20231145"/>
  <p:tag name="KSO_WM_UNIT_LAYERLEVEL" val="1"/>
  <p:tag name="KSO_WM_TAG_VERSION" val="3.0"/>
</p:tagLst>
</file>

<file path=ppt/tags/tag85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8"/>
  <p:tag name="KSO_WM_UNIT_ID" val="custom20231145_1*i*8"/>
  <p:tag name="KSO_WM_TEMPLATE_CATEGORY" val="custom"/>
  <p:tag name="KSO_WM_TEMPLATE_INDEX" val="20231145"/>
  <p:tag name="KSO_WM_UNIT_LAYERLEVEL" val="1"/>
  <p:tag name="KSO_WM_TAG_VERSION" val="3.0"/>
</p:tagLst>
</file>

<file path=ppt/tags/tag86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9"/>
  <p:tag name="KSO_WM_UNIT_ID" val="custom20231145_1*i*9"/>
  <p:tag name="KSO_WM_TEMPLATE_CATEGORY" val="custom"/>
  <p:tag name="KSO_WM_TEMPLATE_INDEX" val="20231145"/>
  <p:tag name="KSO_WM_UNIT_LAYERLEVEL" val="1"/>
  <p:tag name="KSO_WM_TAG_VERSION" val="3.0"/>
</p:tagLst>
</file>

<file path=ppt/tags/tag86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custom20231145_1*i*1"/>
  <p:tag name="KSO_WM_TEMPLATE_CATEGORY" val="custom"/>
  <p:tag name="KSO_WM_TEMPLATE_INDEX" val="20231145"/>
  <p:tag name="KSO_WM_UNIT_LAYERLEVEL" val="1"/>
  <p:tag name="KSO_WM_TAG_VERSION" val="3.0"/>
</p:tagLst>
</file>

<file path=ppt/tags/tag86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1"/>
  <p:tag name="KSO_WM_UNIT_ID" val="custom20231145_1*i*11"/>
  <p:tag name="KSO_WM_TEMPLATE_CATEGORY" val="custom"/>
  <p:tag name="KSO_WM_TEMPLATE_INDEX" val="20231145"/>
  <p:tag name="KSO_WM_UNIT_LAYERLEVEL" val="1"/>
  <p:tag name="KSO_WM_TAG_VERSION" val="3.0"/>
</p:tagLst>
</file>

<file path=ppt/tags/tag86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0"/>
  <p:tag name="KSO_WM_UNIT_ID" val="custom20231145_1*i*10"/>
  <p:tag name="KSO_WM_TEMPLATE_CATEGORY" val="custom"/>
  <p:tag name="KSO_WM_TEMPLATE_INDEX" val="20231145"/>
  <p:tag name="KSO_WM_UNIT_LAYERLEVEL" val="1"/>
  <p:tag name="KSO_WM_TAG_VERSION" val="3.0"/>
</p:tagLst>
</file>

<file path=ppt/tags/tag86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2"/>
  <p:tag name="KSO_WM_UNIT_ID" val="custom20231145_1*i*12"/>
  <p:tag name="KSO_WM_TEMPLATE_CATEGORY" val="custom"/>
  <p:tag name="KSO_WM_TEMPLATE_INDEX" val="20231145"/>
  <p:tag name="KSO_WM_UNIT_LAYERLEVEL" val="1"/>
  <p:tag name="KSO_WM_TAG_VERSION" val="3.0"/>
</p:tagLst>
</file>

<file path=ppt/tags/tag865.xml><?xml version="1.0" encoding="utf-8"?>
<p:tagLst xmlns:p="http://schemas.openxmlformats.org/presentationml/2006/main">
  <p:tag name="KSO_WM_UNIT_VALUE" val="1011*1368"/>
  <p:tag name="KSO_WM_UNIT_HIGHLIGHT" val="0"/>
  <p:tag name="KSO_WM_UNIT_COMPATIBLE" val="0"/>
  <p:tag name="KSO_WM_UNIT_DIAGRAM_ISNUMVISUAL" val="0"/>
  <p:tag name="KSO_WM_UNIT_DIAGRAM_ISREFERUNIT" val="0"/>
  <p:tag name="KSO_WM_UNIT_TYPE" val="d"/>
  <p:tag name="KSO_WM_UNIT_INDEX" val="1"/>
  <p:tag name="KSO_WM_UNIT_ID" val="custom20231145_1*d*1"/>
  <p:tag name="KSO_WM_TEMPLATE_CATEGORY" val="custom"/>
  <p:tag name="KSO_WM_TEMPLATE_INDEX" val="20231145"/>
  <p:tag name="KSO_WM_UNIT_LAYERLEVEL" val="1"/>
  <p:tag name="KSO_WM_TAG_VERSION" val="3.0"/>
  <p:tag name="KSO_WM_BEAUTIFY_FLAG" val="#wm#"/>
  <p:tag name="KSO_WM_UNIT_PICTURE_SUBTYPE" val="b"/>
</p:tagLst>
</file>

<file path=ppt/tags/tag866.xml><?xml version="1.0" encoding="utf-8"?>
<p:tagLst xmlns:p="http://schemas.openxmlformats.org/presentationml/2006/main">
  <p:tag name="KSO_WM_BEAUTIFY_FLAG" val="#wm#"/>
  <p:tag name="KSO_WM_TEMPLATE_CATEGORY" val="custom"/>
  <p:tag name="KSO_WM_TEMPLATE_INDEX" val="20231145"/>
  <p:tag name="KSO_WM_SLIDE_ID" val="custom20231145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60*465"/>
  <p:tag name="KSO_WM_SLIDE_POSITION" val="0*0"/>
  <p:tag name="KSO_WM_TAG_VERSION" val="3.0"/>
  <p:tag name="KSO_WM_SLIDE_LAYOUT" val="a_d_f"/>
  <p:tag name="KSO_WM_SLIDE_LAYOUT_CNT" val="1_1_1"/>
</p:tagLst>
</file>

<file path=ppt/tags/tag86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224_1*a*1"/>
  <p:tag name="KSO_WM_TEMPLATE_CATEGORY" val="custom"/>
  <p:tag name="KSO_WM_TEMPLATE_INDEX" val="20233224"/>
  <p:tag name="KSO_WM_UNIT_LAYERLEVEL" val="1"/>
  <p:tag name="KSO_WM_TAG_VERSION" val="3.0"/>
  <p:tag name="KSO_WM_BEAUTIFY_FLAG" val="#wm#"/>
  <p:tag name="KSO_WM_UNIT_VALUE" val="30"/>
  <p:tag name="KSO_WM_DIAGRAM_GROUP_CODE" val="l1-1"/>
  <p:tag name="KSO_WM_UNIT_TEXT_TYPE" val="1"/>
  <p:tag name="KSO_WM_UNIT_PRESET_TEXT" val="单击此处添加标题"/>
  <p:tag name="KSO_WM_UNIT_TEXT_FILL_FORE_SCHEMECOLOR_INDEX" val="13"/>
  <p:tag name="KSO_WM_UNIT_TEXT_FILL_TYPE" val="1"/>
  <p:tag name="KSO_WM_UNIT_USESOURCEFORMAT_APPLY" val="0"/>
</p:tagLst>
</file>

<file path=ppt/tags/tag8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3224_1*i*1"/>
  <p:tag name="KSO_WM_TEMPLATE_CATEGORY" val="custom"/>
  <p:tag name="KSO_WM_TEMPLATE_INDEX" val="20233224"/>
  <p:tag name="KSO_WM_UNIT_LAYERLEVEL" val="1"/>
  <p:tag name="KSO_WM_TAG_VERSION" val="3.0"/>
  <p:tag name="KSO_WM_BEAUTIFY_FLAG" val="#wm#"/>
  <p:tag name="KSO_WM_UNIT_TYPE" val="i"/>
  <p:tag name="KSO_WM_UNIT_INDEX" val="1"/>
  <p:tag name="KSO_WM_UNIT_FILL_FORE_SCHEMECOLOR_INDEX" val="5"/>
  <p:tag name="KSO_WM_UNIT_FILL_TYPE" val="1"/>
  <p:tag name="KSO_WM_UNIT_TEXT_FILL_FORE_SCHEMECOLOR_INDEX" val="2"/>
  <p:tag name="KSO_WM_UNIT_TEXT_FILL_TYPE" val="1"/>
  <p:tag name="KSO_WM_UNIT_USESOURCEFORMAT_APPLY" val="0"/>
</p:tagLst>
</file>

<file path=ppt/tags/tag8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3224_1*i*2"/>
  <p:tag name="KSO_WM_TEMPLATE_CATEGORY" val="custom"/>
  <p:tag name="KSO_WM_TEMPLATE_INDEX" val="20233224"/>
  <p:tag name="KSO_WM_UNIT_LAYERLEVEL" val="1"/>
  <p:tag name="KSO_WM_TAG_VERSION" val="3.0"/>
  <p:tag name="KSO_WM_BEAUTIFY_FLAG" val="#wm#"/>
  <p:tag name="KSO_WM_UNIT_TYPE" val="i"/>
  <p:tag name="KSO_WM_UNIT_INDEX" val="2"/>
  <p:tag name="KSO_WM_UNIT_LINE_FORE_SCHEMECOLOR_INDEX" val="5"/>
  <p:tag name="KSO_WM_UNIT_LINE_FILL_TYPE" val="2"/>
  <p:tag name="KSO_WM_UNIT_TEXT_FILL_FORE_SCHEMECOLOR_INDEX" val="2"/>
  <p:tag name="KSO_WM_UNIT_TEXT_FILL_TYPE" val="1"/>
  <p:tag name="KSO_WM_UNIT_USESOURCEFORMAT_APPLY" val="0"/>
</p:tagLst>
</file>

<file path=ppt/tags/tag8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3224_1*d*1"/>
  <p:tag name="KSO_WM_TEMPLATE_CATEGORY" val="custom"/>
  <p:tag name="KSO_WM_TEMPLATE_INDEX" val="20233224"/>
  <p:tag name="KSO_WM_UNIT_LAYERLEVEL" val="1"/>
  <p:tag name="KSO_WM_TAG_VERSION" val="3.0"/>
  <p:tag name="KSO_WM_BEAUTIFY_FLAG" val="#wm#"/>
  <p:tag name="KSO_WM_UNIT_VALUE" val="1224*1250"/>
  <p:tag name="KSO_WM_UNIT_TYPE" val="d"/>
  <p:tag name="KSO_WM_UNIT_INDEX" val="1"/>
  <p:tag name="KSO_WM_UNIT_PICTURE_SUBTYPE" val="b"/>
  <p:tag name="KSO_WM_UNIT_FILL_FORE_SCHEMECOLOR_INDEX" val="5"/>
  <p:tag name="KSO_WM_UNIT_FILL_TYPE" val="1"/>
  <p:tag name="KSO_WM_UNIT_LINE_FORE_SCHEMECOLOR_INDEX" val="5"/>
  <p:tag name="KSO_WM_UNIT_LINE_FILL_TYPE" val="2"/>
  <p:tag name="KSO_WM_UNIT_USESOURCEFORMAT_APPLY" val="0"/>
</p:tagLst>
</file>

<file path=ppt/tags/tag8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3224_1*i*3"/>
  <p:tag name="KSO_WM_TEMPLATE_CATEGORY" val="custom"/>
  <p:tag name="KSO_WM_TEMPLATE_INDEX" val="20233224"/>
  <p:tag name="KSO_WM_UNIT_LAYERLEVEL" val="1"/>
  <p:tag name="KSO_WM_TAG_VERSION" val="3.0"/>
  <p:tag name="KSO_WM_BEAUTIFY_FLAG" val="#wm#"/>
  <p:tag name="KSO_WM_UNIT_TYPE" val="i"/>
  <p:tag name="KSO_WM_UNIT_INDEX" val="3"/>
  <p:tag name="KSO_WM_UNIT_FILL_FORE_SCHEMECOLOR_INDEX" val="5"/>
  <p:tag name="KSO_WM_UNIT_FILL_TYPE" val="1"/>
  <p:tag name="KSO_WM_UNIT_TEXT_FILL_FORE_SCHEMECOLOR_INDEX" val="2"/>
  <p:tag name="KSO_WM_UNIT_TEXT_FILL_TYPE" val="1"/>
  <p:tag name="KSO_WM_UNIT_USESOURCEFORMAT_APPLY" val="0"/>
</p:tagLst>
</file>

<file path=ppt/tags/tag8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3224_1*i*4"/>
  <p:tag name="KSO_WM_TEMPLATE_CATEGORY" val="custom"/>
  <p:tag name="KSO_WM_TEMPLATE_INDEX" val="20233224"/>
  <p:tag name="KSO_WM_UNIT_LAYERLEVEL" val="1"/>
  <p:tag name="KSO_WM_TAG_VERSION" val="3.0"/>
  <p:tag name="KSO_WM_BEAUTIFY_FLAG" val="#wm#"/>
  <p:tag name="KSO_WM_UNIT_TYPE" val="i"/>
  <p:tag name="KSO_WM_UNIT_INDEX" val="4"/>
  <p:tag name="KSO_WM_UNIT_TEXT_FILL_FORE_SCHEMECOLOR_INDEX" val="13"/>
  <p:tag name="KSO_WM_UNIT_TEXT_FILL_TYPE" val="1"/>
  <p:tag name="KSO_WM_UNIT_USESOURCEFORMAT_APPLY" val="0"/>
</p:tagLst>
</file>

<file path=ppt/tags/tag8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534_2*l_i*1_1"/>
  <p:tag name="KSO_WM_TEMPLATE_CATEGORY" val="diagram"/>
  <p:tag name="KSO_WM_TEMPLATE_INDEX" val="20235534"/>
  <p:tag name="KSO_WM_UNIT_LAYERLEVEL" val="1_1"/>
  <p:tag name="KSO_WM_TAG_VERSION" val="3.0"/>
  <p:tag name="KSO_WM_BEAUTIFY_FLAG" val="#wm#"/>
  <p:tag name="KSO_WM_UNIT_TYPE" val="l_i"/>
  <p:tag name="KSO_WM_UNIT_INDEX" val="1_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79.6,&quot;left&quot;:500.5,&quot;top&quot;:124.65,&quot;width&quot;:412}"/>
  <p:tag name="KSO_WM_DIAGRAM_COLOR_MATCH_VALUE" val="{&quot;shape&quot;:{&quot;fill&quot;:{&quot;solid&quot;:{&quot;brightness&quot;:0,&quot;colorType&quot;:2,&quot;rgb&quot;:&quot;#ffffff&quot;,&quot;transparency&quot;: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0"/>
</p:tagLst>
</file>

<file path=ppt/tags/tag874.xml><?xml version="1.0" encoding="utf-8"?>
<p:tagLst xmlns:p="http://schemas.openxmlformats.org/presentationml/2006/main">
  <p:tag name="KSO_WM_UNIT_VALUE" val="52*63"/>
  <p:tag name="KSO_WM_UNIT_HIGHLIGHT" val="0"/>
  <p:tag name="KSO_WM_UNIT_COMPATIBLE" val="0"/>
  <p:tag name="KSO_WM_UNIT_DIAGRAM_ISNUMVISUAL" val="0"/>
  <p:tag name="KSO_WM_UNIT_DIAGRAM_ISREFERUNIT" val="0"/>
  <p:tag name="KSO_WM_UNIT_TYPE" val="l_h_x"/>
  <p:tag name="KSO_WM_UNIT_INDEX" val="1_1_1"/>
  <p:tag name="KSO_WM_UNIT_ID" val="diagram20235534_2*l_h_x*1_1_1"/>
  <p:tag name="KSO_WM_TEMPLATE_CATEGORY" val="diagram"/>
  <p:tag name="KSO_WM_TEMPLATE_INDEX" val="20235534"/>
  <p:tag name="KSO_WM_UNIT_LAYERLEVEL" val="1_1_1"/>
  <p:tag name="KSO_WM_TAG_VERSION" val="3.0"/>
  <p:tag name="KSO_WM_DIAGRAM_MAX_ITEMCNT" val="4"/>
  <p:tag name="KSO_WM_DIAGRAM_MIN_ITEMCNT" val="2"/>
  <p:tag name="KSO_WM_DIAGRAM_VIRTUALLY_FRAME" val="{&quot;height&quot;:379.6,&quot;left&quot;:500.5,&quot;top&quot;:124.65,&quot;width&quot;:412}"/>
  <p:tag name="KSO_WM_DIAGRAM_COLOR_MATCH_VALUE" val="{&quot;shape&quot;:{&quot;fill&quot;:{&quot;gradient&quot;:[{&quot;brightness&quot;:0.4000000059604645,&quot;colorType&quot;:1,&quot;foreColorIndex&quot;:5,&quot;pos&quot;:0,&quot;transparency&quot;:0},{&quot;brightness&quot;:0,&quot;colorType&quot;:1,&quot;foreColorIndex&quot;:5,&quot;pos&quot;:0.9999899864196777,&quot;transparency&quot;:0}],&quot;type&quot;:3},&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glow&quot;:{},&quot;line&quot;:{},&quot;shadow&quot;:{},&quot;threeD&quot;:{}}}"/>
  <p:tag name="KSO_WM_BEAUTIFY_FLAG" val="#wm#"/>
  <p:tag name="KSO_WM_DIAGRAM_GROUP_CODE" val="l1-1"/>
  <p:tag name="KSO_WM_DIAGRAM_VERSION" val="3"/>
  <p:tag name="KSO_WM_DIAGRAM_COLOR_TRICK" val="1"/>
  <p:tag name="KSO_WM_DIAGRAM_COLOR_TEXT_CAN_REMOVE" val="n"/>
  <p:tag name="KSO_WM_UNIT_FILL_FORE_SCHEMECOLOR_INDEX" val="5"/>
  <p:tag name="KSO_WM_UNIT_SHADOW_SCHEMECOLOR_INDEX" val="5"/>
  <p:tag name="KSO_WM_UNIT_USESOURCEFORMAT_APPLY" val="0"/>
</p:tagLst>
</file>

<file path=ppt/tags/tag87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5534_2*l_h_f*1_1_1"/>
  <p:tag name="KSO_WM_TEMPLATE_CATEGORY" val="diagram"/>
  <p:tag name="KSO_WM_TEMPLATE_INDEX" val="20235534"/>
  <p:tag name="KSO_WM_UNIT_LAYERLEVEL" val="1_1_1"/>
  <p:tag name="KSO_WM_TAG_VERSION" val="3.0"/>
  <p:tag name="KSO_WM_UNIT_VALUE" val="54"/>
  <p:tag name="KSO_WM_DIAGRAM_MAX_ITEMCNT" val="4"/>
  <p:tag name="KSO_WM_DIAGRAM_MIN_ITEMCNT" val="2"/>
  <p:tag name="KSO_WM_DIAGRAM_VIRTUALLY_FRAME" val="{&quot;height&quot;:379.6,&quot;left&quot;:500.5,&quot;top&quot;:124.65,&quot;width&quot;:4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GROUP_CODE" val="l1-1"/>
  <p:tag name="KSO_WM_DIAGRAM_VERSION" val="3"/>
  <p:tag name="KSO_WM_DIAGRAM_COLOR_TRICK" val="1"/>
  <p:tag name="KSO_WM_DIAGRAM_COLOR_TEXT_CAN_REMOVE" val="n"/>
  <p:tag name="KSO_WM_UNIT_PRESET_TEXT" val="单击此处添加正文，文字是您思想的提炼，请言简意赅阐述内容。"/>
  <p:tag name="KSO_WM_UNIT_TEXT_FILL_FORE_SCHEMECOLOR_INDEX" val="1"/>
  <p:tag name="KSO_WM_UNIT_TEXT_FILL_TYPE" val="1"/>
  <p:tag name="KSO_WM_UNIT_USESOURCEFORMAT_APPLY" val="0"/>
</p:tagLst>
</file>

<file path=ppt/tags/tag876.xml><?xml version="1.0" encoding="utf-8"?>
<p:tagLst xmlns:p="http://schemas.openxmlformats.org/presentationml/2006/main">
  <p:tag name="KSO_WM_UNIT_VALUE" val="63*52"/>
  <p:tag name="KSO_WM_UNIT_HIGHLIGHT" val="0"/>
  <p:tag name="KSO_WM_UNIT_COMPATIBLE" val="0"/>
  <p:tag name="KSO_WM_UNIT_DIAGRAM_ISNUMVISUAL" val="0"/>
  <p:tag name="KSO_WM_UNIT_DIAGRAM_ISREFERUNIT" val="0"/>
  <p:tag name="KSO_WM_UNIT_TYPE" val="l_h_x"/>
  <p:tag name="KSO_WM_UNIT_INDEX" val="1_3_1"/>
  <p:tag name="KSO_WM_UNIT_ID" val="diagram20235534_2*l_h_x*1_3_1"/>
  <p:tag name="KSO_WM_TEMPLATE_CATEGORY" val="diagram"/>
  <p:tag name="KSO_WM_TEMPLATE_INDEX" val="20235534"/>
  <p:tag name="KSO_WM_UNIT_LAYERLEVEL" val="1_1_1"/>
  <p:tag name="KSO_WM_TAG_VERSION" val="3.0"/>
  <p:tag name="KSO_WM_DIAGRAM_MAX_ITEMCNT" val="4"/>
  <p:tag name="KSO_WM_DIAGRAM_MIN_ITEMCNT" val="2"/>
  <p:tag name="KSO_WM_DIAGRAM_VIRTUALLY_FRAME" val="{&quot;height&quot;:379.6,&quot;left&quot;:500.5,&quot;top&quot;:124.65,&quot;width&quot;:412}"/>
  <p:tag name="KSO_WM_DIAGRAM_COLOR_MATCH_VALUE" val="{&quot;shape&quot;:{&quot;fill&quot;:{&quot;gradient&quot;:[{&quot;brightness&quot;:0.4000000059604645,&quot;colorType&quot;:1,&quot;foreColorIndex&quot;:5,&quot;pos&quot;:0,&quot;transparency&quot;:0},{&quot;brightness&quot;:0,&quot;colorType&quot;:1,&quot;foreColorIndex&quot;:5,&quot;pos&quot;:0.9999899864196777,&quot;transparency&quot;:0}],&quot;type&quot;:3},&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glow&quot;:{},&quot;line&quot;:{},&quot;shadow&quot;:{},&quot;threeD&quot;:{}}}"/>
  <p:tag name="KSO_WM_BEAUTIFY_FLAG" val="#wm#"/>
  <p:tag name="KSO_WM_DIAGRAM_GROUP_CODE" val="l1-1"/>
  <p:tag name="KSO_WM_DIAGRAM_VERSION" val="3"/>
  <p:tag name="KSO_WM_DIAGRAM_COLOR_TRICK" val="1"/>
  <p:tag name="KSO_WM_DIAGRAM_COLOR_TEXT_CAN_REMOVE" val="n"/>
  <p:tag name="KSO_WM_UNIT_FILL_FORE_SCHEMECOLOR_INDEX" val="5"/>
  <p:tag name="KSO_WM_UNIT_SHADOW_SCHEMECOLOR_INDEX" val="5"/>
  <p:tag name="KSO_WM_UNIT_USESOURCEFORMAT_APPLY" val="0"/>
</p:tagLst>
</file>

<file path=ppt/tags/tag87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5534_2*l_h_f*1_3_1"/>
  <p:tag name="KSO_WM_TEMPLATE_CATEGORY" val="diagram"/>
  <p:tag name="KSO_WM_TEMPLATE_INDEX" val="20235534"/>
  <p:tag name="KSO_WM_UNIT_LAYERLEVEL" val="1_1_1"/>
  <p:tag name="KSO_WM_TAG_VERSION" val="3.0"/>
  <p:tag name="KSO_WM_UNIT_VALUE" val="54"/>
  <p:tag name="KSO_WM_DIAGRAM_MAX_ITEMCNT" val="4"/>
  <p:tag name="KSO_WM_DIAGRAM_MIN_ITEMCNT" val="2"/>
  <p:tag name="KSO_WM_DIAGRAM_VIRTUALLY_FRAME" val="{&quot;height&quot;:379.6,&quot;left&quot;:500.5,&quot;top&quot;:124.65,&quot;width&quot;:4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GROUP_CODE" val="l1-1"/>
  <p:tag name="KSO_WM_DIAGRAM_VERSION" val="3"/>
  <p:tag name="KSO_WM_DIAGRAM_COLOR_TRICK" val="1"/>
  <p:tag name="KSO_WM_DIAGRAM_COLOR_TEXT_CAN_REMOVE" val="n"/>
  <p:tag name="KSO_WM_UNIT_PRESET_TEXT" val="单击此处添加正文，文字是您思想的提炼，请言简意赅阐述内容。"/>
  <p:tag name="KSO_WM_UNIT_TEXT_FILL_FORE_SCHEMECOLOR_INDEX" val="1"/>
  <p:tag name="KSO_WM_UNIT_TEXT_FILL_TYPE" val="1"/>
  <p:tag name="KSO_WM_UNIT_USESOURCEFORMAT_APPLY" val="0"/>
</p:tagLst>
</file>

<file path=ppt/tags/tag878.xml><?xml version="1.0" encoding="utf-8"?>
<p:tagLst xmlns:p="http://schemas.openxmlformats.org/presentationml/2006/main">
  <p:tag name="KSO_WM_UNIT_VALUE" val="58*63"/>
  <p:tag name="KSO_WM_UNIT_HIGHLIGHT" val="0"/>
  <p:tag name="KSO_WM_UNIT_COMPATIBLE" val="0"/>
  <p:tag name="KSO_WM_UNIT_DIAGRAM_ISNUMVISUAL" val="0"/>
  <p:tag name="KSO_WM_UNIT_DIAGRAM_ISREFERUNIT" val="0"/>
  <p:tag name="KSO_WM_UNIT_TYPE" val="l_h_x"/>
  <p:tag name="KSO_WM_UNIT_INDEX" val="1_2_1"/>
  <p:tag name="KSO_WM_UNIT_ID" val="diagram20235534_2*l_h_x*1_2_1"/>
  <p:tag name="KSO_WM_TEMPLATE_CATEGORY" val="diagram"/>
  <p:tag name="KSO_WM_TEMPLATE_INDEX" val="20235534"/>
  <p:tag name="KSO_WM_UNIT_LAYERLEVEL" val="1_1_1"/>
  <p:tag name="KSO_WM_TAG_VERSION" val="3.0"/>
  <p:tag name="KSO_WM_DIAGRAM_MAX_ITEMCNT" val="4"/>
  <p:tag name="KSO_WM_DIAGRAM_MIN_ITEMCNT" val="2"/>
  <p:tag name="KSO_WM_DIAGRAM_VIRTUALLY_FRAME" val="{&quot;height&quot;:379.6,&quot;left&quot;:500.5,&quot;top&quot;:124.65,&quot;width&quot;:412}"/>
  <p:tag name="KSO_WM_DIAGRAM_COLOR_MATCH_VALUE" val="{&quot;shape&quot;:{&quot;fill&quot;:{&quot;gradient&quot;:[{&quot;brightness&quot;:0.4000000059604645,&quot;colorType&quot;:1,&quot;foreColorIndex&quot;:5,&quot;pos&quot;:0,&quot;transparency&quot;:0},{&quot;brightness&quot;:0,&quot;colorType&quot;:1,&quot;foreColorIndex&quot;:5,&quot;pos&quot;:0.9999899864196777,&quot;transparency&quot;:0}],&quot;type&quot;:3},&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glow&quot;:{},&quot;line&quot;:{},&quot;shadow&quot;:{},&quot;threeD&quot;:{}}}"/>
  <p:tag name="KSO_WM_BEAUTIFY_FLAG" val="#wm#"/>
  <p:tag name="KSO_WM_DIAGRAM_GROUP_CODE" val="l1-1"/>
  <p:tag name="KSO_WM_DIAGRAM_VERSION" val="3"/>
  <p:tag name="KSO_WM_DIAGRAM_COLOR_TRICK" val="1"/>
  <p:tag name="KSO_WM_DIAGRAM_COLOR_TEXT_CAN_REMOVE" val="n"/>
  <p:tag name="KSO_WM_UNIT_FILL_FORE_SCHEMECOLOR_INDEX" val="5"/>
  <p:tag name="KSO_WM_UNIT_SHADOW_SCHEMECOLOR_INDEX" val="5"/>
  <p:tag name="KSO_WM_UNIT_USESOURCEFORMAT_APPLY" val="0"/>
</p:tagLst>
</file>

<file path=ppt/tags/tag87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5534_2*l_h_f*1_2_1"/>
  <p:tag name="KSO_WM_TEMPLATE_CATEGORY" val="diagram"/>
  <p:tag name="KSO_WM_TEMPLATE_INDEX" val="20235534"/>
  <p:tag name="KSO_WM_UNIT_LAYERLEVEL" val="1_1_1"/>
  <p:tag name="KSO_WM_TAG_VERSION" val="3.0"/>
  <p:tag name="KSO_WM_UNIT_VALUE" val="54"/>
  <p:tag name="KSO_WM_DIAGRAM_MAX_ITEMCNT" val="4"/>
  <p:tag name="KSO_WM_DIAGRAM_MIN_ITEMCNT" val="2"/>
  <p:tag name="KSO_WM_DIAGRAM_VIRTUALLY_FRAME" val="{&quot;height&quot;:379.6,&quot;left&quot;:500.5,&quot;top&quot;:124.65,&quot;width&quot;:4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GROUP_CODE" val="l1-1"/>
  <p:tag name="KSO_WM_DIAGRAM_VERSION" val="3"/>
  <p:tag name="KSO_WM_DIAGRAM_COLOR_TRICK" val="1"/>
  <p:tag name="KSO_WM_DIAGRAM_COLOR_TEXT_CAN_REMOVE" val="n"/>
  <p:tag name="KSO_WM_UNIT_PRESET_TEXT" val="单击添加正文，文字是思想的提炼，请言简意赅阐述内容。"/>
  <p:tag name="KSO_WM_UNIT_TEXT_FILL_FORE_SCHEMECOLOR_INDEX" val="1"/>
  <p:tag name="KSO_WM_UNIT_TEXT_FILL_TYPE" val="1"/>
  <p:tag name="KSO_WM_UNIT_USESOURCEFORMAT_APPLY" val="0"/>
</p:tagLst>
</file>

<file path=ppt/tags/tag8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534_2*l_i*1_2"/>
  <p:tag name="KSO_WM_TEMPLATE_CATEGORY" val="diagram"/>
  <p:tag name="KSO_WM_TEMPLATE_INDEX" val="20235534"/>
  <p:tag name="KSO_WM_UNIT_LAYERLEVEL" val="1_1"/>
  <p:tag name="KSO_WM_TAG_VERSION" val="3.0"/>
  <p:tag name="KSO_WM_BEAUTIFY_FLAG" val="#wm#"/>
  <p:tag name="KSO_WM_UNIT_TYPE" val="l_i"/>
  <p:tag name="KSO_WM_UNIT_INDEX" val="1_2"/>
  <p:tag name="KSO_WM_DIAGRAM_GROUP_CODE" val="l1-1"/>
  <p:tag name="KSO_WM_DIAGRAM_VERSION" val="3"/>
  <p:tag name="KSO_WM_DIAGRAM_COLOR_TRICK" val="1"/>
  <p:tag name="KSO_WM_DIAGRAM_COLOR_TEXT_CAN_REMOVE" val="n"/>
  <p:tag name="KSO_WM_UNIT_LINE_FORE_SCHEMECOLOR_INDEX" val="13"/>
  <p:tag name="KSO_WM_DIAGRAM_MAX_ITEMCNT" val="4"/>
  <p:tag name="KSO_WM_DIAGRAM_MIN_ITEMCNT" val="2"/>
  <p:tag name="KSO_WM_DIAGRAM_VIRTUALLY_FRAME" val="{&quot;height&quot;:379.6,&quot;left&quot;:500.5,&quot;top&quot;:124.65,&quot;width&quot;:412}"/>
  <p:tag name="KSO_WM_DIAGRAM_COLOR_MATCH_VALUE" val="{&quot;shape&quot;:{&quot;fill&quot;:{&quot;type&quot;:0},&quot;glow&quot;:{&quot;colorType&quot;:0},&quot;line&quot;:{&quot;solidLine&quot;:{&quot;brightness&quot;:0.3499999940395355,&quot;colorType&quot;:1,&quot;foreColorIndex&quot;:13,&quot;transparency&quot;:0.6499999761581421},&quot;type&quot;:1},&quot;shadow&quot;:{&quot;colorType&quot;:0},&quot;threeD&quot;:{&quot;curvedSurface&quot;:{&quot;brightness&quot;:0,&quot;colorType&quot;:2,&quot;rgb&quot;:&quot;#000000&quot;},&quot;depth&quot;:{&quot;colorType&quot;:0}}},&quot;text&quot;:{&quot;fill&quot;:{},&quot;glow&quot;:{},&quot;line&quot;:{},&quot;shadow&quot;:{},&quot;threeD&quot;:{}}}"/>
  <p:tag name="KSO_WM_UNIT_LINE_FILL_TYPE" val="2"/>
  <p:tag name="KSO_WM_UNIT_USESOURCEFORMAT_APPLY" val="0"/>
</p:tagLst>
</file>

<file path=ppt/tags/tag8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534_2*l_i*1_3"/>
  <p:tag name="KSO_WM_TEMPLATE_CATEGORY" val="diagram"/>
  <p:tag name="KSO_WM_TEMPLATE_INDEX" val="20235534"/>
  <p:tag name="KSO_WM_UNIT_LAYERLEVEL" val="1_1"/>
  <p:tag name="KSO_WM_TAG_VERSION" val="3.0"/>
  <p:tag name="KSO_WM_BEAUTIFY_FLAG" val="#wm#"/>
  <p:tag name="KSO_WM_UNIT_TYPE" val="l_i"/>
  <p:tag name="KSO_WM_UNIT_INDEX" val="1_3"/>
  <p:tag name="KSO_WM_DIAGRAM_GROUP_CODE" val="l1-1"/>
  <p:tag name="KSO_WM_DIAGRAM_VERSION" val="3"/>
  <p:tag name="KSO_WM_DIAGRAM_COLOR_TRICK" val="1"/>
  <p:tag name="KSO_WM_DIAGRAM_COLOR_TEXT_CAN_REMOVE" val="n"/>
  <p:tag name="KSO_WM_UNIT_LINE_FORE_SCHEMECOLOR_INDEX" val="13"/>
  <p:tag name="KSO_WM_DIAGRAM_MAX_ITEMCNT" val="4"/>
  <p:tag name="KSO_WM_DIAGRAM_MIN_ITEMCNT" val="2"/>
  <p:tag name="KSO_WM_DIAGRAM_VIRTUALLY_FRAME" val="{&quot;height&quot;:379.6,&quot;left&quot;:500.5,&quot;top&quot;:124.65,&quot;width&quot;:412}"/>
  <p:tag name="KSO_WM_DIAGRAM_COLOR_MATCH_VALUE" val="{&quot;shape&quot;:{&quot;fill&quot;:{&quot;type&quot;:0},&quot;glow&quot;:{&quot;colorType&quot;:0},&quot;line&quot;:{&quot;solidLine&quot;:{&quot;brightness&quot;:0.3499999940395355,&quot;colorType&quot;:1,&quot;foreColorIndex&quot;:13,&quot;transparency&quot;:0.6499999761581421},&quot;type&quot;:1},&quot;shadow&quot;:{&quot;colorType&quot;:0},&quot;threeD&quot;:{&quot;curvedSurface&quot;:{&quot;brightness&quot;:0,&quot;colorType&quot;:2,&quot;rgb&quot;:&quot;#000000&quot;},&quot;depth&quot;:{&quot;colorType&quot;:0}}},&quot;text&quot;:{&quot;fill&quot;:{},&quot;glow&quot;:{},&quot;line&quot;:{},&quot;shadow&quot;:{},&quot;threeD&quot;:{}}}"/>
  <p:tag name="KSO_WM_UNIT_LINE_FILL_TYPE" val="2"/>
  <p:tag name="KSO_WM_UNIT_USESOURCEFORMAT_APPLY" val="0"/>
</p:tagLst>
</file>

<file path=ppt/tags/tag882.xml><?xml version="1.0" encoding="utf-8"?>
<p:tagLst xmlns:p="http://schemas.openxmlformats.org/presentationml/2006/main">
  <p:tag name="KSO_WM_SLIDE_ID" val="custom20233224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3224"/>
  <p:tag name="KSO_WM_SLIDE_TYPE" val="text"/>
  <p:tag name="KSO_WM_SLIDE_SUBTYPE" val="picTxt"/>
  <p:tag name="KSO_WM_SLIDE_SIZE" val="408.2*360.3"/>
  <p:tag name="KSO_WM_SLIDE_POSITION" val="500.55*124.65"/>
  <p:tag name="KSO_WM_SLIDE_LAYOUT" val="a_d_l"/>
  <p:tag name="KSO_WM_SLIDE_LAYOUT_CNT" val="1_1_1"/>
  <p:tag name="KSO_WM_SPECIAL_SOURCE" val="bdnull"/>
  <p:tag name="KSO_WM_DIAGRAM_GROUP_CODE" val="l1-1"/>
  <p:tag name="KSO_WM_SLIDE_DIAGTYPE" val="l"/>
</p:tagLst>
</file>

<file path=ppt/tags/tag8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40492959_1*i*2"/>
  <p:tag name="KSO_WM_TEMPLATE_CATEGORY" val="custom"/>
  <p:tag name="KSO_WM_TEMPLATE_INDEX" val="40492959"/>
  <p:tag name="KSO_WM_UNIT_LAYERLEVEL" val="1"/>
  <p:tag name="KSO_WM_TAG_VERSION" val="3.0"/>
  <p:tag name="KSO_WM_BEAUTIFY_FLAG" val="#wm#"/>
</p:tagLst>
</file>

<file path=ppt/tags/tag88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2959_1*a*1"/>
  <p:tag name="KSO_WM_TEMPLATE_CATEGORY" val="custom"/>
  <p:tag name="KSO_WM_TEMPLATE_INDEX" val="40492959"/>
  <p:tag name="KSO_WM_UNIT_LAYERLEVEL" val="1"/>
  <p:tag name="KSO_WM_TAG_VERSION" val="3.0"/>
  <p:tag name="KSO_WM_BEAUTIFY_FLAG" val="#wm#"/>
  <p:tag name="KSO_WM_UNIT_VALUE" val="30"/>
  <p:tag name="KSO_WM_UNIT_PRESET_TEXT" val="单击此处添加标题"/>
  <p:tag name="KSO_WM_UNIT_TEXT_TYPE" val="1"/>
</p:tagLst>
</file>

<file path=ppt/tags/tag88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40492959_1*f*1"/>
  <p:tag name="KSO_WM_TEMPLATE_CATEGORY" val="custom"/>
  <p:tag name="KSO_WM_TEMPLATE_INDEX" val="40492959"/>
  <p:tag name="KSO_WM_UNIT_LAYERLEVEL" val="1"/>
  <p:tag name="KSO_WM_TAG_VERSION" val="3.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TYPE" val="1"/>
</p:tagLst>
</file>

<file path=ppt/tags/tag886.xml><?xml version="1.0" encoding="utf-8"?>
<p:tagLst xmlns:p="http://schemas.openxmlformats.org/presentationml/2006/main">
  <p:tag name="KSO_WM_UNIT_TEXTBOXSTYLE_SHAPETYPE" val="1"/>
  <p:tag name="KSO_WM_UNIT_TEXTBOXSTYLE_ADJUSTLEFT" val="0_-20.85323"/>
  <p:tag name="KSO_WM_UNIT_TEXTBOXSTYLE_ADJUSTTOP" val="50_-7.969368"/>
  <p:tag name="KSO_WM_UNIT_HIGHLIGHT" val="0"/>
  <p:tag name="KSO_WM_UNIT_COMPATIBLE" val="0"/>
  <p:tag name="KSO_WM_UNIT_DIAGRAM_ISNUMVISUAL" val="0"/>
  <p:tag name="KSO_WM_UNIT_DIAGRAM_ISREFERUNIT" val="0"/>
  <p:tag name="KSO_WM_UNIT_TYPE" val="i"/>
  <p:tag name="KSO_WM_UNIT_INDEX" val="1"/>
  <p:tag name="KSO_WM_UNIT_ID" val="custom40492959_1*i*1"/>
  <p:tag name="KSO_WM_TEMPLATE_CATEGORY" val="custom"/>
  <p:tag name="KSO_WM_TEMPLATE_INDEX" val="40492959"/>
  <p:tag name="KSO_WM_UNIT_LAYERLEVEL" val="1"/>
  <p:tag name="KSO_WM_TAG_VERSION" val="3.0"/>
  <p:tag name="KSO_WM_BEAUTIFY_FLAG" val="#wm#"/>
  <p:tag name="KSO_WM_UNIT_TEXTBOXSTYLE_GUID" val="{3f032b62-ce3d-40ab-b433-38bedb4e0736}"/>
</p:tagLst>
</file>

<file path=ppt/tags/tag8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40492959_1*i*3"/>
  <p:tag name="KSO_WM_TEMPLATE_CATEGORY" val="custom"/>
  <p:tag name="KSO_WM_TEMPLATE_INDEX" val="40492959"/>
  <p:tag name="KSO_WM_UNIT_LAYERLEVEL" val="1"/>
  <p:tag name="KSO_WM_TAG_VERSION" val="3.0"/>
  <p:tag name="KSO_WM_BEAUTIFY_FLAG" val="#wm#"/>
</p:tagLst>
</file>

<file path=ppt/tags/tag888.xml><?xml version="1.0" encoding="utf-8"?>
<p:tagLst xmlns:p="http://schemas.openxmlformats.org/presentationml/2006/main">
  <p:tag name="KSO_WM_UNIT_PICTURE_SUBTYPE" val="b"/>
  <p:tag name="KSO_WM_UNIT_VALUE" val="1037*1270"/>
  <p:tag name="KSO_WM_UNIT_HIGHLIGHT" val="0"/>
  <p:tag name="KSO_WM_UNIT_COMPATIBLE" val="0"/>
  <p:tag name="KSO_WM_UNIT_DIAGRAM_ISNUMVISUAL" val="0"/>
  <p:tag name="KSO_WM_UNIT_DIAGRAM_ISREFERUNIT" val="0"/>
  <p:tag name="KSO_WM_UNIT_TYPE" val="d"/>
  <p:tag name="KSO_WM_UNIT_INDEX" val="1"/>
  <p:tag name="KSO_WM_UNIT_ID" val="custom40492959_1*d*1"/>
  <p:tag name="KSO_WM_TEMPLATE_CATEGORY" val="custom"/>
  <p:tag name="KSO_WM_TEMPLATE_INDEX" val="40492959"/>
  <p:tag name="KSO_WM_UNIT_LAYERLEVEL" val="1"/>
  <p:tag name="KSO_WM_TAG_VERSION" val="3.0"/>
  <p:tag name="KSO_WM_BEAUTIFY_FLAG" val="#wm#"/>
</p:tagLst>
</file>

<file path=ppt/tags/tag889.xml><?xml version="1.0" encoding="utf-8"?>
<p:tagLst xmlns:p="http://schemas.openxmlformats.org/presentationml/2006/main">
  <p:tag name="KSO_WM_SLIDE_ID" val="custom4049295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diagram"/>
  <p:tag name="KSO_WM_TEMPLATE_INDEX" val="20234407"/>
  <p:tag name="KSO_WM_SLIDE_TYPE" val="text"/>
  <p:tag name="KSO_WM_SLIDE_SUBTYPE" val="picTxt"/>
  <p:tag name="KSO_WM_SLIDE_SIZE" val="864*407"/>
  <p:tag name="KSO_WM_SLIDE_POSITION" val="48*47"/>
  <p:tag name="KSO_WM_SLIDE_LAYOUT" val="a_d_f"/>
  <p:tag name="KSO_WM_SLIDE_LAYOUT_CNT" val="1_1_1"/>
  <p:tag name="KSO_WM_SPECIAL_SOURCE" val="bdnull"/>
  <p:tag name="RESOURCE_RECORD_KEY" val="{&quot;19&quot;:[20348564,20348537],&quot;65&quot;:[3]}"/>
</p:tagLst>
</file>

<file path=ppt/tags/tag89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5455_1*a*1"/>
  <p:tag name="KSO_WM_TEMPLATE_CATEGORY" val="custom"/>
  <p:tag name="KSO_WM_TEMPLATE_INDEX" val="20235455"/>
  <p:tag name="KSO_WM_UNIT_LAYERLEVEL" val="1"/>
  <p:tag name="KSO_WM_TAG_VERSION" val="3.0"/>
  <p:tag name="KSO_WM_BEAUTIFY_FLAG" val="#wm#"/>
  <p:tag name="KSO_WM_UNIT_PRESET_TEXT" val="单击此处添加页面标题"/>
  <p:tag name="KSO_WM_UNIT_TEXT_TYPE" val="1"/>
  <p:tag name="KSO_WM_UNIT_TEXT_FILL_FORE_SCHEMECOLOR_INDEX" val="13"/>
  <p:tag name="KSO_WM_UNIT_TEXT_FILL_TYPE" val="1"/>
  <p:tag name="KSO_WM_UNIT_USESOURCEFORMAT_APPLY" val="0"/>
</p:tagLst>
</file>

<file path=ppt/tags/tag89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custom20235455_1*i*1"/>
  <p:tag name="KSO_WM_TEMPLATE_CATEGORY" val="custom"/>
  <p:tag name="KSO_WM_TEMPLATE_INDEX" val="20235455"/>
  <p:tag name="KSO_WM_UNIT_LAYERLEVEL" val="1"/>
  <p:tag name="KSO_WM_TAG_VERSION" val="3.0"/>
  <p:tag name="KSO_WM_UNIT_PIC_EFFECT" val="1"/>
  <p:tag name="KSO_WM_DIAGRAM_GROUP_CODE" val="l1-1"/>
  <p:tag name="KSO_WM_UNIT_FILL_FORE_SCHEMECOLOR_INDEX" val="5"/>
  <p:tag name="KSO_WM_UNIT_FILL_TYPE" val="1"/>
  <p:tag name="KSO_WM_UNIT_TEXT_FILL_FORE_SCHEMECOLOR_INDEX" val="2"/>
  <p:tag name="KSO_WM_UNIT_TEXT_FILL_TYPE" val="1"/>
  <p:tag name="KSO_WM_UNIT_USESOURCEFORMAT_APPLY" val="0"/>
</p:tagLst>
</file>

<file path=ppt/tags/tag89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custom20235455_1*i*2"/>
  <p:tag name="KSO_WM_TEMPLATE_CATEGORY" val="custom"/>
  <p:tag name="KSO_WM_TEMPLATE_INDEX" val="20235455"/>
  <p:tag name="KSO_WM_UNIT_LAYERLEVEL" val="1"/>
  <p:tag name="KSO_WM_TAG_VERSION" val="3.0"/>
  <p:tag name="KSO_WM_UNIT_PIC_EFFECT" val="1"/>
  <p:tag name="KSO_WM_DIAGRAM_GROUP_CODE" val="l1-1"/>
  <p:tag name="KSO_WM_UNIT_FILL_FORE_SCHEMECOLOR_INDEX" val="5"/>
  <p:tag name="KSO_WM_UNIT_FILL_TYPE" val="1"/>
  <p:tag name="KSO_WM_UNIT_TEXT_FILL_FORE_SCHEMECOLOR_INDEX" val="2"/>
  <p:tag name="KSO_WM_UNIT_TEXT_FILL_TYPE" val="1"/>
  <p:tag name="KSO_WM_UNIT_USESOURCEFORMAT_APPLY" val="0"/>
</p:tagLst>
</file>

<file path=ppt/tags/tag89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custom20235455_1*i*3"/>
  <p:tag name="KSO_WM_TEMPLATE_CATEGORY" val="custom"/>
  <p:tag name="KSO_WM_TEMPLATE_INDEX" val="20235455"/>
  <p:tag name="KSO_WM_UNIT_LAYERLEVEL" val="1"/>
  <p:tag name="KSO_WM_TAG_VERSION" val="3.0"/>
  <p:tag name="KSO_WM_UNIT_PIC_EFFECT" val="1"/>
  <p:tag name="KSO_WM_DIAGRAM_GROUP_CODE" val="l1-1"/>
  <p:tag name="KSO_WM_UNIT_FILL_FORE_SCHEMECOLOR_INDEX" val="5"/>
  <p:tag name="KSO_WM_UNIT_FILL_TYPE" val="1"/>
  <p:tag name="KSO_WM_UNIT_TEXT_FILL_FORE_SCHEMECOLOR_INDEX" val="2"/>
  <p:tag name="KSO_WM_UNIT_TEXT_FILL_TYPE" val="1"/>
  <p:tag name="KSO_WM_UNIT_USESOURCEFORMAT_APPLY" val="0"/>
</p:tagLst>
</file>

<file path=ppt/tags/tag894.xml><?xml version="1.0" encoding="utf-8"?>
<p:tagLst xmlns:p="http://schemas.openxmlformats.org/presentationml/2006/main">
  <p:tag name="KSO_WM_UNIT_PICTURE_SUBTYPE" val="b"/>
  <p:tag name="KSO_WM_UNIT_VALUE" val="1082*1330"/>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5455_1*d*1"/>
  <p:tag name="KSO_WM_TEMPLATE_CATEGORY" val="custom"/>
  <p:tag name="KSO_WM_TEMPLATE_INDEX" val="20235455"/>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USESOURCEFORMAT_APPLY" val="0"/>
</p:tagLst>
</file>

<file path=ppt/tags/tag8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410_1*l_i*1_1"/>
  <p:tag name="KSO_WM_TEMPLATE_CATEGORY" val="diagram"/>
  <p:tag name="KSO_WM_TEMPLATE_INDEX" val="20235410"/>
  <p:tag name="KSO_WM_UNIT_LAYERLEVEL" val="1_1"/>
  <p:tag name="KSO_WM_TAG_VERSION" val="3.0"/>
  <p:tag name="KSO_WM_BEAUTIFY_FLAG" val="#wm#"/>
  <p:tag name="KSO_WM_UNIT_TYPE" val="l_i"/>
  <p:tag name="KSO_WM_UNIT_INDEX" val="1_1"/>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360.8500061035156,&quot;left&quot;:45.93756073238346,&quot;top&quot;:129.4999969482422,&quot;width&quot;:409.9249572753906}"/>
  <p:tag name="KSO_WM_DIAGRAM_COLOR_MATCH_VALUE" val="{&quot;shape&quot;:{&quot;fill&quot;:{&quot;solid&quot;:{&quot;brightness&quot;:0,&quot;colorType&quot;:2,&quot;rgb&quot;:&quot;#ffffff&quot;,&quot;transparency&quot;: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0"/>
</p:tagLst>
</file>

<file path=ppt/tags/tag89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5410_1*l_h_f*1_1_1"/>
  <p:tag name="KSO_WM_TEMPLATE_CATEGORY" val="diagram"/>
  <p:tag name="KSO_WM_TEMPLATE_INDEX" val="20235410"/>
  <p:tag name="KSO_WM_UNIT_LAYERLEVEL" val="1_1_1"/>
  <p:tag name="KSO_WM_TAG_VERSION" val="3.0"/>
  <p:tag name="KSO_WM_DIAGRAM_VIRTUALLY_FRAME" val="{&quot;height&quot;:360.8500061035156,&quot;left&quot;:45.93756073238346,&quot;top&quot;:129.4999969482422,&quot;width&quot;:409.9249572753906}"/>
  <p:tag name="KSO_WM_UNIT_TEXT_LAYER_COUNT" val="1"/>
  <p:tag name="KSO_WM_BEAUTIFY_FLAG" val="#wm#"/>
  <p:tag name="KSO_WM_DIAGRAM_GROUP_CODE" val="l1-1"/>
  <p:tag name="KSO_WM_DIAGRAM_VERSION" val="3"/>
  <p:tag name="KSO_WM_DIAGRAM_COLOR_TRICK" val="1"/>
  <p:tag name="KSO_WM_DIAGRAM_COLOR_TEXT_CAN_REMOVE" val="n"/>
  <p:tag name="KSO_WM_UNIT_PRESET_TEXT" val="单击此处输入你的正文，文字是您思想的提炼，为了最终演示发布的良好效果，请尽量言简意赅的阐述观点。根据需要可酌情增减文字。"/>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89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5410_1*l_h_a*1_1_1"/>
  <p:tag name="KSO_WM_TEMPLATE_CATEGORY" val="diagram"/>
  <p:tag name="KSO_WM_TEMPLATE_INDEX" val="20235410"/>
  <p:tag name="KSO_WM_UNIT_LAYERLEVEL" val="1_1_1"/>
  <p:tag name="KSO_WM_TAG_VERSION" val="3.0"/>
  <p:tag name="KSO_WM_DIAGRAM_VIRTUALLY_FRAME" val="{&quot;height&quot;:360.8500061035156,&quot;left&quot;:45.93756073238346,&quot;top&quot;:129.4999969482422,&quot;width&quot;:409.9249572753906}"/>
  <p:tag name="KSO_WM_BEAUTIFY_FLAG" val="#wm#"/>
  <p:tag name="KSO_WM_DIAGRAM_GROUP_CODE" val="l1-1"/>
  <p:tag name="KSO_WM_DIAGRAM_VERSION" val="3"/>
  <p:tag name="KSO_WM_DIAGRAM_COLOR_TRICK" val="1"/>
  <p:tag name="KSO_WM_DIAGRAM_COLOR_TEXT_CAN_REMOVE" val="n"/>
  <p:tag name="KSO_WM_UNIT_PRESET_TEXT" val="单击此处添加项目的标题"/>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8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TEMPLATE_CATEGORY" val="diagram"/>
  <p:tag name="KSO_WM_TEMPLATE_INDEX" val="20235410"/>
  <p:tag name="KSO_WM_UNIT_LAYERLEVEL" val="1_1_1"/>
  <p:tag name="KSO_WM_TAG_VERSION" val="3.0"/>
  <p:tag name="KSO_WM_DIAGRAM_MAX_ITEMCNT" val="5"/>
  <p:tag name="KSO_WM_DIAGRAM_MIN_ITEMCNT" val="2"/>
  <p:tag name="KSO_WM_DIAGRAM_VIRTUALLY_FRAME" val="{&quot;height&quot;:360.8500061035156,&quot;left&quot;:45.93756073238346,&quot;top&quot;:129.4999969482422,&quot;width&quot;:409.924957275390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410_1*l_h_i*1_1_1"/>
  <p:tag name="KSO_WM_UNIT_INDEX" val="1_1_1"/>
  <p:tag name="KSO_WM_UNIT_USESOURCEFORMAT_APPLY" val="0"/>
  <p:tag name="KSO_WM_BEAUTIFY_FLAG" val="#wm#"/>
  <p:tag name="KSO_WM_DIAGRAM_GROUP_CODE" val="l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Lst>
</file>

<file path=ppt/tags/tag8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410_1*l_h_x*1_1_1"/>
  <p:tag name="KSO_WM_TEMPLATE_CATEGORY" val="diagram"/>
  <p:tag name="KSO_WM_TEMPLATE_INDEX" val="20235410"/>
  <p:tag name="KSO_WM_UNIT_LAYERLEVEL" val="1_1_1"/>
  <p:tag name="KSO_WM_TAG_VERSION" val="3.0"/>
  <p:tag name="KSO_WM_BEAUTIFY_FLAG" val="#wm#"/>
  <p:tag name="KSO_WM_UNIT_VALUE" val="70*70"/>
  <p:tag name="KSO_WM_UNIT_TYPE" val="l_h_x"/>
  <p:tag name="KSO_WM_UNIT_INDEX" val="1_1_1"/>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360.8500061035156,&quot;left&quot;:45.93756073238346,&quot;top&quot;:129.4999969482422,&quot;width&quot;:409.924957275390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90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5410_1*l_h_f*1_2_1"/>
  <p:tag name="KSO_WM_TEMPLATE_CATEGORY" val="diagram"/>
  <p:tag name="KSO_WM_TEMPLATE_INDEX" val="20235410"/>
  <p:tag name="KSO_WM_UNIT_LAYERLEVEL" val="1_1_1"/>
  <p:tag name="KSO_WM_TAG_VERSION" val="3.0"/>
  <p:tag name="KSO_WM_DIAGRAM_VIRTUALLY_FRAME" val="{&quot;height&quot;:360.8500061035156,&quot;left&quot;:45.93756073238346,&quot;top&quot;:129.4999969482422,&quot;width&quot;:409.9249572753906}"/>
  <p:tag name="KSO_WM_UNIT_TEXT_LAYER_COUNT" val="1"/>
  <p:tag name="KSO_WM_BEAUTIFY_FLAG" val="#wm#"/>
  <p:tag name="KSO_WM_DIAGRAM_GROUP_CODE" val="l1-1"/>
  <p:tag name="KSO_WM_DIAGRAM_VERSION" val="3"/>
  <p:tag name="KSO_WM_DIAGRAM_COLOR_TRICK" val="1"/>
  <p:tag name="KSO_WM_DIAGRAM_COLOR_TEXT_CAN_REMOVE" val="n"/>
  <p:tag name="KSO_WM_UNIT_PRESET_TEXT" val="单击此处输入你的正文，文字是您思想的提炼，为了最终演示发布的良好效果，请尽量言简意赅的阐述观点。以便观者可以准确理解您所传达的信息。"/>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90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5410_1*l_h_a*1_2_1"/>
  <p:tag name="KSO_WM_TEMPLATE_CATEGORY" val="diagram"/>
  <p:tag name="KSO_WM_TEMPLATE_INDEX" val="20235410"/>
  <p:tag name="KSO_WM_UNIT_LAYERLEVEL" val="1_1_1"/>
  <p:tag name="KSO_WM_TAG_VERSION" val="3.0"/>
  <p:tag name="KSO_WM_DIAGRAM_VIRTUALLY_FRAME" val="{&quot;height&quot;:360.8500061035156,&quot;left&quot;:45.93756073238346,&quot;top&quot;:129.4999969482422,&quot;width&quot;:409.9249572753906}"/>
  <p:tag name="KSO_WM_BEAUTIFY_FLAG" val="#wm#"/>
  <p:tag name="KSO_WM_DIAGRAM_GROUP_CODE" val="l1-1"/>
  <p:tag name="KSO_WM_DIAGRAM_VERSION" val="3"/>
  <p:tag name="KSO_WM_DIAGRAM_COLOR_TRICK" val="1"/>
  <p:tag name="KSO_WM_DIAGRAM_COLOR_TEXT_CAN_REMOVE" val="n"/>
  <p:tag name="KSO_WM_UNIT_PRESET_TEXT" val="单击此处添加项目的标题"/>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9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TEMPLATE_CATEGORY" val="diagram"/>
  <p:tag name="KSO_WM_TEMPLATE_INDEX" val="20235410"/>
  <p:tag name="KSO_WM_UNIT_LAYERLEVEL" val="1_1_1"/>
  <p:tag name="KSO_WM_TAG_VERSION" val="3.0"/>
  <p:tag name="KSO_WM_DIAGRAM_MAX_ITEMCNT" val="5"/>
  <p:tag name="KSO_WM_DIAGRAM_MIN_ITEMCNT" val="2"/>
  <p:tag name="KSO_WM_DIAGRAM_VIRTUALLY_FRAME" val="{&quot;height&quot;:360.8500061035156,&quot;left&quot;:45.93756073238346,&quot;top&quot;:129.4999969482422,&quot;width&quot;:409.924957275390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410_1*l_h_i*1_2_1"/>
  <p:tag name="KSO_WM_UNIT_INDEX" val="1_2_1"/>
  <p:tag name="KSO_WM_UNIT_USESOURCEFORMAT_APPLY" val="0"/>
  <p:tag name="KSO_WM_BEAUTIFY_FLAG" val="#wm#"/>
  <p:tag name="KSO_WM_DIAGRAM_GROUP_CODE" val="l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Lst>
</file>

<file path=ppt/tags/tag9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410_1*l_h_x*1_2_1"/>
  <p:tag name="KSO_WM_TEMPLATE_CATEGORY" val="diagram"/>
  <p:tag name="KSO_WM_TEMPLATE_INDEX" val="20235410"/>
  <p:tag name="KSO_WM_UNIT_LAYERLEVEL" val="1_1_1"/>
  <p:tag name="KSO_WM_TAG_VERSION" val="3.0"/>
  <p:tag name="KSO_WM_BEAUTIFY_FLAG" val="#wm#"/>
  <p:tag name="KSO_WM_UNIT_VALUE" val="70*70"/>
  <p:tag name="KSO_WM_UNIT_TYPE" val="l_h_x"/>
  <p:tag name="KSO_WM_UNIT_INDEX" val="1_2_1"/>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360.8500061035156,&quot;left&quot;:45.93756073238346,&quot;top&quot;:129.4999969482422,&quot;width&quot;:409.924957275390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904.xml><?xml version="1.0" encoding="utf-8"?>
<p:tagLst xmlns:p="http://schemas.openxmlformats.org/presentationml/2006/main">
  <p:tag name="KSO_WM_SLIDE_ID" val="custom20235455_1"/>
  <p:tag name="KSO_WM_TEMPLATE_SUBCATEGORY" val="0"/>
  <p:tag name="KSO_WM_TEMPLATE_MASTER_TYPE" val="0"/>
  <p:tag name="KSO_WM_TEMPLATE_COLOR_TYPE" val="0"/>
  <p:tag name="KSO_WM_SLIDE_TYPE" val="text"/>
  <p:tag name="KSO_WM_SLIDE_SUBTYPE" val="picTxt"/>
  <p:tag name="KSO_WM_SLIDE_ITEM_CNT" val="2"/>
  <p:tag name="KSO_WM_SLIDE_INDEX" val="1"/>
  <p:tag name="KSO_WM_SLIDE_SIZE" val="408.15*360.15"/>
  <p:tag name="KSO_WM_SLIDE_POSITION" val="46.825*129.85"/>
  <p:tag name="KSO_WM_DIAGRAM_GROUP_CODE" val="l1-1"/>
  <p:tag name="KSO_WM_SLIDE_DIAGTYPE" val="l"/>
  <p:tag name="KSO_WM_TAG_VERSION" val="3.0"/>
  <p:tag name="KSO_WM_BEAUTIFY_FLAG" val="#wm#"/>
  <p:tag name="KSO_WM_TEMPLATE_CATEGORY" val="diagram"/>
  <p:tag name="KSO_WM_TEMPLATE_INDEX" val="20234407"/>
  <p:tag name="KSO_WM_SLIDE_LAYOUT" val="a_d_l"/>
  <p:tag name="KSO_WM_SLIDE_LAYOUT_CNT" val="1_1_1"/>
</p:tagLst>
</file>

<file path=ppt/tags/tag905.xml><?xml version="1.0" encoding="utf-8"?>
<p:tagLst xmlns:p="http://schemas.openxmlformats.org/presentationml/2006/main">
  <p:tag name="$PH_EXT" val="2"/>
  <p:tag name="KSO_WM_BEAUTIFY_FLAG" val="#wm#"/>
  <p:tag name="KSO_WM_FIGMA_FLAG" val="#fgm#"/>
  <p:tag name="KSO_WM_UNIT_INDEX" val="2"/>
  <p:tag name="KSO_WM_UNIT_TYPE" val="i"/>
  <p:tag name="KSO_WM_UNIT_ID" val="_10*i*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906.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0372150f3ab07ae18ba4ec6509ebc386062b9ec7"/>
  <p:tag name="KSO_WM_NEWLAYOUT_ID" val="2109"/>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907.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908.xml><?xml version="1.0" encoding="utf-8"?>
<p:tagLst xmlns:p="http://schemas.openxmlformats.org/presentationml/2006/main">
  <p:tag name="KSO_WM_SLIDE_CONTENT_ORIENTATION" val="left"/>
  <p:tag name="KSO_WM_SLIDE_HAS_MASK" val="1"/>
  <p:tag name="KSO_WM_SLIDE_ITEM_CNT" val="0"/>
  <p:tag name="KSO_WM_SLIDE_TYPE" val="sectionTitle"/>
  <p:tag name="KSO_WM_TEMPLATE_SUBCATEGORY" val="29"/>
  <p:tag name="KSO_WM_BEAUTIFY_FLAG" val="#wm#"/>
  <p:tag name="KSO_WM_TEMPLATE_SLIDE_ID" val="slide_8634cd33b2c05368"/>
  <p:tag name="KSO_WM_TEMPLATE_INDEX" val="40480806"/>
  <p:tag name="KSO_WM_TEMPLATE_CATEGORY" val="custom"/>
  <p:tag name="KSO_WM_SLIDE_INDEX" val="3"/>
  <p:tag name="KSO_WM_SLIDE_ID" val="custom40480806_7"/>
  <p:tag name="KSO_WM_TEMPLATE_MASTER_TYPE" val="0"/>
  <p:tag name="KSO_WM_SLIDE_LAYOUT" val="a_e_i"/>
  <p:tag name="KSO_WM_SLIDE_LAYOUT_CNT" val="1_1_1"/>
  <p:tag name="KSO_WM_TAG_VERSION" val="3.0"/>
</p:tagLst>
</file>

<file path=ppt/tags/tag9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1_5"/>
  <p:tag name="KSO_WM_TEMPLATE_CATEGORY" val="diagram"/>
  <p:tag name="KSO_WM_TEMPLATE_INDEX" val="20234406"/>
  <p:tag name="KSO_WM_UNIT_LAYERLEVEL" val="1_1_1"/>
  <p:tag name="KSO_WM_TAG_VERSION" val="3.0"/>
  <p:tag name="KSO_WM_UNIT_TYPE" val="m_h_i"/>
  <p:tag name="KSO_WM_UNIT_INDEX" val="1_1_5"/>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gradient&quot;:[{&quot;brightness&quot;:0.4000000059604645,&quot;colorType&quot;:1,&quot;foreColorIndex&quot;:5,&quot;pos&quot;:1,&quot;transparency&quot;:0},{&quot;brightness&quot;:0.15000000596046448,&quot;colorType&quot;:1,&quot;foreColorIndex&quot;:5,&quot;pos&quot;:0.349999994039535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UNIT_TEXT_FILL_FORE_SCHEMECOLOR_INDEX" val="13"/>
  <p:tag name="KSO_WM_UNIT_TEXT_FILL_TYPE" val="1"/>
  <p:tag name="KSO_WM_UNIT_USESOURCEFORMAT_APPLY" val="0"/>
</p:tagLst>
</file>

<file path=ppt/tags/tag9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1_4"/>
  <p:tag name="KSO_WM_TEMPLATE_CATEGORY" val="diagram"/>
  <p:tag name="KSO_WM_TEMPLATE_INDEX" val="20234406"/>
  <p:tag name="KSO_WM_UNIT_LAYERLEVEL" val="1_1_1"/>
  <p:tag name="KSO_WM_TAG_VERSION" val="3.0"/>
  <p:tag name="KSO_WM_UNIT_TYPE" val="m_h_i"/>
  <p:tag name="KSO_WM_UNIT_INDEX" val="1_1_4"/>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UNIT_TEXT_FILL_FORE_SCHEMECOLOR_INDEX" val="13"/>
  <p:tag name="KSO_WM_UNIT_TEXT_FILL_TYPE" val="1"/>
  <p:tag name="KSO_WM_UNIT_USESOURCEFORMAT_APPLY" val="0"/>
</p:tagLst>
</file>

<file path=ppt/tags/tag9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2_5"/>
  <p:tag name="KSO_WM_TEMPLATE_CATEGORY" val="diagram"/>
  <p:tag name="KSO_WM_TEMPLATE_INDEX" val="20234406"/>
  <p:tag name="KSO_WM_UNIT_LAYERLEVEL" val="1_1_1"/>
  <p:tag name="KSO_WM_TAG_VERSION" val="3.0"/>
  <p:tag name="KSO_WM_UNIT_TYPE" val="m_h_i"/>
  <p:tag name="KSO_WM_UNIT_INDEX" val="1_2_5"/>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gradient&quot;:[{&quot;brightness&quot;:0.4000000059604645,&quot;colorType&quot;:1,&quot;foreColorIndex&quot;:5,&quot;pos&quot;:1,&quot;transparency&quot;:0},{&quot;brightness&quot;:0.15000000596046448,&quot;colorType&quot;:1,&quot;foreColorIndex&quot;:5,&quot;pos&quot;:0.349999994039535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UNIT_TEXT_FILL_FORE_SCHEMECOLOR_INDEX" val="13"/>
  <p:tag name="KSO_WM_UNIT_TEXT_FILL_TYPE" val="1"/>
  <p:tag name="KSO_WM_UNIT_USESOURCEFORMAT_APPLY" val="0"/>
</p:tagLst>
</file>

<file path=ppt/tags/tag9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2_4"/>
  <p:tag name="KSO_WM_TEMPLATE_CATEGORY" val="diagram"/>
  <p:tag name="KSO_WM_TEMPLATE_INDEX" val="20234406"/>
  <p:tag name="KSO_WM_UNIT_LAYERLEVEL" val="1_1_1"/>
  <p:tag name="KSO_WM_TAG_VERSION" val="3.0"/>
  <p:tag name="KSO_WM_UNIT_TYPE" val="m_h_i"/>
  <p:tag name="KSO_WM_UNIT_INDEX" val="1_2_4"/>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UNIT_TEXT_FILL_FORE_SCHEMECOLOR_INDEX" val="13"/>
  <p:tag name="KSO_WM_UNIT_TEXT_FILL_TYPE" val="1"/>
  <p:tag name="KSO_WM_UNIT_USESOURCEFORMAT_APPLY" val="0"/>
</p:tagLst>
</file>

<file path=ppt/tags/tag9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3_5"/>
  <p:tag name="KSO_WM_TEMPLATE_CATEGORY" val="diagram"/>
  <p:tag name="KSO_WM_TEMPLATE_INDEX" val="20234406"/>
  <p:tag name="KSO_WM_UNIT_LAYERLEVEL" val="1_1_1"/>
  <p:tag name="KSO_WM_TAG_VERSION" val="3.0"/>
  <p:tag name="KSO_WM_UNIT_TYPE" val="m_h_i"/>
  <p:tag name="KSO_WM_UNIT_INDEX" val="1_3_5"/>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gradient&quot;:[{&quot;brightness&quot;:0.4000000059604645,&quot;colorType&quot;:1,&quot;foreColorIndex&quot;:5,&quot;pos&quot;:1,&quot;transparency&quot;:0},{&quot;brightness&quot;:0.15000000596046448,&quot;colorType&quot;:1,&quot;foreColorIndex&quot;:5,&quot;pos&quot;:0.349999994039535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UNIT_TEXT_FILL_FORE_SCHEMECOLOR_INDEX" val="13"/>
  <p:tag name="KSO_WM_UNIT_TEXT_FILL_TYPE" val="1"/>
  <p:tag name="KSO_WM_UNIT_USESOURCEFORMAT_APPLY" val="0"/>
</p:tagLst>
</file>

<file path=ppt/tags/tag9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3_4"/>
  <p:tag name="KSO_WM_TEMPLATE_CATEGORY" val="diagram"/>
  <p:tag name="KSO_WM_TEMPLATE_INDEX" val="20234406"/>
  <p:tag name="KSO_WM_UNIT_LAYERLEVEL" val="1_1_1"/>
  <p:tag name="KSO_WM_TAG_VERSION" val="3.0"/>
  <p:tag name="KSO_WM_UNIT_TYPE" val="m_h_i"/>
  <p:tag name="KSO_WM_UNIT_INDEX" val="1_3_4"/>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UNIT_TEXT_FILL_FORE_SCHEMECOLOR_INDEX" val="13"/>
  <p:tag name="KSO_WM_UNIT_TEXT_FILL_TYPE" val="1"/>
  <p:tag name="KSO_WM_UNIT_USESOURCEFORMAT_APPLY" val="0"/>
</p:tagLst>
</file>

<file path=ppt/tags/tag9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2_6"/>
  <p:tag name="KSO_WM_TEMPLATE_CATEGORY" val="diagram"/>
  <p:tag name="KSO_WM_TEMPLATE_INDEX" val="20234406"/>
  <p:tag name="KSO_WM_UNIT_LAYERLEVEL" val="1_1_1"/>
  <p:tag name="KSO_WM_TAG_VERSION" val="3.0"/>
  <p:tag name="KSO_WM_UNIT_TYPE" val="m_h_i"/>
  <p:tag name="KSO_WM_UNIT_INDEX" val="1_2_6"/>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solid&quot;:{&quot;brightness&quot;:0.75,&quot;colorType&quot;:1,&quot;foreColorIndex&quot;:13,&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75"/>
  <p:tag name="KSO_WM_UNIT_LINE_FORE_SCHEMECOLOR_INDEX" val="-2"/>
  <p:tag name="KSO_WM_UNIT_TEXT_FILL_FORE_SCHEMECOLOR_INDEX" val="13"/>
  <p:tag name="KSO_WM_UNIT_TEXT_FILL_TYPE" val="1"/>
  <p:tag name="KSO_WM_UNIT_USESOURCEFORMAT_APPLY" val="0"/>
</p:tagLst>
</file>

<file path=ppt/tags/tag9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3_6"/>
  <p:tag name="KSO_WM_TEMPLATE_CATEGORY" val="diagram"/>
  <p:tag name="KSO_WM_TEMPLATE_INDEX" val="20234406"/>
  <p:tag name="KSO_WM_UNIT_LAYERLEVEL" val="1_1_1"/>
  <p:tag name="KSO_WM_TAG_VERSION" val="3.0"/>
  <p:tag name="KSO_WM_UNIT_TYPE" val="m_h_i"/>
  <p:tag name="KSO_WM_UNIT_INDEX" val="1_3_6"/>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solid&quot;:{&quot;brightness&quot;:0.75,&quot;colorType&quot;:1,&quot;foreColorIndex&quot;:13,&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75"/>
  <p:tag name="KSO_WM_UNIT_LINE_FORE_SCHEMECOLOR_INDEX" val="-2"/>
  <p:tag name="KSO_WM_UNIT_TEXT_FILL_FORE_SCHEMECOLOR_INDEX" val="13"/>
  <p:tag name="KSO_WM_UNIT_TEXT_FILL_TYPE" val="1"/>
  <p:tag name="KSO_WM_UNIT_USESOURCEFORMAT_APPLY" val="0"/>
</p:tagLst>
</file>

<file path=ppt/tags/tag9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i*1_1"/>
  <p:tag name="KSO_WM_TEMPLATE_CATEGORY" val="diagram"/>
  <p:tag name="KSO_WM_TEMPLATE_INDEX" val="20234406"/>
  <p:tag name="KSO_WM_UNIT_LAYERLEVEL" val="1_1"/>
  <p:tag name="KSO_WM_TAG_VERSION" val="3.0"/>
  <p:tag name="KSO_WM_UNIT_TYPE" val="m_i"/>
  <p:tag name="KSO_WM_UNIT_INDEX" val="1_1"/>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solid&quot;:{&quot;brightness&quot;:0.6499999761581421,&quot;colorType&quot;:1,&quot;foreColorIndex&quot;:13,&quot;transparency&quot;:0.64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65"/>
  <p:tag name="KSO_WM_UNIT_LINE_FORE_SCHEMECOLOR_INDEX" val="-2"/>
  <p:tag name="KSO_WM_UNIT_TEXT_FILL_FORE_SCHEMECOLOR_INDEX" val="13"/>
  <p:tag name="KSO_WM_UNIT_TEXT_FILL_TYPE" val="1"/>
  <p:tag name="KSO_WM_UNIT_USESOURCEFORMAT_APPLY" val="0"/>
</p:tagLst>
</file>

<file path=ppt/tags/tag9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1_6"/>
  <p:tag name="KSO_WM_TEMPLATE_CATEGORY" val="diagram"/>
  <p:tag name="KSO_WM_TEMPLATE_INDEX" val="20234406"/>
  <p:tag name="KSO_WM_UNIT_LAYERLEVEL" val="1_1_1"/>
  <p:tag name="KSO_WM_TAG_VERSION" val="3.0"/>
  <p:tag name="KSO_WM_UNIT_TYPE" val="m_h_i"/>
  <p:tag name="KSO_WM_UNIT_INDEX" val="1_1_6"/>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solid&quot;:{&quot;brightness&quot;:0.75,&quot;colorType&quot;:1,&quot;foreColorIndex&quot;:13,&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75"/>
  <p:tag name="KSO_WM_UNIT_LINE_FORE_SCHEMECOLOR_INDEX" val="-2"/>
  <p:tag name="KSO_WM_UNIT_TEXT_FILL_FORE_SCHEMECOLOR_INDEX" val="13"/>
  <p:tag name="KSO_WM_UNIT_TEXT_FILL_TYPE" val="1"/>
  <p:tag name="KSO_WM_UNIT_USESOURCEFORMAT_APPLY" val="0"/>
</p:tagLst>
</file>

<file path=ppt/tags/tag9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x*1_1_1"/>
  <p:tag name="KSO_WM_TEMPLATE_CATEGORY" val="diagram"/>
  <p:tag name="KSO_WM_TEMPLATE_INDEX" val="20234406"/>
  <p:tag name="KSO_WM_UNIT_LAYERLEVEL" val="1_1_1"/>
  <p:tag name="KSO_WM_TAG_VERSION" val="3.0"/>
  <p:tag name="KSO_WM_UNIT_VALUE" val="127*144"/>
  <p:tag name="KSO_WM_UNIT_TYPE" val="m_h_x"/>
  <p:tag name="KSO_WM_UNIT_INDEX" val="1_1_1"/>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5"/>
  <p:tag name="KSO_WM_UNIT_FILL_FORE_SCHEMECOLOR_INDEX_BRIGHTNESS" val="0"/>
  <p:tag name="KSO_WM_UNIT_USESOURCEFORMAT_APPLY" val="0"/>
</p:tagLst>
</file>

<file path=ppt/tags/tag9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x*1_2_1"/>
  <p:tag name="KSO_WM_TEMPLATE_CATEGORY" val="diagram"/>
  <p:tag name="KSO_WM_TEMPLATE_INDEX" val="20234406"/>
  <p:tag name="KSO_WM_UNIT_LAYERLEVEL" val="1_1_1"/>
  <p:tag name="KSO_WM_TAG_VERSION" val="3.0"/>
  <p:tag name="KSO_WM_UNIT_VALUE" val="132*129"/>
  <p:tag name="KSO_WM_UNIT_TYPE" val="m_h_x"/>
  <p:tag name="KSO_WM_UNIT_INDEX" val="1_2_1"/>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5"/>
  <p:tag name="KSO_WM_UNIT_FILL_FORE_SCHEMECOLOR_INDEX_BRIGHTNESS" val="0"/>
  <p:tag name="KSO_WM_UNIT_USESOURCEFORMAT_APPLY" val="0"/>
</p:tagLst>
</file>

<file path=ppt/tags/tag9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x*1_3_1"/>
  <p:tag name="KSO_WM_TEMPLATE_CATEGORY" val="diagram"/>
  <p:tag name="KSO_WM_TEMPLATE_INDEX" val="20234406"/>
  <p:tag name="KSO_WM_UNIT_LAYERLEVEL" val="1_1_1"/>
  <p:tag name="KSO_WM_TAG_VERSION" val="3.0"/>
  <p:tag name="KSO_WM_UNIT_VALUE" val="107*144"/>
  <p:tag name="KSO_WM_UNIT_TYPE" val="m_h_x"/>
  <p:tag name="KSO_WM_UNIT_INDEX" val="1_3_1"/>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5"/>
  <p:tag name="KSO_WM_UNIT_FILL_FORE_SCHEMECOLOR_INDEX_BRIGHTNESS" val="0"/>
  <p:tag name="KSO_WM_UNIT_USESOURCEFORMAT_APPLY" val="0"/>
</p:tagLst>
</file>

<file path=ppt/tags/tag9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f*1_3_1"/>
  <p:tag name="KSO_WM_TEMPLATE_CATEGORY" val="diagram"/>
  <p:tag name="KSO_WM_TEMPLATE_INDEX" val="20234406"/>
  <p:tag name="KSO_WM_UNIT_LAYERLEVEL" val="1_1_1"/>
  <p:tag name="KSO_WM_TAG_VERSION" val="3.0"/>
  <p:tag name="KSO_WM_UNIT_SUBTYPE" val="a"/>
  <p:tag name="KSO_WM_UNIT_NOCLEAR" val="0"/>
  <p:tag name="KSO_WM_UNIT_VALUE" val="80"/>
  <p:tag name="KSO_WM_UNIT_TYPE" val="m_h_f"/>
  <p:tag name="KSO_WM_UNIT_INDEX" val="1_3_1"/>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文字是您思想的提炼，简明扼要地阐述您的观点根据需要可酌情增减文字，以便观者能够准确地理解您所传达的思想"/>
  <p:tag name="KSO_WM_UNIT_LINE_FORE_SCHEMECOLOR_INDEX" val="-2"/>
  <p:tag name="KSO_WM_UNIT_TEXT_FILL_FORE_SCHEMECOLOR_INDEX" val="1"/>
  <p:tag name="KSO_WM_UNIT_TEXT_FILL_TYPE" val="1"/>
  <p:tag name="KSO_WM_UNIT_USESOURCEFORMAT_APPLY" val="0"/>
</p:tagLst>
</file>

<file path=ppt/tags/tag9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3_3"/>
  <p:tag name="KSO_WM_TEMPLATE_CATEGORY" val="diagram"/>
  <p:tag name="KSO_WM_TEMPLATE_INDEX" val="20234406"/>
  <p:tag name="KSO_WM_UNIT_LAYERLEVEL" val="1_1_1"/>
  <p:tag name="KSO_WM_TAG_VERSION" val="3.0"/>
  <p:tag name="KSO_WM_UNIT_SUBTYPE" val="nb"/>
  <p:tag name="KSO_WM_UNIT_TYPE" val="m_h_i"/>
  <p:tag name="KSO_WM_UNIT_INDEX" val="1_3_3"/>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UNIT_TEXT_FILL_FORE_SCHEMECOLOR_INDEX" val="1"/>
  <p:tag name="KSO_WM_UNIT_TEXT_FILL_TYPE" val="1"/>
  <p:tag name="KSO_WM_UNIT_USESOURCEFORMAT_APPLY" val="0"/>
</p:tagLst>
</file>

<file path=ppt/tags/tag9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f*1_2_1"/>
  <p:tag name="KSO_WM_TEMPLATE_CATEGORY" val="diagram"/>
  <p:tag name="KSO_WM_TEMPLATE_INDEX" val="20234406"/>
  <p:tag name="KSO_WM_UNIT_LAYERLEVEL" val="1_1_1"/>
  <p:tag name="KSO_WM_TAG_VERSION" val="3.0"/>
  <p:tag name="KSO_WM_UNIT_SUBTYPE" val="a"/>
  <p:tag name="KSO_WM_UNIT_NOCLEAR" val="0"/>
  <p:tag name="KSO_WM_UNIT_VALUE" val="80"/>
  <p:tag name="KSO_WM_UNIT_TYPE" val="m_h_f"/>
  <p:tag name="KSO_WM_UNIT_INDEX" val="1_2_1"/>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内容观点根据需要可酌情增减文字，以便观者能够准确地理解您所传达的思想"/>
  <p:tag name="KSO_WM_UNIT_LINE_FORE_SCHEMECOLOR_INDEX" val="-2"/>
  <p:tag name="KSO_WM_UNIT_TEXT_FILL_FORE_SCHEMECOLOR_INDEX" val="1"/>
  <p:tag name="KSO_WM_UNIT_TEXT_FILL_TYPE" val="1"/>
  <p:tag name="KSO_WM_UNIT_USESOURCEFORMAT_APPLY" val="0"/>
</p:tagLst>
</file>

<file path=ppt/tags/tag9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2_3"/>
  <p:tag name="KSO_WM_TEMPLATE_CATEGORY" val="diagram"/>
  <p:tag name="KSO_WM_TEMPLATE_INDEX" val="20234406"/>
  <p:tag name="KSO_WM_UNIT_LAYERLEVEL" val="1_1_1"/>
  <p:tag name="KSO_WM_TAG_VERSION" val="3.0"/>
  <p:tag name="KSO_WM_UNIT_SUBTYPE" val="nb"/>
  <p:tag name="KSO_WM_UNIT_TYPE" val="m_h_i"/>
  <p:tag name="KSO_WM_UNIT_INDEX" val="1_2_3"/>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UNIT_TEXT_FILL_FORE_SCHEMECOLOR_INDEX" val="1"/>
  <p:tag name="KSO_WM_UNIT_TEXT_FILL_TYPE" val="1"/>
  <p:tag name="KSO_WM_UNIT_USESOURCEFORMAT_APPLY" val="0"/>
</p:tagLst>
</file>

<file path=ppt/tags/tag9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f*1_1_1"/>
  <p:tag name="KSO_WM_TEMPLATE_CATEGORY" val="diagram"/>
  <p:tag name="KSO_WM_TEMPLATE_INDEX" val="20234406"/>
  <p:tag name="KSO_WM_UNIT_LAYERLEVEL" val="1_1_1"/>
  <p:tag name="KSO_WM_TAG_VERSION" val="3.0"/>
  <p:tag name="KSO_WM_UNIT_SUBTYPE" val="a"/>
  <p:tag name="KSO_WM_UNIT_NOCLEAR" val="0"/>
  <p:tag name="KSO_WM_UNIT_VALUE" val="80"/>
  <p:tag name="KSO_WM_UNIT_TYPE" val="m_h_f"/>
  <p:tag name="KSO_WM_UNIT_INDEX" val="1_1_1"/>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文字是您思想的提炼，简明扼要地阐述您的观点根据需要可酌情增减文字，以便观者能够准确地理解您所传达的思想"/>
  <p:tag name="KSO_WM_UNIT_LINE_FORE_SCHEMECOLOR_INDEX" val="-2"/>
  <p:tag name="KSO_WM_UNIT_TEXT_FILL_FORE_SCHEMECOLOR_INDEX" val="1"/>
  <p:tag name="KSO_WM_UNIT_TEXT_FILL_TYPE" val="1"/>
  <p:tag name="KSO_WM_UNIT_USESOURCEFORMAT_APPLY" val="0"/>
</p:tagLst>
</file>

<file path=ppt/tags/tag9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1_3"/>
  <p:tag name="KSO_WM_TEMPLATE_CATEGORY" val="diagram"/>
  <p:tag name="KSO_WM_TEMPLATE_INDEX" val="20234406"/>
  <p:tag name="KSO_WM_UNIT_LAYERLEVEL" val="1_1_1"/>
  <p:tag name="KSO_WM_TAG_VERSION" val="3.0"/>
  <p:tag name="KSO_WM_UNIT_SUBTYPE" val="nb"/>
  <p:tag name="KSO_WM_UNIT_TYPE" val="m_h_i"/>
  <p:tag name="KSO_WM_UNIT_INDEX" val="1_1_3"/>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UNIT_TEXT_FILL_FORE_SCHEMECOLOR_INDEX" val="1"/>
  <p:tag name="KSO_WM_UNIT_TEXT_FILL_TYPE" val="1"/>
  <p:tag name="KSO_WM_UNIT_USESOURCEFORMAT_APPLY" val="0"/>
</p:tagLst>
</file>

<file path=ppt/tags/tag9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3_2"/>
  <p:tag name="KSO_WM_TEMPLATE_CATEGORY" val="diagram"/>
  <p:tag name="KSO_WM_TEMPLATE_INDEX" val="20234406"/>
  <p:tag name="KSO_WM_UNIT_LAYERLEVEL" val="1_1_1"/>
  <p:tag name="KSO_WM_TAG_VERSION" val="3.0"/>
  <p:tag name="KSO_WM_UNIT_TYPE" val="m_h_i"/>
  <p:tag name="KSO_WM_UNIT_INDEX" val="1_3_2"/>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gradient&quot;:[{&quot;brightness&quot;:0.6000000238418579,&quot;colorType&quot;:1,&quot;foreColorIndex&quot;:5,&quot;pos&quot;:1,&quot;transparency&quot;:0},{&quot;brightness&quot;:0.15000000596046448,&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UNIT_TEXT_FILL_FORE_SCHEMECOLOR_INDEX" val="2"/>
  <p:tag name="KSO_WM_UNIT_TEXT_FILL_TYPE" val="1"/>
  <p:tag name="KSO_WM_UNIT_USESOURCEFORMAT_APPLY" val="0"/>
</p:tagLst>
</file>

<file path=ppt/tags/tag9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2_2"/>
  <p:tag name="KSO_WM_TEMPLATE_CATEGORY" val="diagram"/>
  <p:tag name="KSO_WM_TEMPLATE_INDEX" val="20234406"/>
  <p:tag name="KSO_WM_UNIT_LAYERLEVEL" val="1_1_1"/>
  <p:tag name="KSO_WM_TAG_VERSION" val="3.0"/>
  <p:tag name="KSO_WM_UNIT_TYPE" val="m_h_i"/>
  <p:tag name="KSO_WM_UNIT_INDEX" val="1_2_2"/>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gradient&quot;:[{&quot;brightness&quot;:0.6000000238418579,&quot;colorType&quot;:1,&quot;foreColorIndex&quot;:5,&quot;pos&quot;:1,&quot;transparency&quot;:0},{&quot;brightness&quot;:0.15000000596046448,&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UNIT_TEXT_FILL_FORE_SCHEMECOLOR_INDEX" val="2"/>
  <p:tag name="KSO_WM_UNIT_TEXT_FILL_TYPE" val="1"/>
  <p:tag name="KSO_WM_UNIT_USESOURCEFORMAT_APPLY" val="0"/>
</p:tagLst>
</file>

<file path=ppt/tags/tag9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1_2"/>
  <p:tag name="KSO_WM_TEMPLATE_CATEGORY" val="diagram"/>
  <p:tag name="KSO_WM_TEMPLATE_INDEX" val="20234406"/>
  <p:tag name="KSO_WM_UNIT_LAYERLEVEL" val="1_1_1"/>
  <p:tag name="KSO_WM_TAG_VERSION" val="3.0"/>
  <p:tag name="KSO_WM_UNIT_TYPE" val="m_h_i"/>
  <p:tag name="KSO_WM_UNIT_INDEX" val="1_1_2"/>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gradient&quot;:[{&quot;brightness&quot;:0.6000000238418579,&quot;colorType&quot;:1,&quot;foreColorIndex&quot;:5,&quot;pos&quot;:1,&quot;transparency&quot;:0},{&quot;brightness&quot;:0.15000000596046448,&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UNIT_TEXT_FILL_FORE_SCHEMECOLOR_INDEX" val="2"/>
  <p:tag name="KSO_WM_UNIT_TEXT_FILL_TYPE" val="1"/>
  <p:tag name="KSO_WM_UNIT_USESOURCEFORMAT_APPLY" val="0"/>
</p:tagLst>
</file>

<file path=ppt/tags/tag9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3_1"/>
  <p:tag name="KSO_WM_TEMPLATE_CATEGORY" val="diagram"/>
  <p:tag name="KSO_WM_TEMPLATE_INDEX" val="20234406"/>
  <p:tag name="KSO_WM_UNIT_LAYERLEVEL" val="1_1_1"/>
  <p:tag name="KSO_WM_TAG_VERSION" val="3.0"/>
  <p:tag name="KSO_WM_UNIT_TYPE" val="m_h_i"/>
  <p:tag name="KSO_WM_UNIT_INDEX" val="1_3_1"/>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LINE_FILL_TYPE" val="2"/>
  <p:tag name="KSO_WM_UNIT_USESOURCEFORMAT_APPLY" val="0"/>
</p:tagLst>
</file>

<file path=ppt/tags/tag9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2_1"/>
  <p:tag name="KSO_WM_TEMPLATE_CATEGORY" val="diagram"/>
  <p:tag name="KSO_WM_TEMPLATE_INDEX" val="20234406"/>
  <p:tag name="KSO_WM_UNIT_LAYERLEVEL" val="1_1_1"/>
  <p:tag name="KSO_WM_TAG_VERSION" val="3.0"/>
  <p:tag name="KSO_WM_UNIT_TYPE" val="m_h_i"/>
  <p:tag name="KSO_WM_UNIT_INDEX" val="1_2_1"/>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LINE_FILL_TYPE" val="2"/>
  <p:tag name="KSO_WM_UNIT_USESOURCEFORMAT_APPLY" val="0"/>
</p:tagLst>
</file>

<file path=ppt/tags/tag9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m_h_i*1_1_1"/>
  <p:tag name="KSO_WM_TEMPLATE_CATEGORY" val="diagram"/>
  <p:tag name="KSO_WM_TEMPLATE_INDEX" val="20234406"/>
  <p:tag name="KSO_WM_UNIT_LAYERLEVEL" val="1_1_1"/>
  <p:tag name="KSO_WM_TAG_VERSION" val="3.0"/>
  <p:tag name="KSO_WM_UNIT_TYPE" val="m_h_i"/>
  <p:tag name="KSO_WM_UNIT_INDEX" val="1_1_1"/>
  <p:tag name="KSO_WM_DIAGRAM_GROUP_CODE" val="m1-1"/>
  <p:tag name="KSO_WM_DIAGRAM_VERSION" val="3"/>
  <p:tag name="KSO_WM_DIAGRAM_COLOR_TRICK" val="1"/>
  <p:tag name="KSO_WM_DIAGRAM_COLOR_TEXT_CAN_REMOVE" val="n"/>
  <p:tag name="KSO_WM_DIAGRAM_MAX_ITEMCNT" val="4"/>
  <p:tag name="KSO_WM_DIAGRAM_MIN_ITEMCNT" val="3"/>
  <p:tag name="KSO_WM_DIAGRAM_VIRTUALLY_FRAME" val="{&quot;height&quot;:458.7333984375,&quot;left&quot;:113.54581517016796,&quot;top&quot;:68.66806456077757,&quot;width&quot;:777.049865722656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LINE_FILL_TYPE" val="2"/>
  <p:tag name="KSO_WM_UNIT_USESOURCEFORMAT_APPLY" val="0"/>
</p:tagLst>
</file>

<file path=ppt/tags/tag9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06_1*a*1"/>
  <p:tag name="KSO_WM_TEMPLATE_CATEGORY" val="diagram"/>
  <p:tag name="KSO_WM_TEMPLATE_INDEX" val="20234406"/>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VALUE" val="28"/>
  <p:tag name="KSO_WM_DIAGRAM_GROUP_CODE" val="m1-1"/>
  <p:tag name="KSO_WM_UNIT_TEXT_TYPE" val="1"/>
  <p:tag name="KSO_WM_UNIT_PRESET_TEXT" val="单击此处添加&#13;标题内容"/>
  <p:tag name="KSO_WM_UNIT_TEXT_FILL_FORE_SCHEMECOLOR_INDEX" val="13"/>
  <p:tag name="KSO_WM_UNIT_TEXT_FILL_TYPE" val="1"/>
  <p:tag name="KSO_WM_UNIT_USESOURCEFORMAT_APPLY" val="0"/>
</p:tagLst>
</file>

<file path=ppt/tags/tag935.xml><?xml version="1.0" encoding="utf-8"?>
<p:tagLst xmlns:p="http://schemas.openxmlformats.org/presentationml/2006/main">
  <p:tag name="KSO_WM_SLIDE_ID" val="diagram20234406_1"/>
  <p:tag name="KSO_WM_TEMPLATE_SUBCATEGORY" val="0"/>
  <p:tag name="KSO_WM_TEMPLATE_MASTER_TYPE" val="0"/>
  <p:tag name="KSO_WM_TEMPLATE_COLOR_TYPE" val="0"/>
  <p:tag name="KSO_WM_SLIDE_TYPE" val="text"/>
  <p:tag name="KSO_WM_SLIDE_SUBTYPE" val="diag"/>
  <p:tag name="KSO_WM_SLIDE_ITEM_CNT" val="3"/>
  <p:tag name="KSO_WM_SLIDE_INDEX" val="1"/>
  <p:tag name="KSO_WM_SLIDE_SIZE" val="767.035*379.917"/>
  <p:tag name="KSO_WM_SLIDE_POSITION" val="118.553*108.076"/>
  <p:tag name="KSO_WM_TAG_VERSION" val="3.0"/>
  <p:tag name="KSO_WM_BEAUTIFY_FLAG" val="#wm#"/>
  <p:tag name="KSO_WM_TEMPLATE_CATEGORY" val="custom"/>
  <p:tag name="KSO_WM_TEMPLATE_INDEX" val="40480806"/>
  <p:tag name="KSO_WM_SLIDE_LAYOUT" val="a_m"/>
  <p:tag name="KSO_WM_SLIDE_LAYOUT_CNT" val="1_1"/>
  <p:tag name="KSO_WM_DIAGRAM_GROUP_CODE" val="m1-1"/>
  <p:tag name="KSO_WM_SLIDE_DIAGTYPE" val="m"/>
</p:tagLst>
</file>

<file path=ppt/tags/tag936.xml><?xml version="1.0" encoding="utf-8"?>
<p:tagLst xmlns:p="http://schemas.openxmlformats.org/presentationml/2006/main">
  <p:tag name="KSO_WM_BEAUTIFY_FLAG" val="#fgm#"/>
  <p:tag name="KSO_WM_FIGMA_FLAG" val="#fgm#"/>
  <p:tag name="KSO_WM_UNIT_INDEX" val="1"/>
  <p:tag name="KSO_WM_UNIT_TYPE" val="a"/>
  <p:tag name="KSO_WM_LAYOUT_CHECK_HASH" val="56918eb4d54c75cfc83ef4948fe5dda3e80382c4"/>
  <p:tag name="KSO_WM_NEWLAYOUT_GROUP_ID" val="layout_10011"/>
  <p:tag name="KSO_WM_NEWLAYOUT_ID" val="slide_718c7f70e2753aac"/>
  <p:tag name="KSO_WM_UNIT_PRESET_TEXT" val="单击此处添加标题"/>
</p:tagLst>
</file>

<file path=ppt/tags/tag9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1"/>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1"/>
  <p:tag name="KSO_WM_DIAGRAM_VERSION" val="3"/>
  <p:tag name="KSO_WM_DIAGRAM_COLOR_TRICK" val="1"/>
  <p:tag name="KSO_WM_DIAGRAM_COLOR_TEXT_CAN_REMOVE" val="n"/>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gradient&quot;:[{&quot;brightness&quot;:0.800000011920929,&quot;colorType&quot;:1,&quot;foreColorIndex&quot;:5,&quot;pos&quot;:0.01769999973475933,&quot;transparency&quot;:1},{&quot;brightness&quot;:0.800000011920929,&quot;colorType&quot;:1,&quot;foreColorIndex&quot;:5,&quot;pos&quot;:0.25999999046325684,&quot;transparency&quot;:0.20000000298023224},{&quot;brightness&quot;:0,&quot;colorType&quot;:1,&quot;foreColorIndex&quot;:5,&quot;pos&quot;:0.9734500050544739,&quot;transparency&quot;:1},{&quot;brightness&quot;:0,&quot;colorType&quot;:1,&quot;foreColorIndex&quot;:5,&quot;pos&quot;:0.64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9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2"/>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2"/>
  <p:tag name="KSO_WM_DIAGRAM_VERSION" val="3"/>
  <p:tag name="KSO_WM_DIAGRAM_COLOR_TRICK" val="1"/>
  <p:tag name="KSO_WM_DIAGRAM_COLOR_TEXT_CAN_REMOVE" val="n"/>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gradient&quot;:[{&quot;brightness&quot;:0.800000011920929,&quot;colorType&quot;:1,&quot;foreColorIndex&quot;:5,&quot;pos&quot;:0.01769999973475933,&quot;transparency&quot;:1},{&quot;brightness&quot;:0.800000011920929,&quot;colorType&quot;:1,&quot;foreColorIndex&quot;:5,&quot;pos&quot;:0.25999999046325684,&quot;transparency&quot;:0.20000000298023224},{&quot;brightness&quot;:0,&quot;colorType&quot;:1,&quot;foreColorIndex&quot;:5,&quot;pos&quot;:0.9734500050544739,&quot;transparency&quot;:1},{&quot;brightness&quot;:0,&quot;colorType&quot;:1,&quot;foreColorIndex&quot;:5,&quot;pos&quot;:0.64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9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3"/>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3"/>
  <p:tag name="KSO_WM_DIAGRAM_VERSION" val="3"/>
  <p:tag name="KSO_WM_DIAGRAM_COLOR_TRICK" val="1"/>
  <p:tag name="KSO_WM_DIAGRAM_COLOR_TEXT_CAN_REMOVE" val="n"/>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gradient&quot;:[{&quot;brightness&quot;:0.800000011920929,&quot;colorType&quot;:1,&quot;foreColorIndex&quot;:5,&quot;pos&quot;:0.01769999973475933,&quot;transparency&quot;:1},{&quot;brightness&quot;:0.800000011920929,&quot;colorType&quot;:1,&quot;foreColorIndex&quot;:5,&quot;pos&quot;:0.25999999046325684,&quot;transparency&quot;:0.20000000298023224},{&quot;brightness&quot;:0,&quot;colorType&quot;:1,&quot;foreColorIndex&quot;:5,&quot;pos&quot;:0.9734500050544739,&quot;transparency&quot;:1},{&quot;brightness&quot;:0,&quot;colorType&quot;:1,&quot;foreColorIndex&quot;:5,&quot;pos&quot;:0.64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9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4"/>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4"/>
  <p:tag name="KSO_WM_DIAGRAM_VERSION" val="3"/>
  <p:tag name="KSO_WM_DIAGRAM_COLOR_TRICK" val="1"/>
  <p:tag name="KSO_WM_DIAGRAM_COLOR_TEXT_CAN_REMOVE" val="n"/>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gradient&quot;:[{&quot;brightness&quot;:0.800000011920929,&quot;colorType&quot;:1,&quot;foreColorIndex&quot;:5,&quot;pos&quot;:0.01769999973475933,&quot;transparency&quot;:1},{&quot;brightness&quot;:0.800000011920929,&quot;colorType&quot;:1,&quot;foreColorIndex&quot;:5,&quot;pos&quot;:0.25999999046325684,&quot;transparency&quot;:0},{&quot;brightness&quot;:0,&quot;colorType&quot;:1,&quot;foreColorIndex&quot;:5,&quot;pos&quot;:0.9734500050544739,&quot;transparency&quot;:1},{&quot;brightness&quot;:0,&quot;colorType&quot;:1,&quot;foreColorIndex&quot;:5,&quot;pos&quot;:0.64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9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5"/>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5"/>
  <p:tag name="KSO_WM_DIAGRAM_VERSION" val="3"/>
  <p:tag name="KSO_WM_DIAGRAM_COLOR_TRICK" val="1"/>
  <p:tag name="KSO_WM_DIAGRAM_COLOR_TEXT_CAN_REMOVE" val="n"/>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gradient&quot;:[{&quot;brightness&quot;:0.800000011920929,&quot;colorType&quot;:1,&quot;foreColorIndex&quot;:5,&quot;pos&quot;:0.01769999973475933,&quot;transparency&quot;:1},{&quot;brightness&quot;:0.800000011920929,&quot;colorType&quot;:1,&quot;foreColorIndex&quot;:5,&quot;pos&quot;:0.25999999046325684,&quot;transparency&quot;:0.20000000298023224},{&quot;brightness&quot;:0,&quot;colorType&quot;:1,&quot;foreColorIndex&quot;:5,&quot;pos&quot;:0.9734500050544739,&quot;transparency&quot;:1},{&quot;brightness&quot;:0,&quot;colorType&quot;:1,&quot;foreColorIndex&quot;:5,&quot;pos&quot;:0.64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9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6"/>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6"/>
  <p:tag name="KSO_WM_DIAGRAM_VERSION" val="3"/>
  <p:tag name="KSO_WM_DIAGRAM_COLOR_TRICK" val="1"/>
  <p:tag name="KSO_WM_DIAGRAM_COLOR_TEXT_CAN_REMOVE" val="n"/>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gradient&quot;:[{&quot;brightness&quot;:0.800000011920929,&quot;colorType&quot;:1,&quot;foreColorIndex&quot;:5,&quot;pos&quot;:0.01769999973475933,&quot;transparency&quot;:1},{&quot;brightness&quot;:0.800000011920929,&quot;colorType&quot;:1,&quot;foreColorIndex&quot;:5,&quot;pos&quot;:0.25999999046325684,&quot;transparency&quot;:0.20000000298023224},{&quot;brightness&quot;:0,&quot;colorType&quot;:1,&quot;foreColorIndex&quot;:5,&quot;pos&quot;:0.9734500050544739,&quot;transparency&quot;:1},{&quot;brightness&quot;:0,&quot;colorType&quot;:1,&quot;foreColorIndex&quot;:5,&quot;pos&quot;:0.64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9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7"/>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7"/>
  <p:tag name="KSO_WM_DIAGRAM_VERSION" val="3"/>
  <p:tag name="KSO_WM_DIAGRAM_COLOR_TRICK" val="1"/>
  <p:tag name="KSO_WM_DIAGRAM_COLOR_TEXT_CAN_REMOVE" val="n"/>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gradient&quot;:[{&quot;brightness&quot;:0.800000011920929,&quot;colorType&quot;:1,&quot;foreColorIndex&quot;:5,&quot;pos&quot;:0.01769999973475933,&quot;transparency&quot;:1},{&quot;brightness&quot;:0.800000011920929,&quot;colorType&quot;:1,&quot;foreColorIndex&quot;:5,&quot;pos&quot;:0.25999999046325684,&quot;transparency&quot;:0.20000000298023224},{&quot;brightness&quot;:0,&quot;colorType&quot;:1,&quot;foreColorIndex&quot;:5,&quot;pos&quot;:0.9734500050544739,&quot;transparency&quot;:1},{&quot;brightness&quot;:0,&quot;colorType&quot;:1,&quot;foreColorIndex&quot;:5,&quot;pos&quot;:0.64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9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8"/>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8"/>
  <p:tag name="KSO_WM_DIAGRAM_VERSION" val="3"/>
  <p:tag name="KSO_WM_DIAGRAM_COLOR_TRICK" val="1"/>
  <p:tag name="KSO_WM_DIAGRAM_COLOR_TEXT_CAN_REMOVE" val="n"/>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9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9"/>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9"/>
  <p:tag name="KSO_WM_DIAGRAM_VERSION" val="3"/>
  <p:tag name="KSO_WM_DIAGRAM_COLOR_TRICK" val="1"/>
  <p:tag name="KSO_WM_DIAGRAM_COLOR_TEXT_CAN_REMOVE" val="n"/>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9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10"/>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10"/>
  <p:tag name="KSO_WM_DIAGRAM_VERSION" val="3"/>
  <p:tag name="KSO_WM_DIAGRAM_COLOR_TRICK" val="1"/>
  <p:tag name="KSO_WM_DIAGRAM_COLOR_TEXT_CAN_REMOVE" val="n"/>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9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i*1_1_1"/>
  <p:tag name="KSO_WM_TEMPLATE_CATEGORY" val="diagram"/>
  <p:tag name="KSO_WM_TEMPLATE_INDEX" val="20234860"/>
  <p:tag name="KSO_WM_UNIT_LAYERLEVEL" val="1_1_1"/>
  <p:tag name="KSO_WM_TAG_VERSION" val="3.0"/>
  <p:tag name="KSO_WM_BEAUTIFY_FLAG" val="#wm#"/>
  <p:tag name="KSO_WM_DIAGRAM_GROUP_CODE" val="m1-1"/>
  <p:tag name="KSO_WM_UNIT_TYPE" val="m_h_i"/>
  <p:tag name="KSO_WM_UNIT_INDEX" val="1_1_1"/>
  <p:tag name="KSO_WM_DIAGRAM_VERSION" val="3"/>
  <p:tag name="KSO_WM_DIAGRAM_COLOR_TRICK" val="1"/>
  <p:tag name="KSO_WM_DIAGRAM_COLOR_TEXT_CAN_REMOVE" val="n"/>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gradient&quot;:[{&quot;brightness&quot;:0,&quot;colorType&quot;:1,&quot;foreColorIndex&quot;:5,&quot;pos&quot;:0.30000001192092896,&quot;transparency&quot;:0},{&quot;brightness&quot;:0.800000011920929,&quot;colorType&quot;:1,&quot;foreColorIndex&quot;:5,&quot;pos&quot;:0.029999999329447746,&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9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i*1_3_1"/>
  <p:tag name="KSO_WM_TEMPLATE_CATEGORY" val="diagram"/>
  <p:tag name="KSO_WM_TEMPLATE_INDEX" val="20234860"/>
  <p:tag name="KSO_WM_UNIT_LAYERLEVEL" val="1_1_1"/>
  <p:tag name="KSO_WM_TAG_VERSION" val="3.0"/>
  <p:tag name="KSO_WM_BEAUTIFY_FLAG" val="#wm#"/>
  <p:tag name="KSO_WM_DIAGRAM_GROUP_CODE" val="m1-1"/>
  <p:tag name="KSO_WM_UNIT_TYPE" val="m_h_i"/>
  <p:tag name="KSO_WM_UNIT_INDEX" val="1_3_1"/>
  <p:tag name="KSO_WM_DIAGRAM_VERSION" val="3"/>
  <p:tag name="KSO_WM_DIAGRAM_COLOR_TRICK" val="1"/>
  <p:tag name="KSO_WM_DIAGRAM_COLOR_TEXT_CAN_REMOVE" val="n"/>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gradient&quot;:[{&quot;brightness&quot;:0,&quot;colorType&quot;:1,&quot;foreColorIndex&quot;:5,&quot;pos&quot;:0.30000001192092896,&quot;transparency&quot;:0},{&quot;brightness&quot;:0.800000011920929,&quot;colorType&quot;:1,&quot;foreColorIndex&quot;:5,&quot;pos&quot;:0.029999999329447746,&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9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f*1_1_1"/>
  <p:tag name="KSO_WM_TEMPLATE_CATEGORY" val="diagram"/>
  <p:tag name="KSO_WM_TEMPLATE_INDEX" val="20234860"/>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1_1"/>
  <p:tag name="KSO_WM_DIAGRAM_VERSION" val="3"/>
  <p:tag name="KSO_WM_DIAGRAM_COLOR_TRICK" val="1"/>
  <p:tag name="KSO_WM_DIAGRAM_COLOR_TEXT_CAN_REMOVE" val="n"/>
  <p:tag name="KSO_WM_UNIT_PRESET_TEXT" val="单击此处输入您的项正文，文字是您思想的提炼，请尽量言简意赅的阐述"/>
  <p:tag name="KSO_WM_UNIT_TEXT_FILL_FORE_SCHEMECOLOR_INDEX" val="1"/>
  <p:tag name="KSO_WM_UNIT_TEXT_FILL_TYPE" val="1"/>
  <p:tag name="KSO_WM_UNIT_VALUE" val="36"/>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9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a*1_1_1"/>
  <p:tag name="KSO_WM_TEMPLATE_CATEGORY" val="diagram"/>
  <p:tag name="KSO_WM_TEMPLATE_INDEX" val="20234860"/>
  <p:tag name="KSO_WM_UNIT_LAYERLEVEL" val="1_1_1"/>
  <p:tag name="KSO_WM_TAG_VERSION" val="3.0"/>
  <p:tag name="KSO_WM_BEAUTIFY_FLAG" val="#wm#"/>
  <p:tag name="KSO_WM_UNIT_ISCONTENTSTITLE" val="0"/>
  <p:tag name="KSO_WM_UNIT_ISNUMDGMTITLE" val="0"/>
  <p:tag name="KSO_WM_UNIT_NOCLEAR" val="0"/>
  <p:tag name="KSO_WM_DIAGRAM_GROUP_CODE" val="m1-1"/>
  <p:tag name="KSO_WM_UNIT_TYPE" val="m_h_a"/>
  <p:tag name="KSO_WM_UNIT_INDEX" val="1_1_1"/>
  <p:tag name="KSO_WM_DIAGRAM_VERSION" val="3"/>
  <p:tag name="KSO_WM_DIAGRAM_COLOR_TRICK" val="1"/>
  <p:tag name="KSO_WM_DIAGRAM_COLOR_TEXT_CAN_REMOVE" val="n"/>
  <p:tag name="KSO_WM_UNIT_PRESET_TEXT" val="添加项标题"/>
  <p:tag name="KSO_WM_UNIT_TEXT_FILL_FORE_SCHEMECOLOR_INDEX" val="3"/>
  <p:tag name="KSO_WM_UNIT_TEXT_FILL_TYPE" val="3"/>
  <p:tag name="KSO_WM_UNIT_VALUE" val="9"/>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9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i*1_2_1"/>
  <p:tag name="KSO_WM_TEMPLATE_CATEGORY" val="diagram"/>
  <p:tag name="KSO_WM_TEMPLATE_INDEX" val="20234860"/>
  <p:tag name="KSO_WM_UNIT_LAYERLEVEL" val="1_1_1"/>
  <p:tag name="KSO_WM_TAG_VERSION" val="3.0"/>
  <p:tag name="KSO_WM_BEAUTIFY_FLAG" val="#wm#"/>
  <p:tag name="KSO_WM_DIAGRAM_GROUP_CODE" val="m1-1"/>
  <p:tag name="KSO_WM_UNIT_TYPE" val="m_h_i"/>
  <p:tag name="KSO_WM_UNIT_INDEX" val="1_2_1"/>
  <p:tag name="KSO_WM_DIAGRAM_VERSION" val="3"/>
  <p:tag name="KSO_WM_DIAGRAM_COLOR_TRICK" val="1"/>
  <p:tag name="KSO_WM_DIAGRAM_COLOR_TEXT_CAN_REMOVE" val="n"/>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gradient&quot;:[{&quot;brightness&quot;:0,&quot;colorType&quot;:1,&quot;foreColorIndex&quot;:5,&quot;pos&quot;:0.30000001192092896,&quot;transparency&quot;:0},{&quot;brightness&quot;:0.800000011920929,&quot;colorType&quot;:1,&quot;foreColorIndex&quot;:5,&quot;pos&quot;:0.029999999329447746,&quot;transparency&quot;:0},{&quot;brightness&quot;:0,&quot;colorType&quot;:1,&quot;foreColorIndex&quot;:5,&quot;pos&quot;:0.8399999737739563,&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9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f*1_2_1"/>
  <p:tag name="KSO_WM_TEMPLATE_CATEGORY" val="diagram"/>
  <p:tag name="KSO_WM_TEMPLATE_INDEX" val="20234860"/>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2_1"/>
  <p:tag name="KSO_WM_DIAGRAM_VERSION" val="3"/>
  <p:tag name="KSO_WM_DIAGRAM_COLOR_TRICK" val="1"/>
  <p:tag name="KSO_WM_DIAGRAM_COLOR_TEXT_CAN_REMOVE" val="n"/>
  <p:tag name="KSO_WM_UNIT_PRESET_TEXT" val="单击此处输入您的项正文，文字是您思想的提炼，请尽量言简意赅的阐述"/>
  <p:tag name="KSO_WM_UNIT_TEXT_FILL_FORE_SCHEMECOLOR_INDEX" val="1"/>
  <p:tag name="KSO_WM_UNIT_TEXT_FILL_TYPE" val="1"/>
  <p:tag name="KSO_WM_UNIT_VALUE" val="36"/>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9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a*1_2_1"/>
  <p:tag name="KSO_WM_TEMPLATE_CATEGORY" val="diagram"/>
  <p:tag name="KSO_WM_TEMPLATE_INDEX" val="20234860"/>
  <p:tag name="KSO_WM_UNIT_LAYERLEVEL" val="1_1_1"/>
  <p:tag name="KSO_WM_TAG_VERSION" val="3.0"/>
  <p:tag name="KSO_WM_BEAUTIFY_FLAG" val="#wm#"/>
  <p:tag name="KSO_WM_UNIT_ISCONTENTSTITLE" val="0"/>
  <p:tag name="KSO_WM_UNIT_ISNUMDGMTITLE" val="0"/>
  <p:tag name="KSO_WM_UNIT_NOCLEAR" val="0"/>
  <p:tag name="KSO_WM_DIAGRAM_GROUP_CODE" val="m1-1"/>
  <p:tag name="KSO_WM_UNIT_TYPE" val="m_h_a"/>
  <p:tag name="KSO_WM_UNIT_INDEX" val="1_2_1"/>
  <p:tag name="KSO_WM_DIAGRAM_VERSION" val="3"/>
  <p:tag name="KSO_WM_DIAGRAM_COLOR_TRICK" val="1"/>
  <p:tag name="KSO_WM_DIAGRAM_COLOR_TEXT_CAN_REMOVE" val="n"/>
  <p:tag name="KSO_WM_UNIT_PRESET_TEXT" val="添加项标题"/>
  <p:tag name="KSO_WM_UNIT_TEXT_FILL_FORE_SCHEMECOLOR_INDEX" val="3"/>
  <p:tag name="KSO_WM_UNIT_TEXT_FILL_TYPE" val="3"/>
  <p:tag name="KSO_WM_UNIT_VALUE" val="9"/>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9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i*1_4_1"/>
  <p:tag name="KSO_WM_TEMPLATE_CATEGORY" val="diagram"/>
  <p:tag name="KSO_WM_TEMPLATE_INDEX" val="20234860"/>
  <p:tag name="KSO_WM_UNIT_LAYERLEVEL" val="1_1_1"/>
  <p:tag name="KSO_WM_TAG_VERSION" val="3.0"/>
  <p:tag name="KSO_WM_BEAUTIFY_FLAG" val="#wm#"/>
  <p:tag name="KSO_WM_DIAGRAM_GROUP_CODE" val="m1-1"/>
  <p:tag name="KSO_WM_UNIT_TYPE" val="m_h_i"/>
  <p:tag name="KSO_WM_UNIT_INDEX" val="1_4_1"/>
  <p:tag name="KSO_WM_DIAGRAM_VERSION" val="3"/>
  <p:tag name="KSO_WM_DIAGRAM_COLOR_TRICK" val="1"/>
  <p:tag name="KSO_WM_DIAGRAM_COLOR_TEXT_CAN_REMOVE" val="n"/>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gradient&quot;:[{&quot;brightness&quot;:0,&quot;colorType&quot;:1,&quot;foreColorIndex&quot;:5,&quot;pos&quot;:0.30000001192092896,&quot;transparency&quot;:0},{&quot;brightness&quot;:0.800000011920929,&quot;colorType&quot;:1,&quot;foreColorIndex&quot;:5,&quot;pos&quot;:0.029999999329447746,&quot;transparency&quot;:0},{&quot;brightness&quot;:0,&quot;colorType&quot;:1,&quot;foreColorIndex&quot;:5,&quot;pos&quot;:0.8299999833106995,&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9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f*1_4_1"/>
  <p:tag name="KSO_WM_TEMPLATE_CATEGORY" val="diagram"/>
  <p:tag name="KSO_WM_TEMPLATE_INDEX" val="20234860"/>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4_1"/>
  <p:tag name="KSO_WM_DIAGRAM_VERSION" val="3"/>
  <p:tag name="KSO_WM_DIAGRAM_COLOR_TRICK" val="1"/>
  <p:tag name="KSO_WM_DIAGRAM_COLOR_TEXT_CAN_REMOVE" val="n"/>
  <p:tag name="KSO_WM_UNIT_PRESET_TEXT" val="单击此处输入您的项正文，文字是您思想的提炼，请尽量言简意赅的阐述"/>
  <p:tag name="KSO_WM_UNIT_TEXT_FILL_FORE_SCHEMECOLOR_INDEX" val="1"/>
  <p:tag name="KSO_WM_UNIT_TEXT_FILL_TYPE" val="1"/>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9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a*1_4_1"/>
  <p:tag name="KSO_WM_TEMPLATE_CATEGORY" val="diagram"/>
  <p:tag name="KSO_WM_TEMPLATE_INDEX" val="20234860"/>
  <p:tag name="KSO_WM_UNIT_LAYERLEVEL" val="1_1_1"/>
  <p:tag name="KSO_WM_TAG_VERSION" val="3.0"/>
  <p:tag name="KSO_WM_BEAUTIFY_FLAG" val="#wm#"/>
  <p:tag name="KSO_WM_UNIT_ISCONTENTSTITLE" val="0"/>
  <p:tag name="KSO_WM_UNIT_ISNUMDGMTITLE" val="0"/>
  <p:tag name="KSO_WM_UNIT_NOCLEAR" val="0"/>
  <p:tag name="KSO_WM_DIAGRAM_GROUP_CODE" val="m1-1"/>
  <p:tag name="KSO_WM_UNIT_TYPE" val="m_h_a"/>
  <p:tag name="KSO_WM_UNIT_INDEX" val="1_4_1"/>
  <p:tag name="KSO_WM_DIAGRAM_VERSION" val="3"/>
  <p:tag name="KSO_WM_DIAGRAM_COLOR_TRICK" val="1"/>
  <p:tag name="KSO_WM_DIAGRAM_COLOR_TEXT_CAN_REMOVE" val="n"/>
  <p:tag name="KSO_WM_UNIT_PRESET_TEXT" val="添加项标题"/>
  <p:tag name="KSO_WM_UNIT_TEXT_FILL_FORE_SCHEMECOLOR_INDEX" val="3"/>
  <p:tag name="KSO_WM_UNIT_TEXT_FILL_TYPE" val="3"/>
  <p:tag name="KSO_WM_UNIT_VALUE" val="9"/>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9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f*1_3_1"/>
  <p:tag name="KSO_WM_TEMPLATE_CATEGORY" val="diagram"/>
  <p:tag name="KSO_WM_TEMPLATE_INDEX" val="20234860"/>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3_1"/>
  <p:tag name="KSO_WM_DIAGRAM_VERSION" val="3"/>
  <p:tag name="KSO_WM_DIAGRAM_COLOR_TRICK" val="1"/>
  <p:tag name="KSO_WM_DIAGRAM_COLOR_TEXT_CAN_REMOVE" val="n"/>
  <p:tag name="KSO_WM_UNIT_PRESET_TEXT" val="单击此处输入您的项正文，文字是您思想的提炼，请尽量言简意赅的阐述"/>
  <p:tag name="KSO_WM_UNIT_TEXT_FILL_FORE_SCHEMECOLOR_INDEX" val="1"/>
  <p:tag name="KSO_WM_UNIT_TEXT_FILL_TYPE" val="1"/>
  <p:tag name="KSO_WM_UNIT_VALUE" val="36"/>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9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a*1_3_1"/>
  <p:tag name="KSO_WM_TEMPLATE_CATEGORY" val="diagram"/>
  <p:tag name="KSO_WM_TEMPLATE_INDEX" val="20234860"/>
  <p:tag name="KSO_WM_UNIT_LAYERLEVEL" val="1_1_1"/>
  <p:tag name="KSO_WM_TAG_VERSION" val="3.0"/>
  <p:tag name="KSO_WM_BEAUTIFY_FLAG" val="#wm#"/>
  <p:tag name="KSO_WM_UNIT_ISCONTENTSTITLE" val="0"/>
  <p:tag name="KSO_WM_UNIT_ISNUMDGMTITLE" val="0"/>
  <p:tag name="KSO_WM_UNIT_NOCLEAR" val="0"/>
  <p:tag name="KSO_WM_DIAGRAM_GROUP_CODE" val="m1-1"/>
  <p:tag name="KSO_WM_UNIT_TYPE" val="m_h_a"/>
  <p:tag name="KSO_WM_UNIT_INDEX" val="1_3_1"/>
  <p:tag name="KSO_WM_DIAGRAM_VERSION" val="3"/>
  <p:tag name="KSO_WM_DIAGRAM_COLOR_TRICK" val="1"/>
  <p:tag name="KSO_WM_DIAGRAM_COLOR_TEXT_CAN_REMOVE" val="n"/>
  <p:tag name="KSO_WM_UNIT_PRESET_TEXT" val="添加项标题"/>
  <p:tag name="KSO_WM_UNIT_TEXT_FILL_FORE_SCHEMECOLOR_INDEX" val="3"/>
  <p:tag name="KSO_WM_UNIT_TEXT_FILL_TYPE" val="3"/>
  <p:tag name="KSO_WM_UNIT_VALUE" val="9"/>
  <p:tag name="KSO_WM_DIAGRAM_MAX_ITEMCNT" val="6"/>
  <p:tag name="KSO_WM_DIAGRAM_MIN_ITEMCNT" val="4"/>
  <p:tag name="KSO_WM_DIAGRAM_VIRTUALLY_FRAME" val="{&quot;height&quot;:387.5,&quot;left&quot;:0,&quot;top&quot;:134.9,&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959.xml><?xml version="1.0" encoding="utf-8"?>
<p:tagLst xmlns:p="http://schemas.openxmlformats.org/presentationml/2006/main">
  <p:tag name="KSO_WM_BEAUTIFY_FLAG" val="#wm#"/>
  <p:tag name="KSO_WM_TEMPLATE_CATEGORY" val="custom"/>
  <p:tag name="KSO_WM_TEMPLATE_INDEX" val="40480806"/>
  <p:tag name="resource_record_key" val="{&quot;65&quot;:[40480806],&quot;70&quot;:[3327378]}"/>
</p:tagLst>
</file>

<file path=ppt/tags/tag960.xml><?xml version="1.0" encoding="utf-8"?>
<p:tagLst xmlns:p="http://schemas.openxmlformats.org/presentationml/2006/main">
  <p:tag name="KSO_WM_BEAUTIFY_FLAG" val="#fgm#"/>
  <p:tag name="KSO_WM_FIGMA_FLAG" val="#fgm#"/>
  <p:tag name="KSO_WM_UNIT_INDEX" val="1"/>
  <p:tag name="KSO_WM_UNIT_TYPE" val="a"/>
  <p:tag name="KSO_WM_LAYOUT_CHECK_HASH" val="56918eb4d54c75cfc83ef4948fe5dda3e80382c4"/>
  <p:tag name="KSO_WM_NEWLAYOUT_GROUP_ID" val="layout_10011"/>
  <p:tag name="KSO_WM_NEWLAYOUT_ID" val="slide_718c7f70e2753aac"/>
  <p:tag name="KSO_WM_UNIT_PRESET_TEXT" val="单击此处添加标题"/>
</p:tagLst>
</file>

<file path=ppt/tags/tag961.xml><?xml version="1.0" encoding="utf-8"?>
<p:tagLst xmlns:p="http://schemas.openxmlformats.org/presentationml/2006/main">
  <p:tag name="KSO_WM_DIAGRAM_VERSION" val="3"/>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0936_1*l_i*1_1"/>
  <p:tag name="KSO_WM_TEMPLATE_CATEGORY" val="diagram"/>
  <p:tag name="KSO_WM_TEMPLATE_INDEX" val="20230936"/>
  <p:tag name="KSO_WM_UNIT_LAYERLEVEL" val="1_1"/>
  <p:tag name="KSO_WM_TAG_VERSION" val="3.0"/>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solid&quot;:{&quot;brightness&quot;:0.80000001192092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BEAUTIFY_FLAG" val="#wm#"/>
  <p:tag name="KSO_WM_UNIT_FILL_TYPE" val="1"/>
  <p:tag name="KSO_WM_UNIT_FILL_FORE_SCHEMECOLOR_INDEX" val="5"/>
  <p:tag name="KSO_WM_UNIT_FILL_FORE_SCHEMECOLOR_INDEX_BRIGHTNESS" val="0.8"/>
  <p:tag name="KSO_WM_DIAGRAM_USE_COLOR_VALUE" val="{&quot;color_scheme&quot;:1,&quot;color_type&quot;:1,&quot;theme_color_indexes&quot;:[5,6,5,6,5,6]}"/>
</p:tagLst>
</file>

<file path=ppt/tags/tag962.xml><?xml version="1.0" encoding="utf-8"?>
<p:tagLst xmlns:p="http://schemas.openxmlformats.org/presentationml/2006/main">
  <p:tag name="KSO_WM_DIAGRAM_VERSION" val="3"/>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30936_1*l_i*1_2"/>
  <p:tag name="KSO_WM_TEMPLATE_CATEGORY" val="diagram"/>
  <p:tag name="KSO_WM_TEMPLATE_INDEX" val="20230936"/>
  <p:tag name="KSO_WM_UNIT_LAYERLEVEL" val="1_1"/>
  <p:tag name="KSO_WM_TAG_VERSION" val="3.0"/>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gradient&quot;:[{&quot;brightness&quot;:0.4000000059604645,&quot;colorType&quot;:1,&quot;foreColorIndex&quot;:5,&quot;pos&quot;:0.20000000298023224,&quot;transparency&quot;:0},{&quot;brightness&quot;:0,&quot;colorType&quot;:1,&quot;foreColorIndex&quot;:5,&quot;pos&quot;:0.7900000214576721,&quot;transparency&quot;:0}],&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BEAUTIFY_FLAG" val="#wm#"/>
  <p:tag name="KSO_WM_UNIT_FILL_TYPE" val="3"/>
  <p:tag name="KSO_WM_DIAGRAM_USE_COLOR_VALUE" val="{&quot;color_scheme&quot;:1,&quot;color_type&quot;:1,&quot;theme_color_indexes&quot;:[5,6,5,6,5,6]}"/>
</p:tagLst>
</file>

<file path=ppt/tags/tag963.xml><?xml version="1.0" encoding="utf-8"?>
<p:tagLst xmlns:p="http://schemas.openxmlformats.org/presentationml/2006/main">
  <p:tag name="KSO_WM_DIAGRAM_VERSION" val="3"/>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30936_1*l_i*1_3"/>
  <p:tag name="KSO_WM_TEMPLATE_CATEGORY" val="diagram"/>
  <p:tag name="KSO_WM_TEMPLATE_INDEX" val="20230936"/>
  <p:tag name="KSO_WM_UNIT_LAYERLEVEL" val="1_1"/>
  <p:tag name="KSO_WM_TAG_VERSION" val="3.0"/>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solid&quot;:{&quot;brightness&quot;:0.80000001192092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BEAUTIFY_FLAG" val="#wm#"/>
  <p:tag name="KSO_WM_UNIT_FILL_TYPE" val="1"/>
  <p:tag name="KSO_WM_UNIT_FILL_FORE_SCHEMECOLOR_INDEX" val="5"/>
  <p:tag name="KSO_WM_UNIT_FILL_FORE_SCHEMECOLOR_INDEX_BRIGHTNESS" val="0.8"/>
  <p:tag name="KSO_WM_DIAGRAM_USE_COLOR_VALUE" val="{&quot;color_scheme&quot;:1,&quot;color_type&quot;:1,&quot;theme_color_indexes&quot;:[5,6,5,6,5,6]}"/>
</p:tagLst>
</file>

<file path=ppt/tags/tag964.xml><?xml version="1.0" encoding="utf-8"?>
<p:tagLst xmlns:p="http://schemas.openxmlformats.org/presentationml/2006/main">
  <p:tag name="KSO_WM_DIAGRAM_VERSION" val="3"/>
  <p:tag name="KSO_WM_UNIT_HIGHLIGHT" val="0"/>
  <p:tag name="KSO_WM_UNIT_COMPATIBLE" val="0"/>
  <p:tag name="KSO_WM_UNIT_DIAGRAM_ISNUMVISUAL" val="0"/>
  <p:tag name="KSO_WM_UNIT_DIAGRAM_ISREFERUNIT" val="0"/>
  <p:tag name="KSO_WM_DIAGRAM_GROUP_CODE" val="l1-1"/>
  <p:tag name="KSO_WM_UNIT_TYPE" val="l_i"/>
  <p:tag name="KSO_WM_UNIT_INDEX" val="1_4"/>
  <p:tag name="KSO_WM_UNIT_ID" val="diagram20230936_1*l_i*1_4"/>
  <p:tag name="KSO_WM_TEMPLATE_CATEGORY" val="diagram"/>
  <p:tag name="KSO_WM_TEMPLATE_INDEX" val="20230936"/>
  <p:tag name="KSO_WM_UNIT_LAYERLEVEL" val="1_1"/>
  <p:tag name="KSO_WM_TAG_VERSION" val="3.0"/>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gradient&quot;:[{&quot;brightness&quot;:0.4000000059604645,&quot;colorType&quot;:1,&quot;foreColorIndex&quot;:5,&quot;pos&quot;:0.20000000298023224,&quot;transparency&quot;:0},{&quot;brightness&quot;:0,&quot;colorType&quot;:1,&quot;foreColorIndex&quot;:5,&quot;pos&quot;:0.7900000214576721,&quot;transparency&quot;:0}],&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BEAUTIFY_FLAG" val="#wm#"/>
  <p:tag name="KSO_WM_UNIT_FILL_TYPE" val="3"/>
  <p:tag name="KSO_WM_DIAGRAM_USE_COLOR_VALUE" val="{&quot;color_scheme&quot;:1,&quot;color_type&quot;:1,&quot;theme_color_indexes&quot;:[5,6,5,6,5,6]}"/>
</p:tagLst>
</file>

<file path=ppt/tags/tag965.xml><?xml version="1.0" encoding="utf-8"?>
<p:tagLst xmlns:p="http://schemas.openxmlformats.org/presentationml/2006/main">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0936_1*l_h_i*1_1_2"/>
  <p:tag name="KSO_WM_TEMPLATE_CATEGORY" val="diagram"/>
  <p:tag name="KSO_WM_TEMPLATE_INDEX" val="20230936"/>
  <p:tag name="KSO_WM_UNIT_LAYERLEVEL" val="1_1_1"/>
  <p:tag name="KSO_WM_TAG_VERSION" val="3.0"/>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2,&quot;rgb&quot;:&quot;#ffffff&quot;,&quot;transparency&quot;:0.55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966.xml><?xml version="1.0" encoding="utf-8"?>
<p:tagLst xmlns:p="http://schemas.openxmlformats.org/presentationml/2006/main">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0936_1*l_h_i*1_1_1"/>
  <p:tag name="KSO_WM_TEMPLATE_CATEGORY" val="diagram"/>
  <p:tag name="KSO_WM_TEMPLATE_INDEX" val="20230936"/>
  <p:tag name="KSO_WM_UNIT_LAYERLEVEL" val="1_1_1"/>
  <p:tag name="KSO_WM_TAG_VERSION" val="3.0"/>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gradient&quot;:[{&quot;brightness&quot;:0.25,&quot;colorType&quot;:1,&quot;foreColorIndex&quot;:5,&quot;pos&quot;:1,&quot;transparency&quot;:0},{&quot;brightness&quot;:0.800000011920929,&quot;colorType&quot;:1,&quot;foreColorIndex&quot;:5,&quot;pos&quot;:0,&quot;transparency&quot;:0},{&quot;brightness&quot;:0.10000000149011612,&quot;colorType&quot;:1,&quot;foreColorIndex&quot;:5,&quot;pos&quot;:0,&quot;transparency&quot;:0}],&quot;type&quot;:3},&quot;glow&quot;:{&quot;colorType&quot;:0},&quot;line&quot;:{&quot;type&quot;:0},&quot;shadow&quot;:{&quot;brightness&quot;:-0.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BEAUTIFY_FLAG" val="#wm#"/>
  <p:tag name="KSO_WM_UNIT_FILL_TYPE" val="3"/>
  <p:tag name="KSO_WM_DIAGRAM_USE_COLOR_VALUE" val="{&quot;color_scheme&quot;:1,&quot;color_type&quot;:1,&quot;theme_color_indexes&quot;:[5,6,5,6,5,6]}"/>
</p:tagLst>
</file>

<file path=ppt/tags/tag967.xml><?xml version="1.0" encoding="utf-8"?>
<p:tagLst xmlns:p="http://schemas.openxmlformats.org/presentationml/2006/main">
  <p:tag name="KSO_WM_DIAGRAM_VERSION" val="3"/>
  <p:tag name="KSO_WM_UNIT_HIGHLIGHT" val="0"/>
  <p:tag name="KSO_WM_UNIT_COMPATIBLE" val="0"/>
  <p:tag name="KSO_WM_UNIT_DIAGRAM_ISNUMVISUAL" val="0"/>
  <p:tag name="KSO_WM_UNIT_DIAGRAM_ISREFERUNIT" val="0"/>
  <p:tag name="KSO_WM_DIAGRAM_GROUP_CODE" val="l1-1"/>
  <p:tag name="KSO_WM_UNIT_TYPE" val="l_i"/>
  <p:tag name="KSO_WM_UNIT_INDEX" val="1_5"/>
  <p:tag name="KSO_WM_UNIT_ID" val="diagram20230936_1*l_i*1_5"/>
  <p:tag name="KSO_WM_TEMPLATE_CATEGORY" val="diagram"/>
  <p:tag name="KSO_WM_TEMPLATE_INDEX" val="20230936"/>
  <p:tag name="KSO_WM_UNIT_LAYERLEVEL" val="1_1"/>
  <p:tag name="KSO_WM_TAG_VERSION" val="3.0"/>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solid&quot;:{&quot;brightness&quot;:0.80000001192092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BEAUTIFY_FLAG" val="#wm#"/>
  <p:tag name="KSO_WM_UNIT_FILL_TYPE" val="1"/>
  <p:tag name="KSO_WM_UNIT_FILL_FORE_SCHEMECOLOR_INDEX" val="5"/>
  <p:tag name="KSO_WM_UNIT_FILL_FORE_SCHEMECOLOR_INDEX_BRIGHTNESS" val="0.8"/>
  <p:tag name="KSO_WM_DIAGRAM_USE_COLOR_VALUE" val="{&quot;color_scheme&quot;:1,&quot;color_type&quot;:1,&quot;theme_color_indexes&quot;:[5,6,5,6,5,6]}"/>
</p:tagLst>
</file>

<file path=ppt/tags/tag968.xml><?xml version="1.0" encoding="utf-8"?>
<p:tagLst xmlns:p="http://schemas.openxmlformats.org/presentationml/2006/main">
  <p:tag name="KSO_WM_DIAGRAM_VERSION" val="3"/>
  <p:tag name="KSO_WM_UNIT_HIGHLIGHT" val="0"/>
  <p:tag name="KSO_WM_UNIT_COMPATIBLE" val="0"/>
  <p:tag name="KSO_WM_UNIT_DIAGRAM_ISNUMVISUAL" val="0"/>
  <p:tag name="KSO_WM_UNIT_DIAGRAM_ISREFERUNIT" val="0"/>
  <p:tag name="KSO_WM_DIAGRAM_GROUP_CODE" val="l1-1"/>
  <p:tag name="KSO_WM_UNIT_TYPE" val="l_i"/>
  <p:tag name="KSO_WM_UNIT_INDEX" val="1_6"/>
  <p:tag name="KSO_WM_UNIT_ID" val="diagram20230936_1*l_i*1_6"/>
  <p:tag name="KSO_WM_TEMPLATE_CATEGORY" val="diagram"/>
  <p:tag name="KSO_WM_TEMPLATE_INDEX" val="20230936"/>
  <p:tag name="KSO_WM_UNIT_LAYERLEVEL" val="1_1"/>
  <p:tag name="KSO_WM_TAG_VERSION" val="3.0"/>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gradient&quot;:[{&quot;brightness&quot;:0.4000000059604645,&quot;colorType&quot;:1,&quot;foreColorIndex&quot;:5,&quot;pos&quot;:0.20000000298023224,&quot;transparency&quot;:0},{&quot;brightness&quot;:0,&quot;colorType&quot;:1,&quot;foreColorIndex&quot;:5,&quot;pos&quot;:0.7900000214576721,&quot;transparency&quot;:0}],&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BEAUTIFY_FLAG" val="#wm#"/>
  <p:tag name="KSO_WM_UNIT_FILL_TYPE" val="3"/>
  <p:tag name="KSO_WM_DIAGRAM_USE_COLOR_VALUE" val="{&quot;color_scheme&quot;:1,&quot;color_type&quot;:1,&quot;theme_color_indexes&quot;:[5,6,5,6,5,6]}"/>
</p:tagLst>
</file>

<file path=ppt/tags/tag969.xml><?xml version="1.0" encoding="utf-8"?>
<p:tagLst xmlns:p="http://schemas.openxmlformats.org/presentationml/2006/main">
  <p:tag name="KSO_WM_DIAGRAM_VERSION" val="3"/>
  <p:tag name="KSO_WM_UNIT_HIGHLIGHT" val="0"/>
  <p:tag name="KSO_WM_UNIT_COMPATIBLE" val="0"/>
  <p:tag name="KSO_WM_UNIT_DIAGRAM_ISNUMVISUAL" val="0"/>
  <p:tag name="KSO_WM_UNIT_DIAGRAM_ISREFERUNIT" val="0"/>
  <p:tag name="KSO_WM_DIAGRAM_GROUP_CODE" val="l1-1"/>
  <p:tag name="KSO_WM_UNIT_TYPE" val="l_i"/>
  <p:tag name="KSO_WM_UNIT_INDEX" val="1_7"/>
  <p:tag name="KSO_WM_UNIT_ID" val="diagram20230936_1*l_i*1_7"/>
  <p:tag name="KSO_WM_TEMPLATE_CATEGORY" val="diagram"/>
  <p:tag name="KSO_WM_TEMPLATE_INDEX" val="20230936"/>
  <p:tag name="KSO_WM_UNIT_LAYERLEVEL" val="1_1"/>
  <p:tag name="KSO_WM_TAG_VERSION" val="3.0"/>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solid&quot;:{&quot;brightness&quot;:0.80000001192092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BEAUTIFY_FLAG" val="#wm#"/>
  <p:tag name="KSO_WM_UNIT_FILL_TYPE" val="1"/>
  <p:tag name="KSO_WM_UNIT_FILL_FORE_SCHEMECOLOR_INDEX" val="5"/>
  <p:tag name="KSO_WM_UNIT_FILL_FORE_SCHEMECOLOR_INDEX_BRIGHTNESS" val="0.8"/>
  <p:tag name="KSO_WM_DIAGRAM_USE_COLOR_VALUE" val="{&quot;color_scheme&quot;:1,&quot;color_type&quot;:1,&quot;theme_color_indexes&quot;:[5,6,5,6,5,6]}"/>
</p:tagLst>
</file>

<file path=ppt/tags/tag970.xml><?xml version="1.0" encoding="utf-8"?>
<p:tagLst xmlns:p="http://schemas.openxmlformats.org/presentationml/2006/main">
  <p:tag name="KSO_WM_DIAGRAM_VERSION" val="3"/>
  <p:tag name="KSO_WM_UNIT_HIGHLIGHT" val="0"/>
  <p:tag name="KSO_WM_UNIT_COMPATIBLE" val="0"/>
  <p:tag name="KSO_WM_UNIT_DIAGRAM_ISNUMVISUAL" val="0"/>
  <p:tag name="KSO_WM_UNIT_DIAGRAM_ISREFERUNIT" val="0"/>
  <p:tag name="KSO_WM_DIAGRAM_GROUP_CODE" val="l1-1"/>
  <p:tag name="KSO_WM_UNIT_TYPE" val="l_i"/>
  <p:tag name="KSO_WM_UNIT_INDEX" val="1_8"/>
  <p:tag name="KSO_WM_UNIT_ID" val="diagram20230936_1*l_i*1_8"/>
  <p:tag name="KSO_WM_TEMPLATE_CATEGORY" val="diagram"/>
  <p:tag name="KSO_WM_TEMPLATE_INDEX" val="20230936"/>
  <p:tag name="KSO_WM_UNIT_LAYERLEVEL" val="1_1"/>
  <p:tag name="KSO_WM_TAG_VERSION" val="3.0"/>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gradient&quot;:[{&quot;brightness&quot;:0.4000000059604645,&quot;colorType&quot;:1,&quot;foreColorIndex&quot;:5,&quot;pos&quot;:0.15000000596046448,&quot;transparency&quot;:0},{&quot;brightness&quot;:0.4000000059604645,&quot;colorType&quot;:1,&quot;foreColorIndex&quot;:5,&quot;pos&quot;:0.8500000238418579,&quot;transparency&quot;:0},{&quot;brightness&quot;:0.20000000298023224,&quot;colorType&quot;:1,&quot;foreColorIndex&quot;:5,&quot;pos&quot;:0.6000000238418579,&quot;transparency&quot;:0},{&quot;brightness&quot;:0.15000000596046448,&quot;colorType&quot;:1,&quot;foreColorIndex&quot;:5,&quot;pos&quot;:0.44999998807907104,&quot;transparency&quot;:0}],&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BEAUTIFY_FLAG" val="#wm#"/>
  <p:tag name="KSO_WM_UNIT_FILL_TYPE" val="3"/>
  <p:tag name="KSO_WM_DIAGRAM_USE_COLOR_VALUE" val="{&quot;color_scheme&quot;:1,&quot;color_type&quot;:1,&quot;theme_color_indexes&quot;:[5,6,5,6,5,6]}"/>
</p:tagLst>
</file>

<file path=ppt/tags/tag971.xml><?xml version="1.0" encoding="utf-8"?>
<p:tagLst xmlns:p="http://schemas.openxmlformats.org/presentationml/2006/main">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0936_1*l_h_i*1_2_2"/>
  <p:tag name="KSO_WM_TEMPLATE_CATEGORY" val="diagram"/>
  <p:tag name="KSO_WM_TEMPLATE_INDEX" val="20230936"/>
  <p:tag name="KSO_WM_UNIT_LAYERLEVEL" val="1_1_1"/>
  <p:tag name="KSO_WM_TAG_VERSION" val="3.0"/>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2,&quot;rgb&quot;:&quot;#ffffff&quot;,&quot;transparency&quot;:0.55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972.xml><?xml version="1.0" encoding="utf-8"?>
<p:tagLst xmlns:p="http://schemas.openxmlformats.org/presentationml/2006/main">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0936_1*l_h_i*1_2_1"/>
  <p:tag name="KSO_WM_TEMPLATE_CATEGORY" val="diagram"/>
  <p:tag name="KSO_WM_TEMPLATE_INDEX" val="20230936"/>
  <p:tag name="KSO_WM_UNIT_LAYERLEVEL" val="1_1_1"/>
  <p:tag name="KSO_WM_TAG_VERSION" val="3.0"/>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gradient&quot;:[{&quot;brightness&quot;:0.25,&quot;colorType&quot;:1,&quot;foreColorIndex&quot;:5,&quot;pos&quot;:1,&quot;transparency&quot;:0},{&quot;brightness&quot;:0.800000011920929,&quot;colorType&quot;:1,&quot;foreColorIndex&quot;:5,&quot;pos&quot;:0,&quot;transparency&quot;:0},{&quot;brightness&quot;:0.10000000149011612,&quot;colorType&quot;:1,&quot;foreColorIndex&quot;:5,&quot;pos&quot;:0,&quot;transparency&quot;:0}],&quot;type&quot;:3},&quot;glow&quot;:{&quot;colorType&quot;:0},&quot;line&quot;:{&quot;type&quot;:0},&quot;shadow&quot;:{&quot;brightness&quot;:-0.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BEAUTIFY_FLAG" val="#wm#"/>
  <p:tag name="KSO_WM_UNIT_FILL_TYPE" val="3"/>
  <p:tag name="KSO_WM_DIAGRAM_USE_COLOR_VALUE" val="{&quot;color_scheme&quot;:1,&quot;color_type&quot;:1,&quot;theme_color_indexes&quot;:[5,6,5,6,5,6]}"/>
</p:tagLst>
</file>

<file path=ppt/tags/tag973.xml><?xml version="1.0" encoding="utf-8"?>
<p:tagLst xmlns:p="http://schemas.openxmlformats.org/presentationml/2006/main">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0936_1*l_h_i*1_4_2"/>
  <p:tag name="KSO_WM_TEMPLATE_CATEGORY" val="diagram"/>
  <p:tag name="KSO_WM_TEMPLATE_INDEX" val="20230936"/>
  <p:tag name="KSO_WM_UNIT_LAYERLEVEL" val="1_1_1"/>
  <p:tag name="KSO_WM_TAG_VERSION" val="3.0"/>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2,&quot;rgb&quot;:&quot;#ffffff&quot;,&quot;transparency&quot;:0.55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974.xml><?xml version="1.0" encoding="utf-8"?>
<p:tagLst xmlns:p="http://schemas.openxmlformats.org/presentationml/2006/main">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0936_1*l_h_i*1_4_1"/>
  <p:tag name="KSO_WM_TEMPLATE_CATEGORY" val="diagram"/>
  <p:tag name="KSO_WM_TEMPLATE_INDEX" val="20230936"/>
  <p:tag name="KSO_WM_UNIT_LAYERLEVEL" val="1_1_1"/>
  <p:tag name="KSO_WM_TAG_VERSION" val="3.0"/>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gradient&quot;:[{&quot;brightness&quot;:0.25,&quot;colorType&quot;:1,&quot;foreColorIndex&quot;:5,&quot;pos&quot;:1,&quot;transparency&quot;:0},{&quot;brightness&quot;:0.800000011920929,&quot;colorType&quot;:1,&quot;foreColorIndex&quot;:5,&quot;pos&quot;:0,&quot;transparency&quot;:0},{&quot;brightness&quot;:0.10000000149011612,&quot;colorType&quot;:1,&quot;foreColorIndex&quot;:5,&quot;pos&quot;:0,&quot;transparency&quot;:0}],&quot;type&quot;:3},&quot;glow&quot;:{&quot;colorType&quot;:0},&quot;line&quot;:{&quot;type&quot;:0},&quot;shadow&quot;:{&quot;brightness&quot;:-0.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BEAUTIFY_FLAG" val="#wm#"/>
  <p:tag name="KSO_WM_UNIT_FILL_TYPE" val="3"/>
  <p:tag name="KSO_WM_DIAGRAM_USE_COLOR_VALUE" val="{&quot;color_scheme&quot;:1,&quot;color_type&quot;:1,&quot;theme_color_indexes&quot;:[5,6,5,6,5,6]}"/>
</p:tagLst>
</file>

<file path=ppt/tags/tag975.xml><?xml version="1.0" encoding="utf-8"?>
<p:tagLst xmlns:p="http://schemas.openxmlformats.org/presentationml/2006/main">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0936_1*l_h_i*1_3_2"/>
  <p:tag name="KSO_WM_TEMPLATE_CATEGORY" val="diagram"/>
  <p:tag name="KSO_WM_TEMPLATE_INDEX" val="20230936"/>
  <p:tag name="KSO_WM_UNIT_LAYERLEVEL" val="1_1_1"/>
  <p:tag name="KSO_WM_TAG_VERSION" val="3.0"/>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2,&quot;rgb&quot;:&quot;#ffffff&quot;,&quot;transparency&quot;:0.55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976.xml><?xml version="1.0" encoding="utf-8"?>
<p:tagLst xmlns:p="http://schemas.openxmlformats.org/presentationml/2006/main">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0936_1*l_h_i*1_3_1"/>
  <p:tag name="KSO_WM_TEMPLATE_CATEGORY" val="diagram"/>
  <p:tag name="KSO_WM_TEMPLATE_INDEX" val="20230936"/>
  <p:tag name="KSO_WM_UNIT_LAYERLEVEL" val="1_1_1"/>
  <p:tag name="KSO_WM_TAG_VERSION" val="3.0"/>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gradient&quot;:[{&quot;brightness&quot;:0.25,&quot;colorType&quot;:1,&quot;foreColorIndex&quot;:5,&quot;pos&quot;:1,&quot;transparency&quot;:0},{&quot;brightness&quot;:0.800000011920929,&quot;colorType&quot;:1,&quot;foreColorIndex&quot;:5,&quot;pos&quot;:0,&quot;transparency&quot;:0},{&quot;brightness&quot;:0.10000000149011612,&quot;colorType&quot;:1,&quot;foreColorIndex&quot;:5,&quot;pos&quot;:0,&quot;transparency&quot;:0}],&quot;type&quot;:3},&quot;glow&quot;:{&quot;colorType&quot;:0},&quot;line&quot;:{&quot;type&quot;:0},&quot;shadow&quot;:{&quot;brightness&quot;:-0.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BEAUTIFY_FLAG" val="#wm#"/>
  <p:tag name="KSO_WM_UNIT_FILL_TYPE" val="3"/>
  <p:tag name="KSO_WM_DIAGRAM_USE_COLOR_VALUE" val="{&quot;color_scheme&quot;:1,&quot;color_type&quot;:1,&quot;theme_color_indexes&quot;:[5,6,5,6,5,6]}"/>
</p:tagLst>
</file>

<file path=ppt/tags/tag97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36_1*l_h_f*1_2_1"/>
  <p:tag name="KSO_WM_TEMPLATE_CATEGORY" val="diagram"/>
  <p:tag name="KSO_WM_TEMPLATE_INDEX" val="20230936"/>
  <p:tag name="KSO_WM_UNIT_LAYERLEVEL" val="1_1_1"/>
  <p:tag name="KSO_WM_TAG_VERSION" val="3.0"/>
  <p:tag name="KSO_WM_DIAGRAM_VERSION" val="3"/>
  <p:tag name="KSO_WM_DIAGRAM_GROUP_CODE" val="l1-1"/>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TEXT_TYPE" val="1"/>
  <p:tag name="KSO_WM_UNIT_TEXT_LAYER_COUNT" val="1"/>
  <p:tag name="KSO_WM_BEAUTIFY_FLAG" val="#wm#"/>
  <p:tag name="KSO_WM_UNIT_PRESET_TEXT" val="单击此处添加文本具体内容，根据需要可酌情增减文字，以便观者理解您的思想。单击此处添加文本"/>
  <p:tag name="KSO_WM_UNIT_TEXT_FILL_FORE_SCHEMECOLOR_INDEX" val="1"/>
  <p:tag name="KSO_WM_UNIT_TEXT_FILL_TYPE" val="1"/>
  <p:tag name="KSO_WM_DIAGRAM_USE_COLOR_VALUE" val="{&quot;color_scheme&quot;:1,&quot;color_type&quot;:1,&quot;theme_color_indexes&quot;:[5,6,5,6,5,6]}"/>
</p:tagLst>
</file>

<file path=ppt/tags/tag97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0936_1*l_h_f*1_3_1"/>
  <p:tag name="KSO_WM_TEMPLATE_CATEGORY" val="diagram"/>
  <p:tag name="KSO_WM_TEMPLATE_INDEX" val="20230936"/>
  <p:tag name="KSO_WM_UNIT_LAYERLEVEL" val="1_1_1"/>
  <p:tag name="KSO_WM_TAG_VERSION" val="3.0"/>
  <p:tag name="KSO_WM_DIAGRAM_VERSION" val="3"/>
  <p:tag name="KSO_WM_DIAGRAM_GROUP_CODE" val="l1-1"/>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colorType&quot;:0,&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TEXT_FILL_TYPE" val="1"/>
  <p:tag name="KSO_WM_UNIT_TEXT_TYPE" val="1"/>
  <p:tag name="KSO_WM_UNIT_TEXT_LAYER_COUNT" val="1"/>
  <p:tag name="KSO_WM_BEAUTIFY_FLAG" val="#wm#"/>
  <p:tag name="KSO_WM_UNIT_PRESET_TEXT" val="单击此处添加文本具体内容，根据需要可酌情增减文字，以便观者理解简明扼要地阐述观点"/>
  <p:tag name="KSO_WM_DIAGRAM_USE_COLOR_VALUE" val="{&quot;color_scheme&quot;:1,&quot;color_type&quot;:1,&quot;theme_color_indexes&quot;:[5,6,5,6,5,6]}"/>
</p:tagLst>
</file>

<file path=ppt/tags/tag97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0936_1*l_h_f*1_4_1"/>
  <p:tag name="KSO_WM_TEMPLATE_CATEGORY" val="diagram"/>
  <p:tag name="KSO_WM_TEMPLATE_INDEX" val="20230936"/>
  <p:tag name="KSO_WM_UNIT_LAYERLEVEL" val="1_1_1"/>
  <p:tag name="KSO_WM_TAG_VERSION" val="3.0"/>
  <p:tag name="KSO_WM_DIAGRAM_VERSION" val="3"/>
  <p:tag name="KSO_WM_DIAGRAM_GROUP_CODE" val="l1-1"/>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TEXT_TYPE" val="1"/>
  <p:tag name="KSO_WM_UNIT_TEXT_LAYER_COUNT" val="1"/>
  <p:tag name="KSO_WM_BEAUTIFY_FLAG" val="#wm#"/>
  <p:tag name="KSO_WM_UNIT_PRESET_TEXT" val="单击此处添加文本具体内容，根据需要可酌情增减文字，以便观者理解您的主要思想"/>
  <p:tag name="KSO_WM_UNIT_TEXT_FILL_FORE_SCHEMECOLOR_INDEX" val="1"/>
  <p:tag name="KSO_WM_UNIT_TEXT_FILL_TYPE" val="1"/>
  <p:tag name="KSO_WM_DIAGRAM_USE_COLOR_VALUE" val="{&quot;color_scheme&quot;:1,&quot;color_type&quot;:1,&quot;theme_color_indexes&quot;:[5,6,5,6,5,6]}"/>
</p:tagLst>
</file>

<file path=ppt/tags/tag98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36_1*l_h_f*1_1_1"/>
  <p:tag name="KSO_WM_TEMPLATE_CATEGORY" val="diagram"/>
  <p:tag name="KSO_WM_TEMPLATE_INDEX" val="20230936"/>
  <p:tag name="KSO_WM_UNIT_LAYERLEVEL" val="1_1_1"/>
  <p:tag name="KSO_WM_TAG_VERSION" val="3.0"/>
  <p:tag name="KSO_WM_DIAGRAM_VERSION" val="3"/>
  <p:tag name="KSO_WM_DIAGRAM_GROUP_CODE" val="l1-1"/>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TEXT_TYPE" val="1"/>
  <p:tag name="KSO_WM_UNIT_TEXT_LAYER_COUNT" val="1"/>
  <p:tag name="KSO_WM_BEAUTIFY_FLAG" val="#wm#"/>
  <p:tag name="KSO_WM_UNIT_PRESET_TEXT" val="单击此处添加文本具体内容，根据需要可酌情增减文字，以便观者理解简明扼要地阐述观点"/>
  <p:tag name="KSO_WM_UNIT_TEXT_FILL_FORE_SCHEMECOLOR_INDEX" val="1"/>
  <p:tag name="KSO_WM_UNIT_TEXT_FILL_TYPE" val="1"/>
  <p:tag name="KSO_WM_DIAGRAM_USE_COLOR_VALUE" val="{&quot;color_scheme&quot;:1,&quot;color_type&quot;:1,&quot;theme_color_indexes&quot;:[5,6,5,6,5,6]}"/>
</p:tagLst>
</file>

<file path=ppt/tags/tag981.xml><?xml version="1.0" encoding="utf-8"?>
<p:tagLst xmlns:p="http://schemas.openxmlformats.org/presentationml/2006/main">
  <p:tag name="KSO_WM_DIAGRAM_VERSION" val="3"/>
  <p:tag name="KSO_WM_UNIT_VALUE" val="58*58"/>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0936_1*l_h_x*1_2_1"/>
  <p:tag name="KSO_WM_TEMPLATE_CATEGORY" val="diagram"/>
  <p:tag name="KSO_WM_TEMPLATE_INDEX" val="20230936"/>
  <p:tag name="KSO_WM_UNIT_LAYERLEVEL" val="1_1_1"/>
  <p:tag name="KSO_WM_TAG_VERSION" val="3.0"/>
  <p:tag name="KSO_WM_DIAGRAM_COLOR_TRICK" val="1"/>
  <p:tag name="KSO_WM_DIAGRAM_COLOR_TEXT_CAN_REMOVE" val="n"/>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solid&quot;:{&quot;brightness&quot;:0.80000001192092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8"/>
  <p:tag name="KSO_WM_BEAUTIFY_FLAG" val="#wm#"/>
  <p:tag name="KSO_WM_DIAGRAM_USE_COLOR_VALUE" val="{&quot;color_scheme&quot;:1,&quot;color_type&quot;:1,&quot;theme_color_indexes&quot;:[5,6,5,6,5,6]}"/>
</p:tagLst>
</file>

<file path=ppt/tags/tag982.xml><?xml version="1.0" encoding="utf-8"?>
<p:tagLst xmlns:p="http://schemas.openxmlformats.org/presentationml/2006/main">
  <p:tag name="KSO_WM_DIAGRAM_VERSION" val="3"/>
  <p:tag name="KSO_WM_UNIT_VALUE" val="56*63"/>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0936_1*l_h_x*1_1_1"/>
  <p:tag name="KSO_WM_TEMPLATE_CATEGORY" val="diagram"/>
  <p:tag name="KSO_WM_TEMPLATE_INDEX" val="20230936"/>
  <p:tag name="KSO_WM_UNIT_LAYERLEVEL" val="1_1_1"/>
  <p:tag name="KSO_WM_TAG_VERSION" val="3.0"/>
  <p:tag name="KSO_WM_DIAGRAM_COLOR_TRICK" val="1"/>
  <p:tag name="KSO_WM_DIAGRAM_COLOR_TEXT_CAN_REMOVE" val="n"/>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solid&quot;:{&quot;brightness&quot;:0.80000001192092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8"/>
  <p:tag name="KSO_WM_BEAUTIFY_FLAG" val="#wm#"/>
  <p:tag name="KSO_WM_DIAGRAM_USE_COLOR_VALUE" val="{&quot;color_scheme&quot;:1,&quot;color_type&quot;:1,&quot;theme_color_indexes&quot;:[5,6,5,6,5,6]}"/>
</p:tagLst>
</file>

<file path=ppt/tags/tag983.xml><?xml version="1.0" encoding="utf-8"?>
<p:tagLst xmlns:p="http://schemas.openxmlformats.org/presentationml/2006/main">
  <p:tag name="KSO_WM_DIAGRAM_VERSION" val="3"/>
  <p:tag name="KSO_WM_UNIT_VALUE" val="61*57"/>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20230936_1*l_h_x*1_3_1"/>
  <p:tag name="KSO_WM_TEMPLATE_CATEGORY" val="diagram"/>
  <p:tag name="KSO_WM_TEMPLATE_INDEX" val="20230936"/>
  <p:tag name="KSO_WM_UNIT_LAYERLEVEL" val="1_1_1"/>
  <p:tag name="KSO_WM_TAG_VERSION" val="3.0"/>
  <p:tag name="KSO_WM_DIAGRAM_COLOR_TRICK" val="1"/>
  <p:tag name="KSO_WM_DIAGRAM_COLOR_TEXT_CAN_REMOVE" val="n"/>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solid&quot;:{&quot;brightness&quot;:0.80000001192092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8"/>
  <p:tag name="KSO_WM_BEAUTIFY_FLAG" val="#wm#"/>
  <p:tag name="KSO_WM_DIAGRAM_USE_COLOR_VALUE" val="{&quot;color_scheme&quot;:1,&quot;color_type&quot;:1,&quot;theme_color_indexes&quot;:[5,6,5,6,5,6]}"/>
</p:tagLst>
</file>

<file path=ppt/tags/tag984.xml><?xml version="1.0" encoding="utf-8"?>
<p:tagLst xmlns:p="http://schemas.openxmlformats.org/presentationml/2006/main">
  <p:tag name="KSO_WM_DIAGRAM_VERSION" val="3"/>
  <p:tag name="KSO_WM_UNIT_VALUE" val="61*63"/>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20230936_1*l_h_x*1_4_1"/>
  <p:tag name="KSO_WM_TEMPLATE_CATEGORY" val="diagram"/>
  <p:tag name="KSO_WM_TEMPLATE_INDEX" val="20230936"/>
  <p:tag name="KSO_WM_UNIT_LAYERLEVEL" val="1_1_1"/>
  <p:tag name="KSO_WM_TAG_VERSION" val="3.0"/>
  <p:tag name="KSO_WM_DIAGRAM_COLOR_TRICK" val="1"/>
  <p:tag name="KSO_WM_DIAGRAM_COLOR_TEXT_CAN_REMOVE" val="n"/>
  <p:tag name="KSO_WM_DIAGRAM_MAX_ITEMCNT" val="4"/>
  <p:tag name="KSO_WM_DIAGRAM_MIN_ITEMCNT" val="4"/>
  <p:tag name="KSO_WM_DIAGRAM_VIRTUALLY_FRAME" val="{&quot;height&quot;:373.6249151563269,&quot;left&quot;:62.524993896484375,&quot;top&quot;:98.60007874015749,&quot;width&quot;:827.9500454735944}"/>
  <p:tag name="KSO_WM_DIAGRAM_COLOR_MATCH_VALUE" val="{&quot;shape&quot;:{&quot;fill&quot;:{&quot;solid&quot;:{&quot;brightness&quot;:0.80000001192092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8"/>
  <p:tag name="KSO_WM_BEAUTIFY_FLAG" val="#wm#"/>
  <p:tag name="KSO_WM_DIAGRAM_USE_COLOR_VALUE" val="{&quot;color_scheme&quot;:1,&quot;color_type&quot;:1,&quot;theme_color_indexes&quot;:[5,6,5,6,5,6]}"/>
</p:tagLst>
</file>

<file path=ppt/tags/tag985.xml><?xml version="1.0" encoding="utf-8"?>
<p:tagLst xmlns:p="http://schemas.openxmlformats.org/presentationml/2006/main">
  <p:tag name="KSO_WM_BEAUTIFY_FLAG" val="#wm#"/>
  <p:tag name="KSO_WM_TEMPLATE_CATEGORY" val="custom"/>
  <p:tag name="KSO_WM_TEMPLATE_INDEX" val="40480806"/>
  <p:tag name="resource_record_key" val="{&quot;65&quot;:[40480806],&quot;70&quot;:[3312306]}"/>
</p:tagLst>
</file>

<file path=ppt/tags/tag98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5198_1*a*1"/>
  <p:tag name="KSO_WM_TEMPLATE_CATEGORY" val="custom"/>
  <p:tag name="KSO_WM_TEMPLATE_INDEX" val="20235198"/>
  <p:tag name="KSO_WM_UNIT_LAYERLEVEL" val="1"/>
  <p:tag name="KSO_WM_TAG_VERSION" val="3.0"/>
  <p:tag name="KSO_WM_BEAUTIFY_FLAG" val="#wm#"/>
  <p:tag name="KSO_WM_UNIT_PRESET_TEXT" val="单击此处添加标题"/>
  <p:tag name="KSO_WM_UNIT_TEXT_TYPE" val="1"/>
</p:tagLst>
</file>

<file path=ppt/tags/tag9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198_1*i*1"/>
  <p:tag name="KSO_WM_TEMPLATE_CATEGORY" val="custom"/>
  <p:tag name="KSO_WM_TEMPLATE_INDEX" val="20235198"/>
  <p:tag name="KSO_WM_UNIT_LAYERLEVEL" val="1"/>
  <p:tag name="KSO_WM_TAG_VERSION" val="3.0"/>
  <p:tag name="KSO_WM_BEAUTIFY_FLAG" val="#wm#"/>
</p:tagLst>
</file>

<file path=ppt/tags/tag9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198_1*i*2"/>
  <p:tag name="KSO_WM_TEMPLATE_CATEGORY" val="custom"/>
  <p:tag name="KSO_WM_TEMPLATE_INDEX" val="20235198"/>
  <p:tag name="KSO_WM_UNIT_LAYERLEVEL" val="1"/>
  <p:tag name="KSO_WM_TAG_VERSION" val="3.0"/>
  <p:tag name="KSO_WM_BEAUTIFY_FLAG" val="#wm#"/>
</p:tagLst>
</file>

<file path=ppt/tags/tag9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5198_1*i*3"/>
  <p:tag name="KSO_WM_TEMPLATE_CATEGORY" val="custom"/>
  <p:tag name="KSO_WM_TEMPLATE_INDEX" val="20235198"/>
  <p:tag name="KSO_WM_UNIT_LAYERLEVEL" val="1"/>
  <p:tag name="KSO_WM_TAG_VERSION" val="3.0"/>
  <p:tag name="KSO_WM_BEAUTIFY_FLAG" val="#wm#"/>
</p:tagLst>
</file>

<file path=ppt/tags/tag9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5198_1*i*4"/>
  <p:tag name="KSO_WM_TEMPLATE_CATEGORY" val="custom"/>
  <p:tag name="KSO_WM_TEMPLATE_INDEX" val="20235198"/>
  <p:tag name="KSO_WM_UNIT_LAYERLEVEL" val="1"/>
  <p:tag name="KSO_WM_TAG_VERSION" val="3.0"/>
  <p:tag name="KSO_WM_BEAUTIFY_FLAG" val="#wm#"/>
</p:tagLst>
</file>

<file path=ppt/tags/tag9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5198_1*i*5"/>
  <p:tag name="KSO_WM_TEMPLATE_CATEGORY" val="custom"/>
  <p:tag name="KSO_WM_TEMPLATE_INDEX" val="20235198"/>
  <p:tag name="KSO_WM_UNIT_LAYERLEVEL" val="1"/>
  <p:tag name="KSO_WM_TAG_VERSION" val="3.0"/>
  <p:tag name="KSO_WM_BEAUTIFY_FLAG" val="#wm#"/>
</p:tagLst>
</file>

<file path=ppt/tags/tag9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5198_1*i*6"/>
  <p:tag name="KSO_WM_TEMPLATE_CATEGORY" val="custom"/>
  <p:tag name="KSO_WM_TEMPLATE_INDEX" val="20235198"/>
  <p:tag name="KSO_WM_UNIT_LAYERLEVEL" val="1"/>
  <p:tag name="KSO_WM_TAG_VERSION" val="3.0"/>
  <p:tag name="KSO_WM_BEAUTIFY_FLAG" val="#wm#"/>
</p:tagLst>
</file>

<file path=ppt/tags/tag9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20235198_1*i*7"/>
  <p:tag name="KSO_WM_TEMPLATE_CATEGORY" val="custom"/>
  <p:tag name="KSO_WM_TEMPLATE_INDEX" val="20235198"/>
  <p:tag name="KSO_WM_UNIT_LAYERLEVEL" val="1"/>
  <p:tag name="KSO_WM_TAG_VERSION" val="3.0"/>
  <p:tag name="KSO_WM_BEAUTIFY_FLAG" val="#wm#"/>
</p:tagLst>
</file>

<file path=ppt/tags/tag9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20235198_1*i*8"/>
  <p:tag name="KSO_WM_TEMPLATE_CATEGORY" val="custom"/>
  <p:tag name="KSO_WM_TEMPLATE_INDEX" val="20235198"/>
  <p:tag name="KSO_WM_UNIT_LAYERLEVEL" val="1"/>
  <p:tag name="KSO_WM_TAG_VERSION" val="3.0"/>
  <p:tag name="KSO_WM_BEAUTIFY_FLAG" val="#wm#"/>
</p:tagLst>
</file>

<file path=ppt/tags/tag9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custom20235198_1*i*9"/>
  <p:tag name="KSO_WM_TEMPLATE_CATEGORY" val="custom"/>
  <p:tag name="KSO_WM_TEMPLATE_INDEX" val="20235198"/>
  <p:tag name="KSO_WM_UNIT_LAYERLEVEL" val="1"/>
  <p:tag name="KSO_WM_TAG_VERSION" val="3.0"/>
  <p:tag name="KSO_WM_BEAUTIFY_FLAG" val="#wm#"/>
</p:tagLst>
</file>

<file path=ppt/tags/tag9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5198_1*i*10"/>
  <p:tag name="KSO_WM_TEMPLATE_CATEGORY" val="custom"/>
  <p:tag name="KSO_WM_TEMPLATE_INDEX" val="20235198"/>
  <p:tag name="KSO_WM_UNIT_LAYERLEVEL" val="1"/>
  <p:tag name="KSO_WM_TAG_VERSION" val="3.0"/>
  <p:tag name="KSO_WM_BEAUTIFY_FLAG" val="#wm#"/>
</p:tagLst>
</file>

<file path=ppt/tags/tag99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5198_1*f*1"/>
  <p:tag name="KSO_WM_TEMPLATE_CATEGORY" val="custom"/>
  <p:tag name="KSO_WM_TEMPLATE_INDEX" val="20235198"/>
  <p:tag name="KSO_WM_UNIT_LAYERLEVEL" val="1"/>
  <p:tag name="KSO_WM_TAG_VERSION" val="3.0"/>
  <p:tag name="KSO_WM_BEAUTIFY_FLAG" val="#wm#"/>
  <p:tag name="KSO_WM_UNIT_TEXT_LAYER_COUNT" val="1"/>
  <p:tag name="KSO_WM_UNIT_PRESET_TEXT" val="单击此处添加文本具体内容，简明扼要地阐述您的观点。根据需要可酌情增减文字，以便观者准确地理解您传达的思想"/>
  <p:tag name="KSO_WM_UNIT_TEXT_TYPE" val="1"/>
</p:tagLst>
</file>

<file path=ppt/tags/tag99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custom20235198_1*f*2"/>
  <p:tag name="KSO_WM_TEMPLATE_CATEGORY" val="custom"/>
  <p:tag name="KSO_WM_TEMPLATE_INDEX" val="20235198"/>
  <p:tag name="KSO_WM_UNIT_LAYERLEVEL" val="1"/>
  <p:tag name="KSO_WM_TAG_VERSION" val="3.0"/>
  <p:tag name="KSO_WM_BEAUTIFY_FLAG" val="#wm#"/>
  <p:tag name="KSO_WM_UNIT_TEXT_LAYER_COUNT" val="1"/>
  <p:tag name="KSO_WM_UNIT_PRESET_TEXT" val="单击此处添加文本具体内容，简明扼要地阐述您的观点。根据需要可酌情增减文字，以便观者准确地理解您传达的思想"/>
  <p:tag name="KSO_WM_UNIT_TEXT_TYPE" val="1"/>
</p:tagLst>
</file>

<file path=ppt/tags/tag9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custom20235198_1*i*11"/>
  <p:tag name="KSO_WM_TEMPLATE_CATEGORY" val="custom"/>
  <p:tag name="KSO_WM_TEMPLATE_INDEX" val="20235198"/>
  <p:tag name="KSO_WM_UNIT_LAYERLEVEL" val="1"/>
  <p:tag name="KSO_WM_TAG_VERSION" val="3.0"/>
  <p:tag name="KSO_WM_BEAUTIFY_FLAG" val="#wm#"/>
</p:tagLst>
</file>

<file path=ppt/tags/tag10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custom20235198_1*i*12"/>
  <p:tag name="KSO_WM_TEMPLATE_CATEGORY" val="custom"/>
  <p:tag name="KSO_WM_TEMPLATE_INDEX" val="20235198"/>
  <p:tag name="KSO_WM_UNIT_LAYERLEVEL" val="1"/>
  <p:tag name="KSO_WM_TAG_VERSION" val="3.0"/>
  <p:tag name="KSO_WM_BEAUTIFY_FLAG" val="#wm#"/>
</p:tagLst>
</file>

<file path=ppt/tags/tag10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custom20235198_1*i*13"/>
  <p:tag name="KSO_WM_TEMPLATE_CATEGORY" val="custom"/>
  <p:tag name="KSO_WM_TEMPLATE_INDEX" val="20235198"/>
  <p:tag name="KSO_WM_UNIT_LAYERLEVEL" val="1"/>
  <p:tag name="KSO_WM_TAG_VERSION" val="3.0"/>
  <p:tag name="KSO_WM_BEAUTIFY_FLAG" val="#wm#"/>
</p:tagLst>
</file>

<file path=ppt/tags/tag10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custom20235198_1*i*14"/>
  <p:tag name="KSO_WM_TEMPLATE_CATEGORY" val="custom"/>
  <p:tag name="KSO_WM_TEMPLATE_INDEX" val="20235198"/>
  <p:tag name="KSO_WM_UNIT_LAYERLEVEL" val="1"/>
  <p:tag name="KSO_WM_TAG_VERSION" val="3.0"/>
  <p:tag name="KSO_WM_BEAUTIFY_FLAG" val="#wm#"/>
</p:tagLst>
</file>

<file path=ppt/tags/tag10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custom20235198_1*i*15"/>
  <p:tag name="KSO_WM_TEMPLATE_CATEGORY" val="custom"/>
  <p:tag name="KSO_WM_TEMPLATE_INDEX" val="20235198"/>
  <p:tag name="KSO_WM_UNIT_LAYERLEVEL" val="1"/>
  <p:tag name="KSO_WM_TAG_VERSION" val="3.0"/>
  <p:tag name="KSO_WM_BEAUTIFY_FLAG" val="#wm#"/>
</p:tagLst>
</file>

<file path=ppt/tags/tag10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custom20235198_1*i*16"/>
  <p:tag name="KSO_WM_TEMPLATE_CATEGORY" val="custom"/>
  <p:tag name="KSO_WM_TEMPLATE_INDEX" val="20235198"/>
  <p:tag name="KSO_WM_UNIT_LAYERLEVEL" val="1"/>
  <p:tag name="KSO_WM_TAG_VERSION" val="3.0"/>
  <p:tag name="KSO_WM_BEAUTIFY_FLAG" val="#wm#"/>
</p:tagLst>
</file>

<file path=ppt/tags/tag1005.xml><?xml version="1.0" encoding="utf-8"?>
<p:tagLst xmlns:p="http://schemas.openxmlformats.org/presentationml/2006/main">
  <p:tag name="KSO_WM_SLIDE_ID" val="custom2023519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198"/>
  <p:tag name="KSO_WM_SLIDE_TYPE" val="text"/>
  <p:tag name="KSO_WM_SLIDE_SUBTYPE" val="picTxt"/>
  <p:tag name="KSO_WM_SLIDE_SIZE" val="850*459"/>
  <p:tag name="KSO_WM_SLIDE_POSITION" val="54*28"/>
  <p:tag name="KSO_WM_SLIDE_LAYOUT" val="a_f"/>
  <p:tag name="KSO_WM_SLIDE_LAYOUT_CNT" val="1_2"/>
  <p:tag name="KSO_WM_SPECIAL_SOURCE" val="bdnull"/>
</p:tagLst>
</file>

<file path=ppt/tags/tag1006.xml><?xml version="1.0" encoding="utf-8"?>
<p:tagLst xmlns:p="http://schemas.openxmlformats.org/presentationml/2006/main">
  <p:tag name="$PH_EXT" val="2"/>
  <p:tag name="KSO_WM_BEAUTIFY_FLAG" val="#wm#"/>
  <p:tag name="KSO_WM_FIGMA_FLAG" val="#fgm#"/>
  <p:tag name="KSO_WM_UNIT_INDEX" val="2"/>
  <p:tag name="KSO_WM_UNIT_TYPE" val="i"/>
  <p:tag name="KSO_WM_UNIT_ID" val="_11*i*2"/>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1007.xml><?xml version="1.0" encoding="utf-8"?>
<p:tagLst xmlns:p="http://schemas.openxmlformats.org/presentationml/2006/main">
  <p:tag name="KSO_WM_BEAUTIFY_FLAG" val="#wm#"/>
  <p:tag name="KSO_WM_FIGMA_FLAG" val="#fgm#"/>
  <p:tag name="KSO_WM_UNIT_INDEX" val="1"/>
  <p:tag name="KSO_WM_UNIT_TEXT_TYPE" val="1"/>
  <p:tag name="KSO_WM_UNIT_TYPE" val="b"/>
  <p:tag name="KSO_WM_UNIT_PRESET_TEXT" val="THE END"/>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1008.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445d181f537ac3cc624748b295655761c769cc98"/>
  <p:tag name="KSO_WM_NEWLAYOUT_ID" val="2115"/>
  <p:tag name="KSO_WM_UNIT_PRESET_TEXT" val="谢谢观看"/>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806"/>
  <p:tag name="KSO_WM_TEMPLATE_CATEGORY" val="custom"/>
</p:tagLst>
</file>

<file path=ppt/tags/tag1009.xml><?xml version="1.0" encoding="utf-8"?>
<p:tagLst xmlns:p="http://schemas.openxmlformats.org/presentationml/2006/main">
  <p:tag name="KSO_WM_SLIDE_CONTENT_ORIENTATION" val="left"/>
  <p:tag name="KSO_WM_SLIDE_HAS_MASK" val="1"/>
  <p:tag name="KSO_WM_SLIDE_ITEM_CNT" val="0"/>
  <p:tag name="KSO_WM_SLIDE_TYPE" val="endPage"/>
  <p:tag name="KSO_WM_TEMPLATE_SUBCATEGORY" val="29"/>
  <p:tag name="KSO_WM_BEAUTIFY_FLAG" val="#wm#"/>
  <p:tag name="KSO_WM_TEMPLATE_SLIDE_ID" val="slide_5ec36f64ca385f24"/>
  <p:tag name="KSO_WM_TEMPLATE_INDEX" val="40480806"/>
  <p:tag name="KSO_WM_TEMPLATE_CATEGORY" val="custom"/>
  <p:tag name="KSO_WM_SLIDE_INDEX" val="5"/>
  <p:tag name="KSO_WM_SLIDE_ID" val="custom40480806_9"/>
  <p:tag name="KSO_WM_TEMPLATE_MASTER_TYPE" val="0"/>
  <p:tag name="KSO_WM_SLIDE_LAYOUT" val="a_b_i"/>
  <p:tag name="KSO_WM_SLIDE_LAYOUT_CNT" val="1_1_1"/>
  <p:tag name="KSO_WM_TAG_VERSION" val="3.0"/>
</p:tagLst>
</file>

<file path=ppt/tags/tag1010.xml><?xml version="1.0" encoding="utf-8"?>
<p:tagLst xmlns:p="http://schemas.openxmlformats.org/presentationml/2006/main">
  <p:tag name="commondata" val="eyJjb3VudCI6NSwiaGRpZCI6IjY4MWRjMTZlNzljMGRlZDc3MzU3YTc5MjE4NjE4YWYyIiwidXNlckNvdW50Ijo1fQ=="/>
  <p:tag name="resource_record_key" val="{&quot;65&quot;:[40480806],&quot;70&quot;:[3312357,3312355,3429779,3321412,3312479,3314368,3312419,3322217,3322235,3312417,3321638,3325363,3327378,3312306],&quot;71&quot;:[76235679630]}"/>
</p:tagLst>
</file>

<file path=ppt/theme/theme1.xml><?xml version="1.0" encoding="utf-8"?>
<a:theme xmlns:a="http://schemas.openxmlformats.org/drawingml/2006/main" name="Office 主题">
  <a:themeElements>
    <a:clrScheme name="">
      <a:dk1>
        <a:srgbClr val="000000"/>
      </a:dk1>
      <a:lt1>
        <a:srgbClr val="FFFFFF"/>
      </a:lt1>
      <a:dk2>
        <a:srgbClr val="352701"/>
      </a:dk2>
      <a:lt2>
        <a:srgbClr val="FEF8E6"/>
      </a:lt2>
      <a:accent1>
        <a:srgbClr val="FDCC31"/>
      </a:accent1>
      <a:accent2>
        <a:srgbClr val="FFA50F"/>
      </a:accent2>
      <a:accent3>
        <a:srgbClr val="FF8621"/>
      </a:accent3>
      <a:accent4>
        <a:srgbClr val="FF6737"/>
      </a:accent4>
      <a:accent5>
        <a:srgbClr val="F94143"/>
      </a:accent5>
      <a:accent6>
        <a:srgbClr val="FF306B"/>
      </a:accent6>
      <a:hlink>
        <a:srgbClr val="658BD5"/>
      </a:hlink>
      <a:folHlink>
        <a:srgbClr val="A16AA5"/>
      </a:folHlink>
    </a:clrScheme>
    <a:fontScheme name="Aspect">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352701"/>
      </a:dk2>
      <a:lt2>
        <a:srgbClr val="FEF8E6"/>
      </a:lt2>
      <a:accent1>
        <a:srgbClr val="FDCC31"/>
      </a:accent1>
      <a:accent2>
        <a:srgbClr val="FFA50F"/>
      </a:accent2>
      <a:accent3>
        <a:srgbClr val="FF8621"/>
      </a:accent3>
      <a:accent4>
        <a:srgbClr val="FF6737"/>
      </a:accent4>
      <a:accent5>
        <a:srgbClr val="F94143"/>
      </a:accent5>
      <a:accent6>
        <a:srgbClr val="FF306B"/>
      </a:accent6>
      <a:hlink>
        <a:srgbClr val="658BD5"/>
      </a:hlink>
      <a:folHlink>
        <a:srgbClr val="A16AA5"/>
      </a:folHlink>
    </a:clrScheme>
    <a:fontScheme name="">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
      <a:dk1>
        <a:srgbClr val="000000"/>
      </a:dk1>
      <a:lt1>
        <a:srgbClr val="FFFFFF"/>
      </a:lt1>
      <a:dk2>
        <a:srgbClr val="352701"/>
      </a:dk2>
      <a:lt2>
        <a:srgbClr val="FEF8E6"/>
      </a:lt2>
      <a:accent1>
        <a:srgbClr val="FDCC31"/>
      </a:accent1>
      <a:accent2>
        <a:srgbClr val="FFA50F"/>
      </a:accent2>
      <a:accent3>
        <a:srgbClr val="FF8621"/>
      </a:accent3>
      <a:accent4>
        <a:srgbClr val="FF6737"/>
      </a:accent4>
      <a:accent5>
        <a:srgbClr val="F94143"/>
      </a:accent5>
      <a:accent6>
        <a:srgbClr val="FF306B"/>
      </a:accent6>
      <a:hlink>
        <a:srgbClr val="658BD5"/>
      </a:hlink>
      <a:folHlink>
        <a:srgbClr val="A16AA5"/>
      </a:folHlink>
    </a:clrScheme>
    <a:fontScheme name="">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
      <a:dk1>
        <a:srgbClr val="000000"/>
      </a:dk1>
      <a:lt1>
        <a:srgbClr val="FFFFFF"/>
      </a:lt1>
      <a:dk2>
        <a:srgbClr val="352701"/>
      </a:dk2>
      <a:lt2>
        <a:srgbClr val="FEF8E6"/>
      </a:lt2>
      <a:accent1>
        <a:srgbClr val="FDCC31"/>
      </a:accent1>
      <a:accent2>
        <a:srgbClr val="FFA50F"/>
      </a:accent2>
      <a:accent3>
        <a:srgbClr val="FF8621"/>
      </a:accent3>
      <a:accent4>
        <a:srgbClr val="FF6737"/>
      </a:accent4>
      <a:accent5>
        <a:srgbClr val="F94143"/>
      </a:accent5>
      <a:accent6>
        <a:srgbClr val="FF306B"/>
      </a:accent6>
      <a:hlink>
        <a:srgbClr val="658BD5"/>
      </a:hlink>
      <a:folHlink>
        <a:srgbClr val="A16AA5"/>
      </a:folHlink>
    </a:clrScheme>
    <a:fontScheme name="">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3516</Words>
  <Application>WPS 演示</Application>
  <PresentationFormat>宽屏</PresentationFormat>
  <Paragraphs>274</Paragraphs>
  <Slides>29</Slides>
  <Notes>0</Notes>
  <HiddenSlides>0</HiddenSlides>
  <MMClips>0</MMClips>
  <ScaleCrop>false</ScaleCrop>
  <HeadingPairs>
    <vt:vector size="6" baseType="variant">
      <vt:variant>
        <vt:lpstr>已用的字体</vt:lpstr>
      </vt:variant>
      <vt:variant>
        <vt:i4>13</vt:i4>
      </vt:variant>
      <vt:variant>
        <vt:lpstr>主题</vt:lpstr>
      </vt:variant>
      <vt:variant>
        <vt:i4>4</vt:i4>
      </vt:variant>
      <vt:variant>
        <vt:lpstr>幻灯片标题</vt:lpstr>
      </vt:variant>
      <vt:variant>
        <vt:i4>29</vt:i4>
      </vt:variant>
    </vt:vector>
  </HeadingPairs>
  <TitlesOfParts>
    <vt:vector size="46" baseType="lpstr">
      <vt:lpstr>Arial</vt:lpstr>
      <vt:lpstr>宋体</vt:lpstr>
      <vt:lpstr>Wingdings</vt:lpstr>
      <vt:lpstr>微软雅黑</vt:lpstr>
      <vt:lpstr>MiSans Normal</vt:lpstr>
      <vt:lpstr>黑体</vt:lpstr>
      <vt:lpstr>Arial Unicode MS</vt:lpstr>
      <vt:lpstr>Calibri</vt:lpstr>
      <vt:lpstr>楷体</vt:lpstr>
      <vt:lpstr>Wingdings</vt:lpstr>
      <vt:lpstr>荆南缘默体</vt:lpstr>
      <vt:lpstr>优设标题黑</vt:lpstr>
      <vt:lpstr>MiSans</vt:lpstr>
      <vt:lpstr>Office 主题</vt:lpstr>
      <vt:lpstr>1_Office 主题</vt:lpstr>
      <vt:lpstr>2_Office 主题</vt:lpstr>
      <vt:lpstr>3_Office 主题</vt:lpstr>
      <vt:lpstr>尼亚萨波知识问答系统 ——破解中非经贸合作的信息困局</vt:lpstr>
      <vt:lpstr>目录</vt:lpstr>
      <vt:lpstr>项目背景与动机</vt:lpstr>
      <vt:lpstr>中非经贸合作现状</vt:lpstr>
      <vt:lpstr>对非投资痛点</vt:lpstr>
      <vt:lpstr>通用工具非洲知识短板</vt:lpstr>
      <vt:lpstr>项目动机</vt:lpstr>
      <vt:lpstr>系统介绍与架构</vt:lpstr>
      <vt:lpstr>“尼亚萨波”名称含义及定位</vt:lpstr>
      <vt:lpstr>PowerPoint 演示文稿</vt:lpstr>
      <vt:lpstr>尼亚萨波系统核心优势</vt:lpstr>
      <vt:lpstr>实现方法与技术应用</vt:lpstr>
      <vt:lpstr>RAG技术优化大模型问答系统</vt:lpstr>
      <vt:lpstr>核心选型：MaxKB的优势 </vt:lpstr>
      <vt:lpstr>底层架构与功能模块</vt:lpstr>
      <vt:lpstr>数据库构建</vt:lpstr>
      <vt:lpstr>数据特色</vt:lpstr>
      <vt:lpstr>五大应用矩阵构建</vt:lpstr>
      <vt:lpstr>国别通系列</vt:lpstr>
      <vt:lpstr>行业通系列</vt:lpstr>
      <vt:lpstr>政策通系列</vt:lpstr>
      <vt:lpstr>研究通系列</vt:lpstr>
      <vt:lpstr>资讯通系列</vt:lpstr>
      <vt:lpstr>市场初步应用与意义</vt:lpstr>
      <vt:lpstr>市场初步应用</vt:lpstr>
      <vt:lpstr>核心应用场景成效</vt:lpstr>
      <vt:lpstr>核心意义</vt:lpstr>
      <vt:lpstr>核心价值与发展愿景</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尼亚萨波非洲知识问答系统：破解中非经贸合作的信息困局</dc:title>
  <dc:creator/>
  <cp:lastModifiedBy>WPS_1689130465</cp:lastModifiedBy>
  <cp:revision>37</cp:revision>
  <dcterms:created xsi:type="dcterms:W3CDTF">2025-12-31T03:31:00Z</dcterms:created>
  <dcterms:modified xsi:type="dcterms:W3CDTF">2026-01-01T15:19:59Z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2052-12.1.0.21541</vt:lpwstr>
  </property>
  <property fmtid="{D5CDD505-2E9C-101B-9397-08002B2CF9AE}" pid="3" name="ICV">
    <vt:lpwstr>766E39BD20E34D0A97D521B235C0A2E3_13</vt:lpwstr>
  </property>
  <property fmtid="{D5CDD505-2E9C-101B-9397-08002B2CF9AE}" pid="4" name="KSOTemplateUUID">
    <vt:lpwstr>v1.0_ai_69796650811</vt:lpwstr>
  </property>
</Properties>
</file>